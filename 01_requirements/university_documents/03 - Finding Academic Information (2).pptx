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8"/>
  </p:notesMasterIdLst>
  <p:handoutMasterIdLst>
    <p:handoutMasterId r:id="rId39"/>
  </p:handoutMasterIdLst>
  <p:sldIdLst>
    <p:sldId id="257" r:id="rId3"/>
    <p:sldId id="284" r:id="rId4"/>
    <p:sldId id="285" r:id="rId5"/>
    <p:sldId id="286" r:id="rId6"/>
    <p:sldId id="287" r:id="rId7"/>
    <p:sldId id="288" r:id="rId8"/>
    <p:sldId id="289" r:id="rId9"/>
    <p:sldId id="295" r:id="rId10"/>
    <p:sldId id="297" r:id="rId11"/>
    <p:sldId id="291" r:id="rId12"/>
    <p:sldId id="309" r:id="rId13"/>
    <p:sldId id="314" r:id="rId14"/>
    <p:sldId id="292" r:id="rId15"/>
    <p:sldId id="293" r:id="rId16"/>
    <p:sldId id="311" r:id="rId17"/>
    <p:sldId id="318" r:id="rId18"/>
    <p:sldId id="312" r:id="rId19"/>
    <p:sldId id="313" r:id="rId20"/>
    <p:sldId id="315" r:id="rId21"/>
    <p:sldId id="290" r:id="rId22"/>
    <p:sldId id="316" r:id="rId23"/>
    <p:sldId id="296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294" r:id="rId32"/>
    <p:sldId id="305" r:id="rId33"/>
    <p:sldId id="317" r:id="rId34"/>
    <p:sldId id="306" r:id="rId35"/>
    <p:sldId id="307" r:id="rId36"/>
    <p:sldId id="308" r:id="rId37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rotherton, Jennifer" initials="J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7-04-05T09:29:00.115" idx="1">
    <p:pos x="10" y="10"/>
    <p:text>Bring in print journals to the workshop and use these with previous slide?</p:tex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AEA97D-406F-4995-9AAE-26679B9B55C6}" type="doc">
      <dgm:prSet loTypeId="urn:microsoft.com/office/officeart/2011/layout/TabList" loCatId="list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GB"/>
        </a:p>
      </dgm:t>
    </dgm:pt>
    <dgm:pt modelId="{7E58BCD1-DDE9-4CF9-A65E-0BB28B0D8281}">
      <dgm:prSet phldrT="[Text]"/>
      <dgm:spPr/>
      <dgm:t>
        <a:bodyPr/>
        <a:lstStyle/>
        <a:p>
          <a:r>
            <a:rPr lang="en-GB" b="1" dirty="0"/>
            <a:t>Books</a:t>
          </a:r>
        </a:p>
      </dgm:t>
    </dgm:pt>
    <dgm:pt modelId="{4020595B-95D8-44F7-AE30-1D9C8B1B497C}" type="parTrans" cxnId="{4467D6F0-67F7-4CBB-BB8D-8298EB237D2E}">
      <dgm:prSet/>
      <dgm:spPr/>
      <dgm:t>
        <a:bodyPr/>
        <a:lstStyle/>
        <a:p>
          <a:endParaRPr lang="en-GB"/>
        </a:p>
      </dgm:t>
    </dgm:pt>
    <dgm:pt modelId="{F93E0189-3456-4145-B8EE-71BCA97E8B4E}" type="sibTrans" cxnId="{4467D6F0-67F7-4CBB-BB8D-8298EB237D2E}">
      <dgm:prSet/>
      <dgm:spPr/>
      <dgm:t>
        <a:bodyPr/>
        <a:lstStyle/>
        <a:p>
          <a:endParaRPr lang="en-GB"/>
        </a:p>
      </dgm:t>
    </dgm:pt>
    <dgm:pt modelId="{103DA7AC-59AB-495D-9495-69A46374EFF3}">
      <dgm:prSet phldrT="[Text]" custT="1"/>
      <dgm:spPr/>
      <dgm:t>
        <a:bodyPr/>
        <a:lstStyle/>
        <a:p>
          <a:r>
            <a:rPr lang="en-GB" sz="1800" dirty="0"/>
            <a:t>Overview</a:t>
          </a:r>
        </a:p>
        <a:p>
          <a:r>
            <a:rPr lang="en-GB" sz="1800" dirty="0"/>
            <a:t>Introduction</a:t>
          </a:r>
        </a:p>
      </dgm:t>
    </dgm:pt>
    <dgm:pt modelId="{02C382B5-8D6C-410F-9130-5A6180A63980}" type="parTrans" cxnId="{A4739808-4B7D-41C1-A794-8F404A9748C7}">
      <dgm:prSet/>
      <dgm:spPr/>
      <dgm:t>
        <a:bodyPr/>
        <a:lstStyle/>
        <a:p>
          <a:endParaRPr lang="en-GB"/>
        </a:p>
      </dgm:t>
    </dgm:pt>
    <dgm:pt modelId="{3C18863C-FC34-4D4A-8E59-1E52A03637E7}" type="sibTrans" cxnId="{A4739808-4B7D-41C1-A794-8F404A9748C7}">
      <dgm:prSet/>
      <dgm:spPr/>
      <dgm:t>
        <a:bodyPr/>
        <a:lstStyle/>
        <a:p>
          <a:endParaRPr lang="en-GB"/>
        </a:p>
      </dgm:t>
    </dgm:pt>
    <dgm:pt modelId="{AE250B12-4D72-481C-BC02-6B7C9DB1B0C6}">
      <dgm:prSet phldrT="[Text]"/>
      <dgm:spPr/>
      <dgm:t>
        <a:bodyPr/>
        <a:lstStyle/>
        <a:p>
          <a:r>
            <a:rPr lang="en-GB" b="1" dirty="0"/>
            <a:t>Journals</a:t>
          </a:r>
        </a:p>
      </dgm:t>
    </dgm:pt>
    <dgm:pt modelId="{2B0EC93D-1FB0-4D5F-88FD-4BB47DD82149}" type="parTrans" cxnId="{1262BE00-44F3-4D6C-BC0D-25288C13CED3}">
      <dgm:prSet/>
      <dgm:spPr/>
      <dgm:t>
        <a:bodyPr/>
        <a:lstStyle/>
        <a:p>
          <a:endParaRPr lang="en-GB"/>
        </a:p>
      </dgm:t>
    </dgm:pt>
    <dgm:pt modelId="{952D1B5F-08AC-4A3C-8742-566512205331}" type="sibTrans" cxnId="{1262BE00-44F3-4D6C-BC0D-25288C13CED3}">
      <dgm:prSet/>
      <dgm:spPr/>
      <dgm:t>
        <a:bodyPr/>
        <a:lstStyle/>
        <a:p>
          <a:endParaRPr lang="en-GB"/>
        </a:p>
      </dgm:t>
    </dgm:pt>
    <dgm:pt modelId="{10DE867E-7597-4DDB-8480-051DCAE00D44}">
      <dgm:prSet phldrT="[Text]" custT="1"/>
      <dgm:spPr/>
      <dgm:t>
        <a:bodyPr/>
        <a:lstStyle/>
        <a:p>
          <a:r>
            <a:rPr lang="en-GB" sz="1800" dirty="0"/>
            <a:t>Specific subject</a:t>
          </a:r>
        </a:p>
        <a:p>
          <a:r>
            <a:rPr lang="en-GB" sz="1800" dirty="0"/>
            <a:t>Detailed information</a:t>
          </a:r>
        </a:p>
        <a:p>
          <a:r>
            <a:rPr lang="en-GB" sz="1800" dirty="0"/>
            <a:t>Current</a:t>
          </a:r>
        </a:p>
      </dgm:t>
    </dgm:pt>
    <dgm:pt modelId="{441E5347-7CBF-4193-8D81-15CBAA566677}" type="parTrans" cxnId="{0BF8C22E-0EE9-4DCB-A1C5-FA0EFB46AA7E}">
      <dgm:prSet/>
      <dgm:spPr/>
      <dgm:t>
        <a:bodyPr/>
        <a:lstStyle/>
        <a:p>
          <a:endParaRPr lang="en-GB"/>
        </a:p>
      </dgm:t>
    </dgm:pt>
    <dgm:pt modelId="{C4BF4DD5-D98B-4D4E-B58B-1AED3FBB013B}" type="sibTrans" cxnId="{0BF8C22E-0EE9-4DCB-A1C5-FA0EFB46AA7E}">
      <dgm:prSet/>
      <dgm:spPr/>
      <dgm:t>
        <a:bodyPr/>
        <a:lstStyle/>
        <a:p>
          <a:endParaRPr lang="en-GB"/>
        </a:p>
      </dgm:t>
    </dgm:pt>
    <dgm:pt modelId="{20F0E24F-15C1-4F66-B69C-AEEE253957C4}">
      <dgm:prSet phldrT="[Text]"/>
      <dgm:spPr/>
      <dgm:t>
        <a:bodyPr/>
        <a:lstStyle/>
        <a:p>
          <a:r>
            <a:rPr lang="en-GB" b="1" dirty="0"/>
            <a:t>Internet</a:t>
          </a:r>
          <a:r>
            <a:rPr lang="en-GB" dirty="0"/>
            <a:t> </a:t>
          </a:r>
        </a:p>
      </dgm:t>
    </dgm:pt>
    <dgm:pt modelId="{614CEBB3-51DE-4AAF-9640-C146418A695F}" type="parTrans" cxnId="{6A33E44C-B482-484E-AEFA-A6083A1D1ECC}">
      <dgm:prSet/>
      <dgm:spPr/>
      <dgm:t>
        <a:bodyPr/>
        <a:lstStyle/>
        <a:p>
          <a:endParaRPr lang="en-GB"/>
        </a:p>
      </dgm:t>
    </dgm:pt>
    <dgm:pt modelId="{DFCC4115-43B6-4A18-B8E3-45679B5500F2}" type="sibTrans" cxnId="{6A33E44C-B482-484E-AEFA-A6083A1D1ECC}">
      <dgm:prSet/>
      <dgm:spPr/>
      <dgm:t>
        <a:bodyPr/>
        <a:lstStyle/>
        <a:p>
          <a:endParaRPr lang="en-GB"/>
        </a:p>
      </dgm:t>
    </dgm:pt>
    <dgm:pt modelId="{20EA46BF-46AF-4C7E-B7D6-A0E4CC39AF5F}">
      <dgm:prSet/>
      <dgm:spPr/>
      <dgm:t>
        <a:bodyPr/>
        <a:lstStyle/>
        <a:p>
          <a:r>
            <a:rPr lang="en-GB" dirty="0"/>
            <a:t>Social media (blogs / Twitter)</a:t>
          </a:r>
        </a:p>
        <a:p>
          <a:r>
            <a:rPr lang="en-GB" dirty="0"/>
            <a:t>Email alerts / RSS feeds</a:t>
          </a:r>
        </a:p>
        <a:p>
          <a:r>
            <a:rPr lang="en-GB" dirty="0"/>
            <a:t>Online forums</a:t>
          </a:r>
        </a:p>
      </dgm:t>
    </dgm:pt>
    <dgm:pt modelId="{ED318AEC-176C-4DA5-AC17-1F2224F4BD56}" type="parTrans" cxnId="{8F0E08DB-AB1B-4E44-A7C2-EC94E20AA331}">
      <dgm:prSet/>
      <dgm:spPr/>
      <dgm:t>
        <a:bodyPr/>
        <a:lstStyle/>
        <a:p>
          <a:endParaRPr lang="en-GB"/>
        </a:p>
      </dgm:t>
    </dgm:pt>
    <dgm:pt modelId="{525192EB-E9DF-4EFF-99DE-D83D5809C4B3}" type="sibTrans" cxnId="{8F0E08DB-AB1B-4E44-A7C2-EC94E20AA331}">
      <dgm:prSet/>
      <dgm:spPr/>
      <dgm:t>
        <a:bodyPr/>
        <a:lstStyle/>
        <a:p>
          <a:endParaRPr lang="en-GB"/>
        </a:p>
      </dgm:t>
    </dgm:pt>
    <dgm:pt modelId="{7D1D3D9D-3E37-4EEC-B000-D6C7E3EE6406}">
      <dgm:prSet phldrT="[Text]"/>
      <dgm:spPr/>
      <dgm:t>
        <a:bodyPr/>
        <a:lstStyle/>
        <a:p>
          <a:r>
            <a:rPr lang="en-GB" b="1" dirty="0"/>
            <a:t>Reference</a:t>
          </a:r>
        </a:p>
      </dgm:t>
    </dgm:pt>
    <dgm:pt modelId="{3920748B-1EAE-40B0-A9F5-132F32B9CBA3}" type="parTrans" cxnId="{422C48FF-6ABD-427D-97A2-67195EC63C38}">
      <dgm:prSet/>
      <dgm:spPr/>
      <dgm:t>
        <a:bodyPr/>
        <a:lstStyle/>
        <a:p>
          <a:endParaRPr lang="en-GB"/>
        </a:p>
      </dgm:t>
    </dgm:pt>
    <dgm:pt modelId="{DE411276-EFE9-4496-9990-DF524B8DF53B}" type="sibTrans" cxnId="{422C48FF-6ABD-427D-97A2-67195EC63C38}">
      <dgm:prSet/>
      <dgm:spPr/>
      <dgm:t>
        <a:bodyPr/>
        <a:lstStyle/>
        <a:p>
          <a:endParaRPr lang="en-GB"/>
        </a:p>
      </dgm:t>
    </dgm:pt>
    <dgm:pt modelId="{FAFACD13-A6FF-4794-8989-27D8AB4F68D6}">
      <dgm:prSet phldrT="[Text]" custT="1"/>
      <dgm:spPr/>
      <dgm:t>
        <a:bodyPr/>
        <a:lstStyle/>
        <a:p>
          <a:r>
            <a:rPr lang="en-GB" sz="1800" dirty="0"/>
            <a:t>Short summary</a:t>
          </a:r>
        </a:p>
        <a:p>
          <a:r>
            <a:rPr lang="en-GB" sz="1800" dirty="0"/>
            <a:t>Facts and figures</a:t>
          </a:r>
        </a:p>
      </dgm:t>
    </dgm:pt>
    <dgm:pt modelId="{13A6BF70-B47D-449C-96BC-4D6B5738818D}" type="parTrans" cxnId="{052473CC-5C9A-4477-8AEA-C7E45D9DDEC0}">
      <dgm:prSet/>
      <dgm:spPr/>
      <dgm:t>
        <a:bodyPr/>
        <a:lstStyle/>
        <a:p>
          <a:endParaRPr lang="en-GB"/>
        </a:p>
      </dgm:t>
    </dgm:pt>
    <dgm:pt modelId="{5BC56FFE-63C0-4FEE-83D6-84625C730A5A}" type="sibTrans" cxnId="{052473CC-5C9A-4477-8AEA-C7E45D9DDEC0}">
      <dgm:prSet/>
      <dgm:spPr/>
      <dgm:t>
        <a:bodyPr/>
        <a:lstStyle/>
        <a:p>
          <a:endParaRPr lang="en-GB"/>
        </a:p>
      </dgm:t>
    </dgm:pt>
    <dgm:pt modelId="{6E050574-40F1-40AA-ACBC-5D7EAB927D2C}" type="pres">
      <dgm:prSet presAssocID="{E5AEA97D-406F-4995-9AAE-26679B9B55C6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749E6576-D8A0-4888-9B1C-34CE184BB60C}" type="pres">
      <dgm:prSet presAssocID="{7D1D3D9D-3E37-4EEC-B000-D6C7E3EE6406}" presName="composite" presStyleCnt="0"/>
      <dgm:spPr/>
    </dgm:pt>
    <dgm:pt modelId="{CB92658F-E820-453B-9B9F-F838B10A4AA7}" type="pres">
      <dgm:prSet presAssocID="{7D1D3D9D-3E37-4EEC-B000-D6C7E3EE6406}" presName="FirstChild" presStyleLbl="revTx" presStyleIdx="0" presStyleCnt="4" custScaleX="94557" custScaleY="76375">
        <dgm:presLayoutVars>
          <dgm:chMax val="0"/>
          <dgm:chPref val="0"/>
          <dgm:bulletEnabled val="1"/>
        </dgm:presLayoutVars>
      </dgm:prSet>
      <dgm:spPr/>
    </dgm:pt>
    <dgm:pt modelId="{75548600-4F0A-4A16-9F71-0269A9B2ACC7}" type="pres">
      <dgm:prSet presAssocID="{7D1D3D9D-3E37-4EEC-B000-D6C7E3EE6406}" presName="Parent" presStyleLbl="alignNode1" presStyleIdx="0" presStyleCnt="4">
        <dgm:presLayoutVars>
          <dgm:chMax val="3"/>
          <dgm:chPref val="3"/>
          <dgm:bulletEnabled val="1"/>
        </dgm:presLayoutVars>
      </dgm:prSet>
      <dgm:spPr/>
    </dgm:pt>
    <dgm:pt modelId="{25E61334-6511-4783-A715-6E4E77684D24}" type="pres">
      <dgm:prSet presAssocID="{7D1D3D9D-3E37-4EEC-B000-D6C7E3EE6406}" presName="Accent" presStyleLbl="parChTrans1D1" presStyleIdx="0" presStyleCnt="4"/>
      <dgm:spPr/>
    </dgm:pt>
    <dgm:pt modelId="{3C78590D-BD2C-46D3-B9F4-6D8AC9A5E162}" type="pres">
      <dgm:prSet presAssocID="{DE411276-EFE9-4496-9990-DF524B8DF53B}" presName="sibTrans" presStyleCnt="0"/>
      <dgm:spPr/>
    </dgm:pt>
    <dgm:pt modelId="{76C76247-AE8E-4A5A-8B04-D39636E14CD3}" type="pres">
      <dgm:prSet presAssocID="{7E58BCD1-DDE9-4CF9-A65E-0BB28B0D8281}" presName="composite" presStyleCnt="0"/>
      <dgm:spPr/>
    </dgm:pt>
    <dgm:pt modelId="{5504FDB7-F5E8-4731-AF67-644C3CA8020B}" type="pres">
      <dgm:prSet presAssocID="{7E58BCD1-DDE9-4CF9-A65E-0BB28B0D8281}" presName="FirstChild" presStyleLbl="revTx" presStyleIdx="1" presStyleCnt="4" custScaleX="94557" custScaleY="72351">
        <dgm:presLayoutVars>
          <dgm:chMax val="0"/>
          <dgm:chPref val="0"/>
          <dgm:bulletEnabled val="1"/>
        </dgm:presLayoutVars>
      </dgm:prSet>
      <dgm:spPr/>
    </dgm:pt>
    <dgm:pt modelId="{00911F15-4D8E-4EB0-B1E5-544A5FD9D3A0}" type="pres">
      <dgm:prSet presAssocID="{7E58BCD1-DDE9-4CF9-A65E-0BB28B0D8281}" presName="Parent" presStyleLbl="alignNode1" presStyleIdx="1" presStyleCnt="4">
        <dgm:presLayoutVars>
          <dgm:chMax val="3"/>
          <dgm:chPref val="3"/>
          <dgm:bulletEnabled val="1"/>
        </dgm:presLayoutVars>
      </dgm:prSet>
      <dgm:spPr/>
    </dgm:pt>
    <dgm:pt modelId="{AC59A2A8-AD5C-452A-A326-EA46D713EBA3}" type="pres">
      <dgm:prSet presAssocID="{7E58BCD1-DDE9-4CF9-A65E-0BB28B0D8281}" presName="Accent" presStyleLbl="parChTrans1D1" presStyleIdx="1" presStyleCnt="4"/>
      <dgm:spPr/>
    </dgm:pt>
    <dgm:pt modelId="{E68412BC-115D-46BF-81E0-33992D2BD0A8}" type="pres">
      <dgm:prSet presAssocID="{F93E0189-3456-4145-B8EE-71BCA97E8B4E}" presName="sibTrans" presStyleCnt="0"/>
      <dgm:spPr/>
    </dgm:pt>
    <dgm:pt modelId="{71658AAC-5F05-4E06-A562-20B5904AC0E4}" type="pres">
      <dgm:prSet presAssocID="{AE250B12-4D72-481C-BC02-6B7C9DB1B0C6}" presName="composite" presStyleCnt="0"/>
      <dgm:spPr/>
    </dgm:pt>
    <dgm:pt modelId="{F9B87759-C108-48EF-961B-56BB7D03D27D}" type="pres">
      <dgm:prSet presAssocID="{AE250B12-4D72-481C-BC02-6B7C9DB1B0C6}" presName="FirstChild" presStyleLbl="revTx" presStyleIdx="2" presStyleCnt="4" custScaleX="97749">
        <dgm:presLayoutVars>
          <dgm:chMax val="0"/>
          <dgm:chPref val="0"/>
          <dgm:bulletEnabled val="1"/>
        </dgm:presLayoutVars>
      </dgm:prSet>
      <dgm:spPr/>
    </dgm:pt>
    <dgm:pt modelId="{63247579-9436-483B-AC4E-7D3777B842E4}" type="pres">
      <dgm:prSet presAssocID="{AE250B12-4D72-481C-BC02-6B7C9DB1B0C6}" presName="Parent" presStyleLbl="alignNode1" presStyleIdx="2" presStyleCnt="4">
        <dgm:presLayoutVars>
          <dgm:chMax val="3"/>
          <dgm:chPref val="3"/>
          <dgm:bulletEnabled val="1"/>
        </dgm:presLayoutVars>
      </dgm:prSet>
      <dgm:spPr/>
    </dgm:pt>
    <dgm:pt modelId="{1B1A034C-E45E-410D-8216-AE2BC736A101}" type="pres">
      <dgm:prSet presAssocID="{AE250B12-4D72-481C-BC02-6B7C9DB1B0C6}" presName="Accent" presStyleLbl="parChTrans1D1" presStyleIdx="2" presStyleCnt="4"/>
      <dgm:spPr/>
    </dgm:pt>
    <dgm:pt modelId="{45D672A6-9B01-4F30-8F61-9BD3A917A734}" type="pres">
      <dgm:prSet presAssocID="{952D1B5F-08AC-4A3C-8742-566512205331}" presName="sibTrans" presStyleCnt="0"/>
      <dgm:spPr/>
    </dgm:pt>
    <dgm:pt modelId="{15CB5DDF-E870-48C6-814C-3A82E3F3E589}" type="pres">
      <dgm:prSet presAssocID="{20F0E24F-15C1-4F66-B69C-AEEE253957C4}" presName="composite" presStyleCnt="0"/>
      <dgm:spPr/>
    </dgm:pt>
    <dgm:pt modelId="{09B66EAF-7E04-4F89-83A6-1269CD1DF258}" type="pres">
      <dgm:prSet presAssocID="{20F0E24F-15C1-4F66-B69C-AEEE253957C4}" presName="FirstChild" presStyleLbl="revTx" presStyleIdx="3" presStyleCnt="4" custScaleX="97749">
        <dgm:presLayoutVars>
          <dgm:chMax val="0"/>
          <dgm:chPref val="0"/>
          <dgm:bulletEnabled val="1"/>
        </dgm:presLayoutVars>
      </dgm:prSet>
      <dgm:spPr/>
    </dgm:pt>
    <dgm:pt modelId="{B6B141A2-3E3A-49AA-92CB-0B9DE9F7844A}" type="pres">
      <dgm:prSet presAssocID="{20F0E24F-15C1-4F66-B69C-AEEE253957C4}" presName="Parent" presStyleLbl="alignNode1" presStyleIdx="3" presStyleCnt="4">
        <dgm:presLayoutVars>
          <dgm:chMax val="3"/>
          <dgm:chPref val="3"/>
          <dgm:bulletEnabled val="1"/>
        </dgm:presLayoutVars>
      </dgm:prSet>
      <dgm:spPr/>
    </dgm:pt>
    <dgm:pt modelId="{B1F1D4EE-0A02-4949-92D8-622DE21443B9}" type="pres">
      <dgm:prSet presAssocID="{20F0E24F-15C1-4F66-B69C-AEEE253957C4}" presName="Accent" presStyleLbl="parChTrans1D1" presStyleIdx="3" presStyleCnt="4"/>
      <dgm:spPr/>
    </dgm:pt>
  </dgm:ptLst>
  <dgm:cxnLst>
    <dgm:cxn modelId="{1262BE00-44F3-4D6C-BC0D-25288C13CED3}" srcId="{E5AEA97D-406F-4995-9AAE-26679B9B55C6}" destId="{AE250B12-4D72-481C-BC02-6B7C9DB1B0C6}" srcOrd="2" destOrd="0" parTransId="{2B0EC93D-1FB0-4D5F-88FD-4BB47DD82149}" sibTransId="{952D1B5F-08AC-4A3C-8742-566512205331}"/>
    <dgm:cxn modelId="{A4739808-4B7D-41C1-A794-8F404A9748C7}" srcId="{7E58BCD1-DDE9-4CF9-A65E-0BB28B0D8281}" destId="{103DA7AC-59AB-495D-9495-69A46374EFF3}" srcOrd="0" destOrd="0" parTransId="{02C382B5-8D6C-410F-9130-5A6180A63980}" sibTransId="{3C18863C-FC34-4D4A-8E59-1E52A03637E7}"/>
    <dgm:cxn modelId="{5B89C724-C4B1-4BDD-B591-471BB64B9EB8}" type="presOf" srcId="{E5AEA97D-406F-4995-9AAE-26679B9B55C6}" destId="{6E050574-40F1-40AA-ACBC-5D7EAB927D2C}" srcOrd="0" destOrd="0" presId="urn:microsoft.com/office/officeart/2011/layout/TabList"/>
    <dgm:cxn modelId="{0BF8C22E-0EE9-4DCB-A1C5-FA0EFB46AA7E}" srcId="{AE250B12-4D72-481C-BC02-6B7C9DB1B0C6}" destId="{10DE867E-7597-4DDB-8480-051DCAE00D44}" srcOrd="0" destOrd="0" parTransId="{441E5347-7CBF-4193-8D81-15CBAA566677}" sibTransId="{C4BF4DD5-D98B-4D4E-B58B-1AED3FBB013B}"/>
    <dgm:cxn modelId="{B8FED565-1DA6-459D-8B72-70EAA2FBE7BF}" type="presOf" srcId="{20EA46BF-46AF-4C7E-B7D6-A0E4CC39AF5F}" destId="{09B66EAF-7E04-4F89-83A6-1269CD1DF258}" srcOrd="0" destOrd="0" presId="urn:microsoft.com/office/officeart/2011/layout/TabList"/>
    <dgm:cxn modelId="{6A33E44C-B482-484E-AEFA-A6083A1D1ECC}" srcId="{E5AEA97D-406F-4995-9AAE-26679B9B55C6}" destId="{20F0E24F-15C1-4F66-B69C-AEEE253957C4}" srcOrd="3" destOrd="0" parTransId="{614CEBB3-51DE-4AAF-9640-C146418A695F}" sibTransId="{DFCC4115-43B6-4A18-B8E3-45679B5500F2}"/>
    <dgm:cxn modelId="{9779B888-1AA4-4010-B011-E1AA9168F53A}" type="presOf" srcId="{FAFACD13-A6FF-4794-8989-27D8AB4F68D6}" destId="{CB92658F-E820-453B-9B9F-F838B10A4AA7}" srcOrd="0" destOrd="0" presId="urn:microsoft.com/office/officeart/2011/layout/TabList"/>
    <dgm:cxn modelId="{83619293-1CD8-4735-BAEE-43D94E61F83D}" type="presOf" srcId="{20F0E24F-15C1-4F66-B69C-AEEE253957C4}" destId="{B6B141A2-3E3A-49AA-92CB-0B9DE9F7844A}" srcOrd="0" destOrd="0" presId="urn:microsoft.com/office/officeart/2011/layout/TabList"/>
    <dgm:cxn modelId="{81D61FB7-7B27-4735-A331-6219C0F2E254}" type="presOf" srcId="{10DE867E-7597-4DDB-8480-051DCAE00D44}" destId="{F9B87759-C108-48EF-961B-56BB7D03D27D}" srcOrd="0" destOrd="0" presId="urn:microsoft.com/office/officeart/2011/layout/TabList"/>
    <dgm:cxn modelId="{8F6DF3BB-D225-4284-884A-961B2A466344}" type="presOf" srcId="{7D1D3D9D-3E37-4EEC-B000-D6C7E3EE6406}" destId="{75548600-4F0A-4A16-9F71-0269A9B2ACC7}" srcOrd="0" destOrd="0" presId="urn:microsoft.com/office/officeart/2011/layout/TabList"/>
    <dgm:cxn modelId="{790E54C7-F794-4BE7-B340-7B4F160D80EC}" type="presOf" srcId="{AE250B12-4D72-481C-BC02-6B7C9DB1B0C6}" destId="{63247579-9436-483B-AC4E-7D3777B842E4}" srcOrd="0" destOrd="0" presId="urn:microsoft.com/office/officeart/2011/layout/TabList"/>
    <dgm:cxn modelId="{21875DCA-B545-4F82-A2A3-0E8B338F9C95}" type="presOf" srcId="{103DA7AC-59AB-495D-9495-69A46374EFF3}" destId="{5504FDB7-F5E8-4731-AF67-644C3CA8020B}" srcOrd="0" destOrd="0" presId="urn:microsoft.com/office/officeart/2011/layout/TabList"/>
    <dgm:cxn modelId="{052473CC-5C9A-4477-8AEA-C7E45D9DDEC0}" srcId="{7D1D3D9D-3E37-4EEC-B000-D6C7E3EE6406}" destId="{FAFACD13-A6FF-4794-8989-27D8AB4F68D6}" srcOrd="0" destOrd="0" parTransId="{13A6BF70-B47D-449C-96BC-4D6B5738818D}" sibTransId="{5BC56FFE-63C0-4FEE-83D6-84625C730A5A}"/>
    <dgm:cxn modelId="{8F0E08DB-AB1B-4E44-A7C2-EC94E20AA331}" srcId="{20F0E24F-15C1-4F66-B69C-AEEE253957C4}" destId="{20EA46BF-46AF-4C7E-B7D6-A0E4CC39AF5F}" srcOrd="0" destOrd="0" parTransId="{ED318AEC-176C-4DA5-AC17-1F2224F4BD56}" sibTransId="{525192EB-E9DF-4EFF-99DE-D83D5809C4B3}"/>
    <dgm:cxn modelId="{4467D6F0-67F7-4CBB-BB8D-8298EB237D2E}" srcId="{E5AEA97D-406F-4995-9AAE-26679B9B55C6}" destId="{7E58BCD1-DDE9-4CF9-A65E-0BB28B0D8281}" srcOrd="1" destOrd="0" parTransId="{4020595B-95D8-44F7-AE30-1D9C8B1B497C}" sibTransId="{F93E0189-3456-4145-B8EE-71BCA97E8B4E}"/>
    <dgm:cxn modelId="{196A91F6-D11F-4C6E-832C-AA5470BDE75F}" type="presOf" srcId="{7E58BCD1-DDE9-4CF9-A65E-0BB28B0D8281}" destId="{00911F15-4D8E-4EB0-B1E5-544A5FD9D3A0}" srcOrd="0" destOrd="0" presId="urn:microsoft.com/office/officeart/2011/layout/TabList"/>
    <dgm:cxn modelId="{422C48FF-6ABD-427D-97A2-67195EC63C38}" srcId="{E5AEA97D-406F-4995-9AAE-26679B9B55C6}" destId="{7D1D3D9D-3E37-4EEC-B000-D6C7E3EE6406}" srcOrd="0" destOrd="0" parTransId="{3920748B-1EAE-40B0-A9F5-132F32B9CBA3}" sibTransId="{DE411276-EFE9-4496-9990-DF524B8DF53B}"/>
    <dgm:cxn modelId="{107E2469-EE66-45C9-865E-8E2D911C5F70}" type="presParOf" srcId="{6E050574-40F1-40AA-ACBC-5D7EAB927D2C}" destId="{749E6576-D8A0-4888-9B1C-34CE184BB60C}" srcOrd="0" destOrd="0" presId="urn:microsoft.com/office/officeart/2011/layout/TabList"/>
    <dgm:cxn modelId="{7869DB23-0F39-4F45-8FC7-0F500AA67E4D}" type="presParOf" srcId="{749E6576-D8A0-4888-9B1C-34CE184BB60C}" destId="{CB92658F-E820-453B-9B9F-F838B10A4AA7}" srcOrd="0" destOrd="0" presId="urn:microsoft.com/office/officeart/2011/layout/TabList"/>
    <dgm:cxn modelId="{F6F54835-FEA8-475F-A051-5144A4AA8BCD}" type="presParOf" srcId="{749E6576-D8A0-4888-9B1C-34CE184BB60C}" destId="{75548600-4F0A-4A16-9F71-0269A9B2ACC7}" srcOrd="1" destOrd="0" presId="urn:microsoft.com/office/officeart/2011/layout/TabList"/>
    <dgm:cxn modelId="{5E579696-E5AA-4D71-9AB6-176EC590C90E}" type="presParOf" srcId="{749E6576-D8A0-4888-9B1C-34CE184BB60C}" destId="{25E61334-6511-4783-A715-6E4E77684D24}" srcOrd="2" destOrd="0" presId="urn:microsoft.com/office/officeart/2011/layout/TabList"/>
    <dgm:cxn modelId="{036C1C80-4E2E-44A9-8219-15FEC63EFAA0}" type="presParOf" srcId="{6E050574-40F1-40AA-ACBC-5D7EAB927D2C}" destId="{3C78590D-BD2C-46D3-B9F4-6D8AC9A5E162}" srcOrd="1" destOrd="0" presId="urn:microsoft.com/office/officeart/2011/layout/TabList"/>
    <dgm:cxn modelId="{E9A3CAC9-59F2-48C1-99C1-FB33E411AADF}" type="presParOf" srcId="{6E050574-40F1-40AA-ACBC-5D7EAB927D2C}" destId="{76C76247-AE8E-4A5A-8B04-D39636E14CD3}" srcOrd="2" destOrd="0" presId="urn:microsoft.com/office/officeart/2011/layout/TabList"/>
    <dgm:cxn modelId="{BAA1B5C3-AC80-42DE-B36B-D98DDB7A1DD8}" type="presParOf" srcId="{76C76247-AE8E-4A5A-8B04-D39636E14CD3}" destId="{5504FDB7-F5E8-4731-AF67-644C3CA8020B}" srcOrd="0" destOrd="0" presId="urn:microsoft.com/office/officeart/2011/layout/TabList"/>
    <dgm:cxn modelId="{695B73AB-2D98-482D-9E3F-63F1D803EB09}" type="presParOf" srcId="{76C76247-AE8E-4A5A-8B04-D39636E14CD3}" destId="{00911F15-4D8E-4EB0-B1E5-544A5FD9D3A0}" srcOrd="1" destOrd="0" presId="urn:microsoft.com/office/officeart/2011/layout/TabList"/>
    <dgm:cxn modelId="{EC3AFC85-A3F2-45CD-96E9-2832B4ADB0FD}" type="presParOf" srcId="{76C76247-AE8E-4A5A-8B04-D39636E14CD3}" destId="{AC59A2A8-AD5C-452A-A326-EA46D713EBA3}" srcOrd="2" destOrd="0" presId="urn:microsoft.com/office/officeart/2011/layout/TabList"/>
    <dgm:cxn modelId="{9FC79D94-F7A2-4E88-B646-47B31CBA00B0}" type="presParOf" srcId="{6E050574-40F1-40AA-ACBC-5D7EAB927D2C}" destId="{E68412BC-115D-46BF-81E0-33992D2BD0A8}" srcOrd="3" destOrd="0" presId="urn:microsoft.com/office/officeart/2011/layout/TabList"/>
    <dgm:cxn modelId="{F6509E16-0821-4E43-9629-E6CCC360B27A}" type="presParOf" srcId="{6E050574-40F1-40AA-ACBC-5D7EAB927D2C}" destId="{71658AAC-5F05-4E06-A562-20B5904AC0E4}" srcOrd="4" destOrd="0" presId="urn:microsoft.com/office/officeart/2011/layout/TabList"/>
    <dgm:cxn modelId="{D3546710-66DA-4987-A98B-7320C618B913}" type="presParOf" srcId="{71658AAC-5F05-4E06-A562-20B5904AC0E4}" destId="{F9B87759-C108-48EF-961B-56BB7D03D27D}" srcOrd="0" destOrd="0" presId="urn:microsoft.com/office/officeart/2011/layout/TabList"/>
    <dgm:cxn modelId="{D2145D8B-5413-461C-9F85-AD7BCA24ECDA}" type="presParOf" srcId="{71658AAC-5F05-4E06-A562-20B5904AC0E4}" destId="{63247579-9436-483B-AC4E-7D3777B842E4}" srcOrd="1" destOrd="0" presId="urn:microsoft.com/office/officeart/2011/layout/TabList"/>
    <dgm:cxn modelId="{2DB0BD37-7003-46D1-826D-09B0C56E0C79}" type="presParOf" srcId="{71658AAC-5F05-4E06-A562-20B5904AC0E4}" destId="{1B1A034C-E45E-410D-8216-AE2BC736A101}" srcOrd="2" destOrd="0" presId="urn:microsoft.com/office/officeart/2011/layout/TabList"/>
    <dgm:cxn modelId="{BEF5F6A4-C459-43BD-AE3A-0D0B4D7C674D}" type="presParOf" srcId="{6E050574-40F1-40AA-ACBC-5D7EAB927D2C}" destId="{45D672A6-9B01-4F30-8F61-9BD3A917A734}" srcOrd="5" destOrd="0" presId="urn:microsoft.com/office/officeart/2011/layout/TabList"/>
    <dgm:cxn modelId="{28B0ECB3-847B-4A2D-9C36-4AB72A398E98}" type="presParOf" srcId="{6E050574-40F1-40AA-ACBC-5D7EAB927D2C}" destId="{15CB5DDF-E870-48C6-814C-3A82E3F3E589}" srcOrd="6" destOrd="0" presId="urn:microsoft.com/office/officeart/2011/layout/TabList"/>
    <dgm:cxn modelId="{9BA594A0-E6BA-4379-8F19-848BA800285D}" type="presParOf" srcId="{15CB5DDF-E870-48C6-814C-3A82E3F3E589}" destId="{09B66EAF-7E04-4F89-83A6-1269CD1DF258}" srcOrd="0" destOrd="0" presId="urn:microsoft.com/office/officeart/2011/layout/TabList"/>
    <dgm:cxn modelId="{B7A76EFA-5508-4DB3-9A3C-7C4C917EF359}" type="presParOf" srcId="{15CB5DDF-E870-48C6-814C-3A82E3F3E589}" destId="{B6B141A2-3E3A-49AA-92CB-0B9DE9F7844A}" srcOrd="1" destOrd="0" presId="urn:microsoft.com/office/officeart/2011/layout/TabList"/>
    <dgm:cxn modelId="{C62F8B38-1A99-48A2-92EA-0253D3BAE82C}" type="presParOf" srcId="{15CB5DDF-E870-48C6-814C-3A82E3F3E589}" destId="{B1F1D4EE-0A02-4949-92D8-622DE21443B9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AE3077-95F8-4382-BF2E-34F640BB5E28}" type="doc">
      <dgm:prSet loTypeId="urn:microsoft.com/office/officeart/2005/8/layout/radial1" loCatId="cycle" qsTypeId="urn:microsoft.com/office/officeart/2005/8/quickstyle/3d1" qsCatId="3D" csTypeId="urn:microsoft.com/office/officeart/2005/8/colors/accent3_2" csCatId="accent3" phldr="1"/>
      <dgm:spPr/>
      <dgm:t>
        <a:bodyPr/>
        <a:lstStyle/>
        <a:p>
          <a:endParaRPr lang="en-GB"/>
        </a:p>
      </dgm:t>
    </dgm:pt>
    <dgm:pt modelId="{95EBB09A-3AC2-4306-A56B-8261A14848ED}">
      <dgm:prSet phldrT="[Text]" custT="1"/>
      <dgm:spPr/>
      <dgm:t>
        <a:bodyPr/>
        <a:lstStyle/>
        <a:p>
          <a:r>
            <a:rPr lang="en-GB" sz="2000" b="1" dirty="0"/>
            <a:t>Elderly</a:t>
          </a:r>
        </a:p>
      </dgm:t>
    </dgm:pt>
    <dgm:pt modelId="{49C492BC-92A9-4213-801E-63F6F0D39D9A}" type="parTrans" cxnId="{E906A8BC-5825-43EC-B534-2EF11AF2BB1D}">
      <dgm:prSet/>
      <dgm:spPr/>
      <dgm:t>
        <a:bodyPr/>
        <a:lstStyle/>
        <a:p>
          <a:endParaRPr lang="en-GB"/>
        </a:p>
      </dgm:t>
    </dgm:pt>
    <dgm:pt modelId="{9D9ED453-959A-4C6F-9AF5-D9DD8285B0E3}" type="sibTrans" cxnId="{E906A8BC-5825-43EC-B534-2EF11AF2BB1D}">
      <dgm:prSet/>
      <dgm:spPr/>
      <dgm:t>
        <a:bodyPr/>
        <a:lstStyle/>
        <a:p>
          <a:endParaRPr lang="en-GB"/>
        </a:p>
      </dgm:t>
    </dgm:pt>
    <dgm:pt modelId="{CBEB6186-A974-468D-898B-4E31E0C3698B}">
      <dgm:prSet phldrT="[Text]" custT="1"/>
      <dgm:spPr>
        <a:solidFill>
          <a:schemeClr val="bg2"/>
        </a:solidFill>
      </dgm:spPr>
      <dgm:t>
        <a:bodyPr/>
        <a:lstStyle/>
        <a:p>
          <a:r>
            <a:rPr lang="en-GB" sz="1600" b="1" dirty="0">
              <a:solidFill>
                <a:schemeClr val="accent3"/>
              </a:solidFill>
            </a:rPr>
            <a:t>Aged</a:t>
          </a:r>
        </a:p>
      </dgm:t>
    </dgm:pt>
    <dgm:pt modelId="{CB0BC2A0-FD3D-4A67-AD26-6C414E8D4D60}" type="parTrans" cxnId="{27436180-10B2-494C-B52B-D1A38265F626}">
      <dgm:prSet/>
      <dgm:spPr/>
      <dgm:t>
        <a:bodyPr/>
        <a:lstStyle/>
        <a:p>
          <a:endParaRPr lang="en-GB" dirty="0"/>
        </a:p>
      </dgm:t>
    </dgm:pt>
    <dgm:pt modelId="{9E10F473-5428-41A1-8803-95E85DF0AA6A}" type="sibTrans" cxnId="{27436180-10B2-494C-B52B-D1A38265F626}">
      <dgm:prSet/>
      <dgm:spPr/>
      <dgm:t>
        <a:bodyPr/>
        <a:lstStyle/>
        <a:p>
          <a:endParaRPr lang="en-GB"/>
        </a:p>
      </dgm:t>
    </dgm:pt>
    <dgm:pt modelId="{1F92D663-838D-49FB-9C1F-561CFA7773AC}">
      <dgm:prSet phldrT="[Text]" custT="1"/>
      <dgm:spPr>
        <a:solidFill>
          <a:schemeClr val="bg2"/>
        </a:solidFill>
      </dgm:spPr>
      <dgm:t>
        <a:bodyPr/>
        <a:lstStyle/>
        <a:p>
          <a:r>
            <a:rPr lang="en-GB" sz="1600" b="1" dirty="0">
              <a:solidFill>
                <a:schemeClr val="accent3"/>
              </a:solidFill>
            </a:rPr>
            <a:t>Pensioner</a:t>
          </a:r>
        </a:p>
      </dgm:t>
    </dgm:pt>
    <dgm:pt modelId="{8597C791-E8D9-4A67-A972-730B2FCAACA2}" type="parTrans" cxnId="{8D5C5767-22E2-4C48-B151-49B00535E204}">
      <dgm:prSet/>
      <dgm:spPr/>
      <dgm:t>
        <a:bodyPr/>
        <a:lstStyle/>
        <a:p>
          <a:endParaRPr lang="en-GB" dirty="0"/>
        </a:p>
      </dgm:t>
    </dgm:pt>
    <dgm:pt modelId="{21EC65E6-BAAF-4810-AE4C-A9F18394D5E3}" type="sibTrans" cxnId="{8D5C5767-22E2-4C48-B151-49B00535E204}">
      <dgm:prSet/>
      <dgm:spPr/>
      <dgm:t>
        <a:bodyPr/>
        <a:lstStyle/>
        <a:p>
          <a:endParaRPr lang="en-GB"/>
        </a:p>
      </dgm:t>
    </dgm:pt>
    <dgm:pt modelId="{E07D9641-1FB7-41D1-B3A1-54F8AC5324CD}">
      <dgm:prSet phldrT="[Text]" custT="1"/>
      <dgm:spPr>
        <a:solidFill>
          <a:schemeClr val="bg2"/>
        </a:solidFill>
      </dgm:spPr>
      <dgm:t>
        <a:bodyPr/>
        <a:lstStyle/>
        <a:p>
          <a:r>
            <a:rPr lang="en-GB" sz="1600" b="1" dirty="0">
              <a:solidFill>
                <a:schemeClr val="accent3"/>
              </a:solidFill>
            </a:rPr>
            <a:t>Senior citizen</a:t>
          </a:r>
        </a:p>
      </dgm:t>
    </dgm:pt>
    <dgm:pt modelId="{39D14D82-6770-4C8F-AC0A-6AEF8711BFB2}" type="parTrans" cxnId="{9870F4C3-7C99-40EA-8A5F-E3D0D40B1571}">
      <dgm:prSet/>
      <dgm:spPr/>
      <dgm:t>
        <a:bodyPr/>
        <a:lstStyle/>
        <a:p>
          <a:endParaRPr lang="en-GB" dirty="0"/>
        </a:p>
      </dgm:t>
    </dgm:pt>
    <dgm:pt modelId="{B102CA47-97AD-485D-BA43-7F17AFAEDC5E}" type="sibTrans" cxnId="{9870F4C3-7C99-40EA-8A5F-E3D0D40B1571}">
      <dgm:prSet/>
      <dgm:spPr/>
      <dgm:t>
        <a:bodyPr/>
        <a:lstStyle/>
        <a:p>
          <a:endParaRPr lang="en-GB"/>
        </a:p>
      </dgm:t>
    </dgm:pt>
    <dgm:pt modelId="{D310D6CE-1AF1-4613-B6C5-50B50C8604B1}" type="pres">
      <dgm:prSet presAssocID="{DAAE3077-95F8-4382-BF2E-34F640BB5E2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E4675AD-A6C6-40CC-AEE0-B52A8A593016}" type="pres">
      <dgm:prSet presAssocID="{95EBB09A-3AC2-4306-A56B-8261A14848ED}" presName="centerShape" presStyleLbl="node0" presStyleIdx="0" presStyleCnt="1" custScaleX="123514" custScaleY="87751" custLinFactNeighborX="-44450" custLinFactNeighborY="-10051"/>
      <dgm:spPr/>
    </dgm:pt>
    <dgm:pt modelId="{EF1D68D7-B935-4210-BDF4-4FEE64A26828}" type="pres">
      <dgm:prSet presAssocID="{CB0BC2A0-FD3D-4A67-AD26-6C414E8D4D60}" presName="Name9" presStyleLbl="parChTrans1D2" presStyleIdx="0" presStyleCnt="3"/>
      <dgm:spPr/>
    </dgm:pt>
    <dgm:pt modelId="{7DC7E6A2-F99B-4253-95E3-BD1387CC0C49}" type="pres">
      <dgm:prSet presAssocID="{CB0BC2A0-FD3D-4A67-AD26-6C414E8D4D60}" presName="connTx" presStyleLbl="parChTrans1D2" presStyleIdx="0" presStyleCnt="3"/>
      <dgm:spPr/>
    </dgm:pt>
    <dgm:pt modelId="{EED8E862-65DD-488B-9DED-46C31EB2FD5C}" type="pres">
      <dgm:prSet presAssocID="{CBEB6186-A974-468D-898B-4E31E0C3698B}" presName="node" presStyleLbl="node1" presStyleIdx="0" presStyleCnt="3" custScaleX="86104" custScaleY="75595" custRadScaleRad="114397" custRadScaleInc="-34869">
        <dgm:presLayoutVars>
          <dgm:bulletEnabled val="1"/>
        </dgm:presLayoutVars>
      </dgm:prSet>
      <dgm:spPr/>
    </dgm:pt>
    <dgm:pt modelId="{6A1BAFBB-3F10-461B-8B35-A9DD6A847C6E}" type="pres">
      <dgm:prSet presAssocID="{8597C791-E8D9-4A67-A972-730B2FCAACA2}" presName="Name9" presStyleLbl="parChTrans1D2" presStyleIdx="1" presStyleCnt="3"/>
      <dgm:spPr/>
    </dgm:pt>
    <dgm:pt modelId="{CCBBE71F-D4FF-4716-B746-0E5299614B54}" type="pres">
      <dgm:prSet presAssocID="{8597C791-E8D9-4A67-A972-730B2FCAACA2}" presName="connTx" presStyleLbl="parChTrans1D2" presStyleIdx="1" presStyleCnt="3"/>
      <dgm:spPr/>
    </dgm:pt>
    <dgm:pt modelId="{F8293F4D-FC98-431A-8E07-D8A489066EB8}" type="pres">
      <dgm:prSet presAssocID="{1F92D663-838D-49FB-9C1F-561CFA7773AC}" presName="node" presStyleLbl="node1" presStyleIdx="1" presStyleCnt="3" custScaleX="116880" custScaleY="124766" custRadScaleRad="60695" custRadScaleInc="-103471">
        <dgm:presLayoutVars>
          <dgm:bulletEnabled val="1"/>
        </dgm:presLayoutVars>
      </dgm:prSet>
      <dgm:spPr/>
    </dgm:pt>
    <dgm:pt modelId="{15497287-28E2-482D-A93F-2E90987C7813}" type="pres">
      <dgm:prSet presAssocID="{39D14D82-6770-4C8F-AC0A-6AEF8711BFB2}" presName="Name9" presStyleLbl="parChTrans1D2" presStyleIdx="2" presStyleCnt="3"/>
      <dgm:spPr/>
    </dgm:pt>
    <dgm:pt modelId="{2D1124D5-4B6A-4F61-A51E-7DD017FA2F8A}" type="pres">
      <dgm:prSet presAssocID="{39D14D82-6770-4C8F-AC0A-6AEF8711BFB2}" presName="connTx" presStyleLbl="parChTrans1D2" presStyleIdx="2" presStyleCnt="3"/>
      <dgm:spPr/>
    </dgm:pt>
    <dgm:pt modelId="{D47C99C7-B66F-4C9C-95F4-A22B5FB4567E}" type="pres">
      <dgm:prSet presAssocID="{E07D9641-1FB7-41D1-B3A1-54F8AC5324CD}" presName="node" presStyleLbl="node1" presStyleIdx="2" presStyleCnt="3" custScaleX="98910" custScaleY="99604" custRadScaleRad="76016" custRadScaleInc="-82525">
        <dgm:presLayoutVars>
          <dgm:bulletEnabled val="1"/>
        </dgm:presLayoutVars>
      </dgm:prSet>
      <dgm:spPr/>
    </dgm:pt>
  </dgm:ptLst>
  <dgm:cxnLst>
    <dgm:cxn modelId="{24F57307-1390-440A-86A1-2778A405F806}" type="presOf" srcId="{DAAE3077-95F8-4382-BF2E-34F640BB5E28}" destId="{D310D6CE-1AF1-4613-B6C5-50B50C8604B1}" srcOrd="0" destOrd="0" presId="urn:microsoft.com/office/officeart/2005/8/layout/radial1"/>
    <dgm:cxn modelId="{0B53EC37-2BDA-412A-93A5-BA25771617E1}" type="presOf" srcId="{39D14D82-6770-4C8F-AC0A-6AEF8711BFB2}" destId="{2D1124D5-4B6A-4F61-A51E-7DD017FA2F8A}" srcOrd="1" destOrd="0" presId="urn:microsoft.com/office/officeart/2005/8/layout/radial1"/>
    <dgm:cxn modelId="{8D5C5767-22E2-4C48-B151-49B00535E204}" srcId="{95EBB09A-3AC2-4306-A56B-8261A14848ED}" destId="{1F92D663-838D-49FB-9C1F-561CFA7773AC}" srcOrd="1" destOrd="0" parTransId="{8597C791-E8D9-4A67-A972-730B2FCAACA2}" sibTransId="{21EC65E6-BAAF-4810-AE4C-A9F18394D5E3}"/>
    <dgm:cxn modelId="{18C32048-23CC-4CD4-BE70-D8C3313B1D10}" type="presOf" srcId="{8597C791-E8D9-4A67-A972-730B2FCAACA2}" destId="{6A1BAFBB-3F10-461B-8B35-A9DD6A847C6E}" srcOrd="0" destOrd="0" presId="urn:microsoft.com/office/officeart/2005/8/layout/radial1"/>
    <dgm:cxn modelId="{70D9294C-289A-428F-9C63-E7176FCC9F7D}" type="presOf" srcId="{CB0BC2A0-FD3D-4A67-AD26-6C414E8D4D60}" destId="{EF1D68D7-B935-4210-BDF4-4FEE64A26828}" srcOrd="0" destOrd="0" presId="urn:microsoft.com/office/officeart/2005/8/layout/radial1"/>
    <dgm:cxn modelId="{B243EB6D-BBC0-42AD-8423-6CEFCE95F2DA}" type="presOf" srcId="{CBEB6186-A974-468D-898B-4E31E0C3698B}" destId="{EED8E862-65DD-488B-9DED-46C31EB2FD5C}" srcOrd="0" destOrd="0" presId="urn:microsoft.com/office/officeart/2005/8/layout/radial1"/>
    <dgm:cxn modelId="{73306975-CFBC-4CF6-8F0F-B539289DBB8B}" type="presOf" srcId="{95EBB09A-3AC2-4306-A56B-8261A14848ED}" destId="{FE4675AD-A6C6-40CC-AEE0-B52A8A593016}" srcOrd="0" destOrd="0" presId="urn:microsoft.com/office/officeart/2005/8/layout/radial1"/>
    <dgm:cxn modelId="{27436180-10B2-494C-B52B-D1A38265F626}" srcId="{95EBB09A-3AC2-4306-A56B-8261A14848ED}" destId="{CBEB6186-A974-468D-898B-4E31E0C3698B}" srcOrd="0" destOrd="0" parTransId="{CB0BC2A0-FD3D-4A67-AD26-6C414E8D4D60}" sibTransId="{9E10F473-5428-41A1-8803-95E85DF0AA6A}"/>
    <dgm:cxn modelId="{C2EFD785-2C5C-47E8-AE0E-6E119860F6B9}" type="presOf" srcId="{8597C791-E8D9-4A67-A972-730B2FCAACA2}" destId="{CCBBE71F-D4FF-4716-B746-0E5299614B54}" srcOrd="1" destOrd="0" presId="urn:microsoft.com/office/officeart/2005/8/layout/radial1"/>
    <dgm:cxn modelId="{D0B753A4-5D8C-4574-97C3-BD7CAFCAB422}" type="presOf" srcId="{39D14D82-6770-4C8F-AC0A-6AEF8711BFB2}" destId="{15497287-28E2-482D-A93F-2E90987C7813}" srcOrd="0" destOrd="0" presId="urn:microsoft.com/office/officeart/2005/8/layout/radial1"/>
    <dgm:cxn modelId="{AF1274AF-7202-41C5-A11F-F0F7605C9188}" type="presOf" srcId="{CB0BC2A0-FD3D-4A67-AD26-6C414E8D4D60}" destId="{7DC7E6A2-F99B-4253-95E3-BD1387CC0C49}" srcOrd="1" destOrd="0" presId="urn:microsoft.com/office/officeart/2005/8/layout/radial1"/>
    <dgm:cxn modelId="{E906A8BC-5825-43EC-B534-2EF11AF2BB1D}" srcId="{DAAE3077-95F8-4382-BF2E-34F640BB5E28}" destId="{95EBB09A-3AC2-4306-A56B-8261A14848ED}" srcOrd="0" destOrd="0" parTransId="{49C492BC-92A9-4213-801E-63F6F0D39D9A}" sibTransId="{9D9ED453-959A-4C6F-9AF5-D9DD8285B0E3}"/>
    <dgm:cxn modelId="{BC3262C1-9038-494C-ADBF-9209C661A08A}" type="presOf" srcId="{1F92D663-838D-49FB-9C1F-561CFA7773AC}" destId="{F8293F4D-FC98-431A-8E07-D8A489066EB8}" srcOrd="0" destOrd="0" presId="urn:microsoft.com/office/officeart/2005/8/layout/radial1"/>
    <dgm:cxn modelId="{9870F4C3-7C99-40EA-8A5F-E3D0D40B1571}" srcId="{95EBB09A-3AC2-4306-A56B-8261A14848ED}" destId="{E07D9641-1FB7-41D1-B3A1-54F8AC5324CD}" srcOrd="2" destOrd="0" parTransId="{39D14D82-6770-4C8F-AC0A-6AEF8711BFB2}" sibTransId="{B102CA47-97AD-485D-BA43-7F17AFAEDC5E}"/>
    <dgm:cxn modelId="{26C59DFA-98C9-4CE2-BE80-DD3D9F3B8F53}" type="presOf" srcId="{E07D9641-1FB7-41D1-B3A1-54F8AC5324CD}" destId="{D47C99C7-B66F-4C9C-95F4-A22B5FB4567E}" srcOrd="0" destOrd="0" presId="urn:microsoft.com/office/officeart/2005/8/layout/radial1"/>
    <dgm:cxn modelId="{38CA3BA8-C790-4E29-A711-8FBFA6A2A697}" type="presParOf" srcId="{D310D6CE-1AF1-4613-B6C5-50B50C8604B1}" destId="{FE4675AD-A6C6-40CC-AEE0-B52A8A593016}" srcOrd="0" destOrd="0" presId="urn:microsoft.com/office/officeart/2005/8/layout/radial1"/>
    <dgm:cxn modelId="{EB2A6157-45A4-41F1-BEDB-72DAE96C15DA}" type="presParOf" srcId="{D310D6CE-1AF1-4613-B6C5-50B50C8604B1}" destId="{EF1D68D7-B935-4210-BDF4-4FEE64A26828}" srcOrd="1" destOrd="0" presId="urn:microsoft.com/office/officeart/2005/8/layout/radial1"/>
    <dgm:cxn modelId="{F8F87E21-62B2-4D03-80F2-C3F17A1C5484}" type="presParOf" srcId="{EF1D68D7-B935-4210-BDF4-4FEE64A26828}" destId="{7DC7E6A2-F99B-4253-95E3-BD1387CC0C49}" srcOrd="0" destOrd="0" presId="urn:microsoft.com/office/officeart/2005/8/layout/radial1"/>
    <dgm:cxn modelId="{9F98BE19-1572-4FC1-BDB1-2F73F2C7BBAD}" type="presParOf" srcId="{D310D6CE-1AF1-4613-B6C5-50B50C8604B1}" destId="{EED8E862-65DD-488B-9DED-46C31EB2FD5C}" srcOrd="2" destOrd="0" presId="urn:microsoft.com/office/officeart/2005/8/layout/radial1"/>
    <dgm:cxn modelId="{4085657F-A690-456B-9EEE-637D7DBD7819}" type="presParOf" srcId="{D310D6CE-1AF1-4613-B6C5-50B50C8604B1}" destId="{6A1BAFBB-3F10-461B-8B35-A9DD6A847C6E}" srcOrd="3" destOrd="0" presId="urn:microsoft.com/office/officeart/2005/8/layout/radial1"/>
    <dgm:cxn modelId="{C4A6A597-C851-4270-9A19-98F7FAF1989E}" type="presParOf" srcId="{6A1BAFBB-3F10-461B-8B35-A9DD6A847C6E}" destId="{CCBBE71F-D4FF-4716-B746-0E5299614B54}" srcOrd="0" destOrd="0" presId="urn:microsoft.com/office/officeart/2005/8/layout/radial1"/>
    <dgm:cxn modelId="{279B19BD-BD08-41FA-A478-18FFB965E408}" type="presParOf" srcId="{D310D6CE-1AF1-4613-B6C5-50B50C8604B1}" destId="{F8293F4D-FC98-431A-8E07-D8A489066EB8}" srcOrd="4" destOrd="0" presId="urn:microsoft.com/office/officeart/2005/8/layout/radial1"/>
    <dgm:cxn modelId="{540ECDB1-9968-4051-90B4-D205E008DCA0}" type="presParOf" srcId="{D310D6CE-1AF1-4613-B6C5-50B50C8604B1}" destId="{15497287-28E2-482D-A93F-2E90987C7813}" srcOrd="5" destOrd="0" presId="urn:microsoft.com/office/officeart/2005/8/layout/radial1"/>
    <dgm:cxn modelId="{733FF554-ADD6-48E7-B25B-946A95A0A543}" type="presParOf" srcId="{15497287-28E2-482D-A93F-2E90987C7813}" destId="{2D1124D5-4B6A-4F61-A51E-7DD017FA2F8A}" srcOrd="0" destOrd="0" presId="urn:microsoft.com/office/officeart/2005/8/layout/radial1"/>
    <dgm:cxn modelId="{A821C4C4-9027-4CBC-B897-346E4E340670}" type="presParOf" srcId="{D310D6CE-1AF1-4613-B6C5-50B50C8604B1}" destId="{D47C99C7-B66F-4C9C-95F4-A22B5FB4567E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9B37BC-CEE7-4CBE-843C-1FA28F0000C5}" type="doc">
      <dgm:prSet loTypeId="urn:microsoft.com/office/officeart/2005/8/layout/pyramid1" loCatId="pyramid" qsTypeId="urn:microsoft.com/office/officeart/2005/8/quickstyle/3d1" qsCatId="3D" csTypeId="urn:microsoft.com/office/officeart/2005/8/colors/accent3_3" csCatId="accent3" phldr="1"/>
      <dgm:spPr/>
    </dgm:pt>
    <dgm:pt modelId="{93797DA6-F7E2-41A1-8731-42CDB131D347}">
      <dgm:prSet phldrT="[Text]" custT="1"/>
      <dgm:spPr/>
      <dgm:t>
        <a:bodyPr/>
        <a:lstStyle/>
        <a:p>
          <a:r>
            <a:rPr lang="en-GB" sz="1800" b="1" dirty="0"/>
            <a:t>Marketing Performance</a:t>
          </a:r>
        </a:p>
        <a:p>
          <a:r>
            <a:rPr lang="en-GB" sz="1800" b="1" dirty="0"/>
            <a:t>Management</a:t>
          </a:r>
        </a:p>
      </dgm:t>
    </dgm:pt>
    <dgm:pt modelId="{681734C5-0380-40F5-8B2F-4C9F057D610C}" type="parTrans" cxnId="{3B28C99B-ECDC-42A8-B315-5EF8E7F8CD4D}">
      <dgm:prSet/>
      <dgm:spPr/>
      <dgm:t>
        <a:bodyPr/>
        <a:lstStyle/>
        <a:p>
          <a:endParaRPr lang="en-GB"/>
        </a:p>
      </dgm:t>
    </dgm:pt>
    <dgm:pt modelId="{8FC5A525-738C-4760-B6A1-46B359B3787E}" type="sibTrans" cxnId="{3B28C99B-ECDC-42A8-B315-5EF8E7F8CD4D}">
      <dgm:prSet/>
      <dgm:spPr/>
      <dgm:t>
        <a:bodyPr/>
        <a:lstStyle/>
        <a:p>
          <a:endParaRPr lang="en-GB"/>
        </a:p>
      </dgm:t>
    </dgm:pt>
    <dgm:pt modelId="{98AE2D50-7CCE-43D4-B731-8F85B06E323B}">
      <dgm:prSet phldrT="[Text]" custT="1"/>
      <dgm:spPr/>
      <dgm:t>
        <a:bodyPr/>
        <a:lstStyle/>
        <a:p>
          <a:r>
            <a:rPr lang="en-GB" sz="1800" b="1" dirty="0"/>
            <a:t>Marketing Performance</a:t>
          </a:r>
        </a:p>
      </dgm:t>
    </dgm:pt>
    <dgm:pt modelId="{173FD169-0302-4456-8976-9389C417CB8B}" type="parTrans" cxnId="{C0E6B0B5-475D-4C91-BB2C-A7A56C432E9C}">
      <dgm:prSet/>
      <dgm:spPr/>
      <dgm:t>
        <a:bodyPr/>
        <a:lstStyle/>
        <a:p>
          <a:endParaRPr lang="en-GB"/>
        </a:p>
      </dgm:t>
    </dgm:pt>
    <dgm:pt modelId="{4998598E-8D39-4160-A920-6649A3843AAA}" type="sibTrans" cxnId="{C0E6B0B5-475D-4C91-BB2C-A7A56C432E9C}">
      <dgm:prSet/>
      <dgm:spPr/>
      <dgm:t>
        <a:bodyPr/>
        <a:lstStyle/>
        <a:p>
          <a:endParaRPr lang="en-GB"/>
        </a:p>
      </dgm:t>
    </dgm:pt>
    <dgm:pt modelId="{85668911-99F3-4AB5-9319-BFD04278E130}">
      <dgm:prSet phldrT="[Text]" custT="1"/>
      <dgm:spPr/>
      <dgm:t>
        <a:bodyPr/>
        <a:lstStyle/>
        <a:p>
          <a:r>
            <a:rPr lang="en-GB" sz="1800" b="1" dirty="0"/>
            <a:t>Marketing</a:t>
          </a:r>
        </a:p>
      </dgm:t>
    </dgm:pt>
    <dgm:pt modelId="{7D784C56-EEE6-488D-AD20-5E273D6279AC}" type="parTrans" cxnId="{4E5ABC97-D3D4-4AB1-88CB-4BB8D4FE5254}">
      <dgm:prSet/>
      <dgm:spPr/>
      <dgm:t>
        <a:bodyPr/>
        <a:lstStyle/>
        <a:p>
          <a:endParaRPr lang="en-GB"/>
        </a:p>
      </dgm:t>
    </dgm:pt>
    <dgm:pt modelId="{45734973-457F-4545-AB68-68693DD2DEC7}" type="sibTrans" cxnId="{4E5ABC97-D3D4-4AB1-88CB-4BB8D4FE5254}">
      <dgm:prSet/>
      <dgm:spPr/>
      <dgm:t>
        <a:bodyPr/>
        <a:lstStyle/>
        <a:p>
          <a:endParaRPr lang="en-GB"/>
        </a:p>
      </dgm:t>
    </dgm:pt>
    <dgm:pt modelId="{7A859BC3-6848-40FA-AA6C-E9A88A840D29}" type="pres">
      <dgm:prSet presAssocID="{349B37BC-CEE7-4CBE-843C-1FA28F0000C5}" presName="Name0" presStyleCnt="0">
        <dgm:presLayoutVars>
          <dgm:dir/>
          <dgm:animLvl val="lvl"/>
          <dgm:resizeHandles val="exact"/>
        </dgm:presLayoutVars>
      </dgm:prSet>
      <dgm:spPr/>
    </dgm:pt>
    <dgm:pt modelId="{62628763-352A-4AD7-B867-E3632EB85588}" type="pres">
      <dgm:prSet presAssocID="{93797DA6-F7E2-41A1-8731-42CDB131D347}" presName="Name8" presStyleCnt="0"/>
      <dgm:spPr/>
    </dgm:pt>
    <dgm:pt modelId="{E34F7CE6-D7BB-42A8-B943-C0230B90CEFF}" type="pres">
      <dgm:prSet presAssocID="{93797DA6-F7E2-41A1-8731-42CDB131D347}" presName="level" presStyleLbl="node1" presStyleIdx="0" presStyleCnt="3" custScaleX="149863">
        <dgm:presLayoutVars>
          <dgm:chMax val="1"/>
          <dgm:bulletEnabled val="1"/>
        </dgm:presLayoutVars>
      </dgm:prSet>
      <dgm:spPr/>
    </dgm:pt>
    <dgm:pt modelId="{6D4FACBE-C8C8-403C-971D-2A58255A404A}" type="pres">
      <dgm:prSet presAssocID="{93797DA6-F7E2-41A1-8731-42CDB131D34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CFA5DBD-2040-4B78-97AC-BCDF2BC39DC8}" type="pres">
      <dgm:prSet presAssocID="{98AE2D50-7CCE-43D4-B731-8F85B06E323B}" presName="Name8" presStyleCnt="0"/>
      <dgm:spPr/>
    </dgm:pt>
    <dgm:pt modelId="{F10B6633-C8D6-4F45-B475-BE627D6F5FE6}" type="pres">
      <dgm:prSet presAssocID="{98AE2D50-7CCE-43D4-B731-8F85B06E323B}" presName="level" presStyleLbl="node1" presStyleIdx="1" presStyleCnt="3">
        <dgm:presLayoutVars>
          <dgm:chMax val="1"/>
          <dgm:bulletEnabled val="1"/>
        </dgm:presLayoutVars>
      </dgm:prSet>
      <dgm:spPr/>
    </dgm:pt>
    <dgm:pt modelId="{7F11D455-2D73-4345-94A0-AD22516EA62A}" type="pres">
      <dgm:prSet presAssocID="{98AE2D50-7CCE-43D4-B731-8F85B06E323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8ACAB87-872F-49DF-8C66-FFCAB8CBFA5C}" type="pres">
      <dgm:prSet presAssocID="{85668911-99F3-4AB5-9319-BFD04278E130}" presName="Name8" presStyleCnt="0"/>
      <dgm:spPr/>
    </dgm:pt>
    <dgm:pt modelId="{9941C83B-31CF-49C6-9396-03EE8D28A7BB}" type="pres">
      <dgm:prSet presAssocID="{85668911-99F3-4AB5-9319-BFD04278E130}" presName="level" presStyleLbl="node1" presStyleIdx="2" presStyleCnt="3">
        <dgm:presLayoutVars>
          <dgm:chMax val="1"/>
          <dgm:bulletEnabled val="1"/>
        </dgm:presLayoutVars>
      </dgm:prSet>
      <dgm:spPr/>
    </dgm:pt>
    <dgm:pt modelId="{DD862FD3-3032-4E3D-AC33-9A1463C58258}" type="pres">
      <dgm:prSet presAssocID="{85668911-99F3-4AB5-9319-BFD04278E130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2036DB28-38EB-4744-86A7-7BFEACE3D125}" type="presOf" srcId="{349B37BC-CEE7-4CBE-843C-1FA28F0000C5}" destId="{7A859BC3-6848-40FA-AA6C-E9A88A840D29}" srcOrd="0" destOrd="0" presId="urn:microsoft.com/office/officeart/2005/8/layout/pyramid1"/>
    <dgm:cxn modelId="{9DBA0D64-DB07-4573-A65F-7C44B1B44414}" type="presOf" srcId="{98AE2D50-7CCE-43D4-B731-8F85B06E323B}" destId="{F10B6633-C8D6-4F45-B475-BE627D6F5FE6}" srcOrd="0" destOrd="0" presId="urn:microsoft.com/office/officeart/2005/8/layout/pyramid1"/>
    <dgm:cxn modelId="{01F10274-C8E0-434A-B710-D4F8133C57E2}" type="presOf" srcId="{98AE2D50-7CCE-43D4-B731-8F85B06E323B}" destId="{7F11D455-2D73-4345-94A0-AD22516EA62A}" srcOrd="1" destOrd="0" presId="urn:microsoft.com/office/officeart/2005/8/layout/pyramid1"/>
    <dgm:cxn modelId="{108BA37D-A2D2-424B-8E2D-6BB965E612E2}" type="presOf" srcId="{85668911-99F3-4AB5-9319-BFD04278E130}" destId="{9941C83B-31CF-49C6-9396-03EE8D28A7BB}" srcOrd="0" destOrd="0" presId="urn:microsoft.com/office/officeart/2005/8/layout/pyramid1"/>
    <dgm:cxn modelId="{4E5ABC97-D3D4-4AB1-88CB-4BB8D4FE5254}" srcId="{349B37BC-CEE7-4CBE-843C-1FA28F0000C5}" destId="{85668911-99F3-4AB5-9319-BFD04278E130}" srcOrd="2" destOrd="0" parTransId="{7D784C56-EEE6-488D-AD20-5E273D6279AC}" sibTransId="{45734973-457F-4545-AB68-68693DD2DEC7}"/>
    <dgm:cxn modelId="{3B28C99B-ECDC-42A8-B315-5EF8E7F8CD4D}" srcId="{349B37BC-CEE7-4CBE-843C-1FA28F0000C5}" destId="{93797DA6-F7E2-41A1-8731-42CDB131D347}" srcOrd="0" destOrd="0" parTransId="{681734C5-0380-40F5-8B2F-4C9F057D610C}" sibTransId="{8FC5A525-738C-4760-B6A1-46B359B3787E}"/>
    <dgm:cxn modelId="{07C6E5A0-0DC9-49FB-A932-AAEFEAA67672}" type="presOf" srcId="{85668911-99F3-4AB5-9319-BFD04278E130}" destId="{DD862FD3-3032-4E3D-AC33-9A1463C58258}" srcOrd="1" destOrd="0" presId="urn:microsoft.com/office/officeart/2005/8/layout/pyramid1"/>
    <dgm:cxn modelId="{C0E6B0B5-475D-4C91-BB2C-A7A56C432E9C}" srcId="{349B37BC-CEE7-4CBE-843C-1FA28F0000C5}" destId="{98AE2D50-7CCE-43D4-B731-8F85B06E323B}" srcOrd="1" destOrd="0" parTransId="{173FD169-0302-4456-8976-9389C417CB8B}" sibTransId="{4998598E-8D39-4160-A920-6649A3843AAA}"/>
    <dgm:cxn modelId="{6E70DEC0-7757-417E-95C9-F54B913935D6}" type="presOf" srcId="{93797DA6-F7E2-41A1-8731-42CDB131D347}" destId="{E34F7CE6-D7BB-42A8-B943-C0230B90CEFF}" srcOrd="0" destOrd="0" presId="urn:microsoft.com/office/officeart/2005/8/layout/pyramid1"/>
    <dgm:cxn modelId="{9EB701FE-F865-4C38-9CC6-AC616E185A46}" type="presOf" srcId="{93797DA6-F7E2-41A1-8731-42CDB131D347}" destId="{6D4FACBE-C8C8-403C-971D-2A58255A404A}" srcOrd="1" destOrd="0" presId="urn:microsoft.com/office/officeart/2005/8/layout/pyramid1"/>
    <dgm:cxn modelId="{71D5602B-FA63-4DD0-8526-083D7CB90053}" type="presParOf" srcId="{7A859BC3-6848-40FA-AA6C-E9A88A840D29}" destId="{62628763-352A-4AD7-B867-E3632EB85588}" srcOrd="0" destOrd="0" presId="urn:microsoft.com/office/officeart/2005/8/layout/pyramid1"/>
    <dgm:cxn modelId="{2CA10CAC-F2AD-4157-8540-AE419594EB82}" type="presParOf" srcId="{62628763-352A-4AD7-B867-E3632EB85588}" destId="{E34F7CE6-D7BB-42A8-B943-C0230B90CEFF}" srcOrd="0" destOrd="0" presId="urn:microsoft.com/office/officeart/2005/8/layout/pyramid1"/>
    <dgm:cxn modelId="{F7364AF0-3E28-49A4-B793-1EB7B6B2534A}" type="presParOf" srcId="{62628763-352A-4AD7-B867-E3632EB85588}" destId="{6D4FACBE-C8C8-403C-971D-2A58255A404A}" srcOrd="1" destOrd="0" presId="urn:microsoft.com/office/officeart/2005/8/layout/pyramid1"/>
    <dgm:cxn modelId="{1C9DD205-CC53-40AC-8CFB-23A50CFF31C1}" type="presParOf" srcId="{7A859BC3-6848-40FA-AA6C-E9A88A840D29}" destId="{2CFA5DBD-2040-4B78-97AC-BCDF2BC39DC8}" srcOrd="1" destOrd="0" presId="urn:microsoft.com/office/officeart/2005/8/layout/pyramid1"/>
    <dgm:cxn modelId="{90C758B2-8F2C-460F-B5ED-034ABD9A60B4}" type="presParOf" srcId="{2CFA5DBD-2040-4B78-97AC-BCDF2BC39DC8}" destId="{F10B6633-C8D6-4F45-B475-BE627D6F5FE6}" srcOrd="0" destOrd="0" presId="urn:microsoft.com/office/officeart/2005/8/layout/pyramid1"/>
    <dgm:cxn modelId="{537BD94D-29C9-4190-AB80-300A1535E610}" type="presParOf" srcId="{2CFA5DBD-2040-4B78-97AC-BCDF2BC39DC8}" destId="{7F11D455-2D73-4345-94A0-AD22516EA62A}" srcOrd="1" destOrd="0" presId="urn:microsoft.com/office/officeart/2005/8/layout/pyramid1"/>
    <dgm:cxn modelId="{AF7BA6B7-9E8B-4C1B-8E39-8EC4ED23C3AD}" type="presParOf" srcId="{7A859BC3-6848-40FA-AA6C-E9A88A840D29}" destId="{88ACAB87-872F-49DF-8C66-FFCAB8CBFA5C}" srcOrd="2" destOrd="0" presId="urn:microsoft.com/office/officeart/2005/8/layout/pyramid1"/>
    <dgm:cxn modelId="{7470985F-80C4-4736-8C82-0688CF7A52E8}" type="presParOf" srcId="{88ACAB87-872F-49DF-8C66-FFCAB8CBFA5C}" destId="{9941C83B-31CF-49C6-9396-03EE8D28A7BB}" srcOrd="0" destOrd="0" presId="urn:microsoft.com/office/officeart/2005/8/layout/pyramid1"/>
    <dgm:cxn modelId="{768C872B-01B6-4591-AB01-DE549AFEB722}" type="presParOf" srcId="{88ACAB87-872F-49DF-8C66-FFCAB8CBFA5C}" destId="{DD862FD3-3032-4E3D-AC33-9A1463C58258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F249F0-6E9A-4B9C-87FD-44F4348B256F}" type="doc">
      <dgm:prSet loTypeId="urn:microsoft.com/office/officeart/2005/8/layout/vList5" loCatId="list" qsTypeId="urn:microsoft.com/office/officeart/2005/8/quickstyle/3d1" qsCatId="3D" csTypeId="urn:microsoft.com/office/officeart/2005/8/colors/accent3_2" csCatId="accent3" phldr="1"/>
      <dgm:spPr/>
      <dgm:t>
        <a:bodyPr/>
        <a:lstStyle/>
        <a:p>
          <a:endParaRPr lang="en-GB"/>
        </a:p>
      </dgm:t>
    </dgm:pt>
    <dgm:pt modelId="{4F3B50A0-B7F2-4C95-9721-951D45F61D7C}">
      <dgm:prSet custT="1"/>
      <dgm:spPr/>
      <dgm:t>
        <a:bodyPr/>
        <a:lstStyle/>
        <a:p>
          <a:pPr rtl="0"/>
          <a:r>
            <a:rPr lang="en-GB" sz="3100" b="1" dirty="0"/>
            <a:t>Keep it simple</a:t>
          </a:r>
        </a:p>
      </dgm:t>
    </dgm:pt>
    <dgm:pt modelId="{12D39C0A-5CE1-4F93-AB99-94121E80C66E}" type="parTrans" cxnId="{CCD7F7C3-E30A-4681-8A91-E54A9B307E6E}">
      <dgm:prSet/>
      <dgm:spPr/>
      <dgm:t>
        <a:bodyPr/>
        <a:lstStyle/>
        <a:p>
          <a:endParaRPr lang="en-GB"/>
        </a:p>
      </dgm:t>
    </dgm:pt>
    <dgm:pt modelId="{AB68889D-61A7-4098-8796-0B7A5A0DFB17}" type="sibTrans" cxnId="{CCD7F7C3-E30A-4681-8A91-E54A9B307E6E}">
      <dgm:prSet/>
      <dgm:spPr/>
      <dgm:t>
        <a:bodyPr/>
        <a:lstStyle/>
        <a:p>
          <a:endParaRPr lang="en-GB"/>
        </a:p>
      </dgm:t>
    </dgm:pt>
    <dgm:pt modelId="{3A907105-0542-4BB9-A0E7-033B032E91C9}">
      <dgm:prSet custT="1"/>
      <dgm:spPr/>
      <dgm:t>
        <a:bodyPr/>
        <a:lstStyle/>
        <a:p>
          <a:pPr rtl="0"/>
          <a:r>
            <a:rPr lang="en-GB" sz="2900" b="1" dirty="0"/>
            <a:t>Make one change at a time</a:t>
          </a:r>
        </a:p>
      </dgm:t>
    </dgm:pt>
    <dgm:pt modelId="{DB0D5460-2194-4591-83E2-516BEA049651}" type="parTrans" cxnId="{E6F08A0C-2215-4FAD-A039-B8E61C8C26B7}">
      <dgm:prSet/>
      <dgm:spPr/>
      <dgm:t>
        <a:bodyPr/>
        <a:lstStyle/>
        <a:p>
          <a:endParaRPr lang="en-GB"/>
        </a:p>
      </dgm:t>
    </dgm:pt>
    <dgm:pt modelId="{C75D3FF4-17CF-4C4C-AE41-AC1D9D3BDBDA}" type="sibTrans" cxnId="{E6F08A0C-2215-4FAD-A039-B8E61C8C26B7}">
      <dgm:prSet/>
      <dgm:spPr/>
      <dgm:t>
        <a:bodyPr/>
        <a:lstStyle/>
        <a:p>
          <a:endParaRPr lang="en-GB"/>
        </a:p>
      </dgm:t>
    </dgm:pt>
    <dgm:pt modelId="{2E7C9ED8-D7E0-4FCF-B589-6C86E0CB2852}">
      <dgm:prSet custT="1"/>
      <dgm:spPr/>
      <dgm:t>
        <a:bodyPr/>
        <a:lstStyle/>
        <a:p>
          <a:pPr rtl="0"/>
          <a:r>
            <a:rPr lang="en-GB" sz="3100" b="1" dirty="0"/>
            <a:t>Broad </a:t>
          </a:r>
          <a:r>
            <a:rPr lang="en-GB" sz="3100" b="1" dirty="0">
              <a:sym typeface="Wingdings" panose="05000000000000000000" pitchFamily="2" charset="2"/>
            </a:rPr>
            <a:t> narrow</a:t>
          </a:r>
        </a:p>
        <a:p>
          <a:pPr rtl="0"/>
          <a:r>
            <a:rPr lang="en-GB" sz="2400" b="1" dirty="0"/>
            <a:t>(add more keywords)</a:t>
          </a:r>
        </a:p>
      </dgm:t>
    </dgm:pt>
    <dgm:pt modelId="{84FF240D-E515-4393-8C62-F6191D82D6D8}" type="parTrans" cxnId="{94BC56EA-B9F6-44B4-9FE7-8378750F606C}">
      <dgm:prSet/>
      <dgm:spPr/>
      <dgm:t>
        <a:bodyPr/>
        <a:lstStyle/>
        <a:p>
          <a:endParaRPr lang="en-GB"/>
        </a:p>
      </dgm:t>
    </dgm:pt>
    <dgm:pt modelId="{D2C61C7E-FF70-4AFF-8EA5-6B23D0DA9688}" type="sibTrans" cxnId="{94BC56EA-B9F6-44B4-9FE7-8378750F606C}">
      <dgm:prSet/>
      <dgm:spPr/>
      <dgm:t>
        <a:bodyPr/>
        <a:lstStyle/>
        <a:p>
          <a:endParaRPr lang="en-GB"/>
        </a:p>
      </dgm:t>
    </dgm:pt>
    <dgm:pt modelId="{453152AD-5774-4A05-AECE-8EDAEC166390}" type="pres">
      <dgm:prSet presAssocID="{81F249F0-6E9A-4B9C-87FD-44F4348B256F}" presName="Name0" presStyleCnt="0">
        <dgm:presLayoutVars>
          <dgm:dir/>
          <dgm:animLvl val="lvl"/>
          <dgm:resizeHandles val="exact"/>
        </dgm:presLayoutVars>
      </dgm:prSet>
      <dgm:spPr/>
    </dgm:pt>
    <dgm:pt modelId="{90047B63-EB7E-4D07-A8A5-EFE55406C6DB}" type="pres">
      <dgm:prSet presAssocID="{4F3B50A0-B7F2-4C95-9721-951D45F61D7C}" presName="linNode" presStyleCnt="0"/>
      <dgm:spPr/>
    </dgm:pt>
    <dgm:pt modelId="{FF7A4BAB-BC2D-4A44-B801-A583AB844663}" type="pres">
      <dgm:prSet presAssocID="{4F3B50A0-B7F2-4C95-9721-951D45F61D7C}" presName="parentText" presStyleLbl="node1" presStyleIdx="0" presStyleCnt="3" custScaleX="174247" custLinFactNeighborX="-750" custLinFactNeighborY="-143">
        <dgm:presLayoutVars>
          <dgm:chMax val="1"/>
          <dgm:bulletEnabled val="1"/>
        </dgm:presLayoutVars>
      </dgm:prSet>
      <dgm:spPr/>
    </dgm:pt>
    <dgm:pt modelId="{5BEDA5E5-FBD1-472C-A211-464D562F471D}" type="pres">
      <dgm:prSet presAssocID="{AB68889D-61A7-4098-8796-0B7A5A0DFB17}" presName="sp" presStyleCnt="0"/>
      <dgm:spPr/>
    </dgm:pt>
    <dgm:pt modelId="{7D340A2F-3EB7-4904-B0CE-AF3257B5CDDC}" type="pres">
      <dgm:prSet presAssocID="{3A907105-0542-4BB9-A0E7-033B032E91C9}" presName="linNode" presStyleCnt="0"/>
      <dgm:spPr/>
    </dgm:pt>
    <dgm:pt modelId="{BA17BF49-B066-478B-BDBC-6D58AF14570F}" type="pres">
      <dgm:prSet presAssocID="{3A907105-0542-4BB9-A0E7-033B032E91C9}" presName="parentText" presStyleLbl="node1" presStyleIdx="1" presStyleCnt="3" custScaleX="174247">
        <dgm:presLayoutVars>
          <dgm:chMax val="1"/>
          <dgm:bulletEnabled val="1"/>
        </dgm:presLayoutVars>
      </dgm:prSet>
      <dgm:spPr/>
    </dgm:pt>
    <dgm:pt modelId="{F7E308D8-6FC0-47BB-8745-B002F3BE2626}" type="pres">
      <dgm:prSet presAssocID="{C75D3FF4-17CF-4C4C-AE41-AC1D9D3BDBDA}" presName="sp" presStyleCnt="0"/>
      <dgm:spPr/>
    </dgm:pt>
    <dgm:pt modelId="{614251D3-8F4F-4EC1-8A8D-61FFEF8ADFBA}" type="pres">
      <dgm:prSet presAssocID="{2E7C9ED8-D7E0-4FCF-B589-6C86E0CB2852}" presName="linNode" presStyleCnt="0"/>
      <dgm:spPr/>
    </dgm:pt>
    <dgm:pt modelId="{05BB2E4B-5EF0-417B-8C2D-1EE6F324593C}" type="pres">
      <dgm:prSet presAssocID="{2E7C9ED8-D7E0-4FCF-B589-6C86E0CB2852}" presName="parentText" presStyleLbl="node1" presStyleIdx="2" presStyleCnt="3" custScaleX="174247">
        <dgm:presLayoutVars>
          <dgm:chMax val="1"/>
          <dgm:bulletEnabled val="1"/>
        </dgm:presLayoutVars>
      </dgm:prSet>
      <dgm:spPr/>
    </dgm:pt>
  </dgm:ptLst>
  <dgm:cxnLst>
    <dgm:cxn modelId="{E6F08A0C-2215-4FAD-A039-B8E61C8C26B7}" srcId="{81F249F0-6E9A-4B9C-87FD-44F4348B256F}" destId="{3A907105-0542-4BB9-A0E7-033B032E91C9}" srcOrd="1" destOrd="0" parTransId="{DB0D5460-2194-4591-83E2-516BEA049651}" sibTransId="{C75D3FF4-17CF-4C4C-AE41-AC1D9D3BDBDA}"/>
    <dgm:cxn modelId="{921D3514-EC70-454D-A541-C15211AF53D3}" type="presOf" srcId="{4F3B50A0-B7F2-4C95-9721-951D45F61D7C}" destId="{FF7A4BAB-BC2D-4A44-B801-A583AB844663}" srcOrd="0" destOrd="0" presId="urn:microsoft.com/office/officeart/2005/8/layout/vList5"/>
    <dgm:cxn modelId="{59AC2E35-2FB5-43E9-B8F5-E90815E510CE}" type="presOf" srcId="{81F249F0-6E9A-4B9C-87FD-44F4348B256F}" destId="{453152AD-5774-4A05-AECE-8EDAEC166390}" srcOrd="0" destOrd="0" presId="urn:microsoft.com/office/officeart/2005/8/layout/vList5"/>
    <dgm:cxn modelId="{E9593A8F-21C5-4CE9-B190-4C30FCF664F5}" type="presOf" srcId="{3A907105-0542-4BB9-A0E7-033B032E91C9}" destId="{BA17BF49-B066-478B-BDBC-6D58AF14570F}" srcOrd="0" destOrd="0" presId="urn:microsoft.com/office/officeart/2005/8/layout/vList5"/>
    <dgm:cxn modelId="{98A7DBB4-C2F7-4515-A847-88622D6EA7C7}" type="presOf" srcId="{2E7C9ED8-D7E0-4FCF-B589-6C86E0CB2852}" destId="{05BB2E4B-5EF0-417B-8C2D-1EE6F324593C}" srcOrd="0" destOrd="0" presId="urn:microsoft.com/office/officeart/2005/8/layout/vList5"/>
    <dgm:cxn modelId="{CCD7F7C3-E30A-4681-8A91-E54A9B307E6E}" srcId="{81F249F0-6E9A-4B9C-87FD-44F4348B256F}" destId="{4F3B50A0-B7F2-4C95-9721-951D45F61D7C}" srcOrd="0" destOrd="0" parTransId="{12D39C0A-5CE1-4F93-AB99-94121E80C66E}" sibTransId="{AB68889D-61A7-4098-8796-0B7A5A0DFB17}"/>
    <dgm:cxn modelId="{94BC56EA-B9F6-44B4-9FE7-8378750F606C}" srcId="{81F249F0-6E9A-4B9C-87FD-44F4348B256F}" destId="{2E7C9ED8-D7E0-4FCF-B589-6C86E0CB2852}" srcOrd="2" destOrd="0" parTransId="{84FF240D-E515-4393-8C62-F6191D82D6D8}" sibTransId="{D2C61C7E-FF70-4AFF-8EA5-6B23D0DA9688}"/>
    <dgm:cxn modelId="{CE6756DB-3A61-4A03-AA64-AF1E9C1CF716}" type="presParOf" srcId="{453152AD-5774-4A05-AECE-8EDAEC166390}" destId="{90047B63-EB7E-4D07-A8A5-EFE55406C6DB}" srcOrd="0" destOrd="0" presId="urn:microsoft.com/office/officeart/2005/8/layout/vList5"/>
    <dgm:cxn modelId="{7A35E0DF-0AA3-44D8-92C1-D75B8F6548FE}" type="presParOf" srcId="{90047B63-EB7E-4D07-A8A5-EFE55406C6DB}" destId="{FF7A4BAB-BC2D-4A44-B801-A583AB844663}" srcOrd="0" destOrd="0" presId="urn:microsoft.com/office/officeart/2005/8/layout/vList5"/>
    <dgm:cxn modelId="{0EB196E1-7F33-4867-8C47-89D396758833}" type="presParOf" srcId="{453152AD-5774-4A05-AECE-8EDAEC166390}" destId="{5BEDA5E5-FBD1-472C-A211-464D562F471D}" srcOrd="1" destOrd="0" presId="urn:microsoft.com/office/officeart/2005/8/layout/vList5"/>
    <dgm:cxn modelId="{A7F63E79-9B54-471D-8405-AE8FDB5DBB6E}" type="presParOf" srcId="{453152AD-5774-4A05-AECE-8EDAEC166390}" destId="{7D340A2F-3EB7-4904-B0CE-AF3257B5CDDC}" srcOrd="2" destOrd="0" presId="urn:microsoft.com/office/officeart/2005/8/layout/vList5"/>
    <dgm:cxn modelId="{88516B72-0EB1-46BE-BFF3-1FC3832CAF91}" type="presParOf" srcId="{7D340A2F-3EB7-4904-B0CE-AF3257B5CDDC}" destId="{BA17BF49-B066-478B-BDBC-6D58AF14570F}" srcOrd="0" destOrd="0" presId="urn:microsoft.com/office/officeart/2005/8/layout/vList5"/>
    <dgm:cxn modelId="{1EAE631E-0BE0-464C-A013-D33B9B38D90B}" type="presParOf" srcId="{453152AD-5774-4A05-AECE-8EDAEC166390}" destId="{F7E308D8-6FC0-47BB-8745-B002F3BE2626}" srcOrd="3" destOrd="0" presId="urn:microsoft.com/office/officeart/2005/8/layout/vList5"/>
    <dgm:cxn modelId="{F6FF7DB7-AADB-4F4D-A11A-B9703D9B69A6}" type="presParOf" srcId="{453152AD-5774-4A05-AECE-8EDAEC166390}" destId="{614251D3-8F4F-4EC1-8A8D-61FFEF8ADFBA}" srcOrd="4" destOrd="0" presId="urn:microsoft.com/office/officeart/2005/8/layout/vList5"/>
    <dgm:cxn modelId="{EE62E81A-8CEA-4C6A-B3CE-B97D4311ACD3}" type="presParOf" srcId="{614251D3-8F4F-4EC1-8A8D-61FFEF8ADFBA}" destId="{05BB2E4B-5EF0-417B-8C2D-1EE6F324593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259E1B6-B842-413F-BFA0-646EBC2025DC}" type="doc">
      <dgm:prSet loTypeId="urn:microsoft.com/office/officeart/2005/8/layout/vList5" loCatId="list" qsTypeId="urn:microsoft.com/office/officeart/2005/8/quickstyle/3d1" qsCatId="3D" csTypeId="urn:microsoft.com/office/officeart/2005/8/colors/accent3_2" csCatId="accent3" phldr="1"/>
      <dgm:spPr/>
      <dgm:t>
        <a:bodyPr/>
        <a:lstStyle/>
        <a:p>
          <a:endParaRPr lang="en-GB"/>
        </a:p>
      </dgm:t>
    </dgm:pt>
    <dgm:pt modelId="{6A66BC6F-4996-4E9E-A42A-1499ECDDCD4E}">
      <dgm:prSet/>
      <dgm:spPr/>
      <dgm:t>
        <a:bodyPr/>
        <a:lstStyle/>
        <a:p>
          <a:pPr rtl="0"/>
          <a:r>
            <a:rPr lang="en-GB" b="1" dirty="0"/>
            <a:t>Authorship</a:t>
          </a:r>
        </a:p>
      </dgm:t>
    </dgm:pt>
    <dgm:pt modelId="{49DCAB85-3687-4E64-867B-166AFB0B5F9E}" type="parTrans" cxnId="{682853D7-3AC4-4E87-A838-C88C7C659D2D}">
      <dgm:prSet/>
      <dgm:spPr/>
      <dgm:t>
        <a:bodyPr/>
        <a:lstStyle/>
        <a:p>
          <a:endParaRPr lang="en-GB"/>
        </a:p>
      </dgm:t>
    </dgm:pt>
    <dgm:pt modelId="{A9B641FA-6BBF-40E4-B129-F9ECFFCFDC69}" type="sibTrans" cxnId="{682853D7-3AC4-4E87-A838-C88C7C659D2D}">
      <dgm:prSet/>
      <dgm:spPr/>
      <dgm:t>
        <a:bodyPr/>
        <a:lstStyle/>
        <a:p>
          <a:endParaRPr lang="en-GB"/>
        </a:p>
      </dgm:t>
    </dgm:pt>
    <dgm:pt modelId="{0F265F0F-EEC9-4DA2-9C9E-0A76B19EA1DD}">
      <dgm:prSet/>
      <dgm:spPr/>
      <dgm:t>
        <a:bodyPr/>
        <a:lstStyle/>
        <a:p>
          <a:pPr rtl="0"/>
          <a:r>
            <a:rPr lang="en-GB" b="1" dirty="0"/>
            <a:t>Accuracy</a:t>
          </a:r>
        </a:p>
      </dgm:t>
    </dgm:pt>
    <dgm:pt modelId="{965B9FCB-DD27-491B-A105-7EE605404004}" type="parTrans" cxnId="{D6E78D41-4FDA-4C79-BDC8-FBBC180CCADD}">
      <dgm:prSet/>
      <dgm:spPr/>
      <dgm:t>
        <a:bodyPr/>
        <a:lstStyle/>
        <a:p>
          <a:endParaRPr lang="en-GB"/>
        </a:p>
      </dgm:t>
    </dgm:pt>
    <dgm:pt modelId="{5BC0B244-DE9C-48BE-9863-159394A24BFE}" type="sibTrans" cxnId="{D6E78D41-4FDA-4C79-BDC8-FBBC180CCADD}">
      <dgm:prSet/>
      <dgm:spPr/>
      <dgm:t>
        <a:bodyPr/>
        <a:lstStyle/>
        <a:p>
          <a:endParaRPr lang="en-GB"/>
        </a:p>
      </dgm:t>
    </dgm:pt>
    <dgm:pt modelId="{5DC6C182-E728-4BDA-8F2A-8CE7D95093FC}">
      <dgm:prSet/>
      <dgm:spPr/>
      <dgm:t>
        <a:bodyPr/>
        <a:lstStyle/>
        <a:p>
          <a:pPr rtl="0"/>
          <a:r>
            <a:rPr lang="en-GB" b="1" dirty="0"/>
            <a:t>Currency</a:t>
          </a:r>
        </a:p>
      </dgm:t>
    </dgm:pt>
    <dgm:pt modelId="{9C328431-E34E-4875-B217-DEF8FDD88F8C}" type="parTrans" cxnId="{16915806-B9A1-4E2D-BC4E-0C753F08E591}">
      <dgm:prSet/>
      <dgm:spPr/>
      <dgm:t>
        <a:bodyPr/>
        <a:lstStyle/>
        <a:p>
          <a:endParaRPr lang="en-GB"/>
        </a:p>
      </dgm:t>
    </dgm:pt>
    <dgm:pt modelId="{D3DF1FA3-A37F-4DDE-9F08-C01F62B664C5}" type="sibTrans" cxnId="{16915806-B9A1-4E2D-BC4E-0C753F08E591}">
      <dgm:prSet/>
      <dgm:spPr/>
      <dgm:t>
        <a:bodyPr/>
        <a:lstStyle/>
        <a:p>
          <a:endParaRPr lang="en-GB"/>
        </a:p>
      </dgm:t>
    </dgm:pt>
    <dgm:pt modelId="{B56CE533-C378-4D6F-B95A-FA46B1A868A7}">
      <dgm:prSet/>
      <dgm:spPr/>
      <dgm:t>
        <a:bodyPr/>
        <a:lstStyle/>
        <a:p>
          <a:pPr rtl="0"/>
          <a:r>
            <a:rPr lang="en-GB" b="1" dirty="0"/>
            <a:t>Purpose / bias</a:t>
          </a:r>
        </a:p>
      </dgm:t>
    </dgm:pt>
    <dgm:pt modelId="{C64F1F12-B11A-47F8-9B59-3E18CD973B43}" type="parTrans" cxnId="{AE5B1DC7-4DBC-4802-896F-CB1692B5B1AB}">
      <dgm:prSet/>
      <dgm:spPr/>
      <dgm:t>
        <a:bodyPr/>
        <a:lstStyle/>
        <a:p>
          <a:endParaRPr lang="en-GB"/>
        </a:p>
      </dgm:t>
    </dgm:pt>
    <dgm:pt modelId="{0424E11D-6358-4FAF-A6E1-9D07E69A7EA2}" type="sibTrans" cxnId="{AE5B1DC7-4DBC-4802-896F-CB1692B5B1AB}">
      <dgm:prSet/>
      <dgm:spPr/>
      <dgm:t>
        <a:bodyPr/>
        <a:lstStyle/>
        <a:p>
          <a:endParaRPr lang="en-GB"/>
        </a:p>
      </dgm:t>
    </dgm:pt>
    <dgm:pt modelId="{EB528B82-3F7C-4493-BE81-6BD1330817C4}">
      <dgm:prSet/>
      <dgm:spPr/>
      <dgm:t>
        <a:bodyPr/>
        <a:lstStyle/>
        <a:p>
          <a:pPr rtl="0"/>
          <a:r>
            <a:rPr lang="en-GB" b="1" dirty="0"/>
            <a:t>Usability</a:t>
          </a:r>
        </a:p>
      </dgm:t>
    </dgm:pt>
    <dgm:pt modelId="{23FF9561-3191-4E70-904F-ED01A1E4DF1E}" type="parTrans" cxnId="{A155F4D2-1D79-4C2C-9B59-78776E76634E}">
      <dgm:prSet/>
      <dgm:spPr/>
      <dgm:t>
        <a:bodyPr/>
        <a:lstStyle/>
        <a:p>
          <a:endParaRPr lang="en-GB"/>
        </a:p>
      </dgm:t>
    </dgm:pt>
    <dgm:pt modelId="{A166E183-A594-42F7-BB9D-EF9BA8A7D5E3}" type="sibTrans" cxnId="{A155F4D2-1D79-4C2C-9B59-78776E76634E}">
      <dgm:prSet/>
      <dgm:spPr/>
      <dgm:t>
        <a:bodyPr/>
        <a:lstStyle/>
        <a:p>
          <a:endParaRPr lang="en-GB"/>
        </a:p>
      </dgm:t>
    </dgm:pt>
    <dgm:pt modelId="{1EB65C47-DD17-489C-A104-02BE680F864F}">
      <dgm:prSet/>
      <dgm:spPr/>
      <dgm:t>
        <a:bodyPr/>
        <a:lstStyle/>
        <a:p>
          <a:pPr rtl="0"/>
          <a:r>
            <a:rPr lang="en-GB" b="1" dirty="0"/>
            <a:t>Level</a:t>
          </a:r>
        </a:p>
      </dgm:t>
    </dgm:pt>
    <dgm:pt modelId="{77F42A47-A3C5-4BEC-B04D-CC282DCBAA66}" type="parTrans" cxnId="{BD28D623-E4D4-4AF3-BF29-DE45A93ECD0A}">
      <dgm:prSet/>
      <dgm:spPr/>
      <dgm:t>
        <a:bodyPr/>
        <a:lstStyle/>
        <a:p>
          <a:endParaRPr lang="en-GB"/>
        </a:p>
      </dgm:t>
    </dgm:pt>
    <dgm:pt modelId="{E3340A13-98A6-419B-8439-07E6C6C3A66E}" type="sibTrans" cxnId="{BD28D623-E4D4-4AF3-BF29-DE45A93ECD0A}">
      <dgm:prSet/>
      <dgm:spPr/>
      <dgm:t>
        <a:bodyPr/>
        <a:lstStyle/>
        <a:p>
          <a:endParaRPr lang="en-GB"/>
        </a:p>
      </dgm:t>
    </dgm:pt>
    <dgm:pt modelId="{5BC83728-BD88-45C9-AB63-853EF14CAC2D}" type="pres">
      <dgm:prSet presAssocID="{A259E1B6-B842-413F-BFA0-646EBC2025DC}" presName="Name0" presStyleCnt="0">
        <dgm:presLayoutVars>
          <dgm:dir/>
          <dgm:animLvl val="lvl"/>
          <dgm:resizeHandles val="exact"/>
        </dgm:presLayoutVars>
      </dgm:prSet>
      <dgm:spPr/>
    </dgm:pt>
    <dgm:pt modelId="{41FFFB65-EE92-4E41-9665-ACAF4299A07E}" type="pres">
      <dgm:prSet presAssocID="{6A66BC6F-4996-4E9E-A42A-1499ECDDCD4E}" presName="linNode" presStyleCnt="0"/>
      <dgm:spPr/>
    </dgm:pt>
    <dgm:pt modelId="{6536AFCD-3B7C-4415-AD57-174692A3E268}" type="pres">
      <dgm:prSet presAssocID="{6A66BC6F-4996-4E9E-A42A-1499ECDDCD4E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7B1C5695-63E8-40EE-96B8-3A160FCB56C0}" type="pres">
      <dgm:prSet presAssocID="{A9B641FA-6BBF-40E4-B129-F9ECFFCFDC69}" presName="sp" presStyleCnt="0"/>
      <dgm:spPr/>
    </dgm:pt>
    <dgm:pt modelId="{28519195-38DF-45D9-BC1B-F11A9D46DE57}" type="pres">
      <dgm:prSet presAssocID="{0F265F0F-EEC9-4DA2-9C9E-0A76B19EA1DD}" presName="linNode" presStyleCnt="0"/>
      <dgm:spPr/>
    </dgm:pt>
    <dgm:pt modelId="{20CE34EA-A32E-49E9-A43D-8CBA543F9AAA}" type="pres">
      <dgm:prSet presAssocID="{0F265F0F-EEC9-4DA2-9C9E-0A76B19EA1DD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A33D3115-DB56-4C3D-B494-C9FF55A388D6}" type="pres">
      <dgm:prSet presAssocID="{5BC0B244-DE9C-48BE-9863-159394A24BFE}" presName="sp" presStyleCnt="0"/>
      <dgm:spPr/>
    </dgm:pt>
    <dgm:pt modelId="{C337A9CE-FA87-4F81-855D-2EB6F14783B5}" type="pres">
      <dgm:prSet presAssocID="{5DC6C182-E728-4BDA-8F2A-8CE7D95093FC}" presName="linNode" presStyleCnt="0"/>
      <dgm:spPr/>
    </dgm:pt>
    <dgm:pt modelId="{663DB4A4-4AA7-4887-9841-67A269429159}" type="pres">
      <dgm:prSet presAssocID="{5DC6C182-E728-4BDA-8F2A-8CE7D95093FC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B401D88E-6FC2-4B38-88F9-BBEDC6AF4263}" type="pres">
      <dgm:prSet presAssocID="{D3DF1FA3-A37F-4DDE-9F08-C01F62B664C5}" presName="sp" presStyleCnt="0"/>
      <dgm:spPr/>
    </dgm:pt>
    <dgm:pt modelId="{9BCFA322-5B86-4C30-9A10-76A40F3247BF}" type="pres">
      <dgm:prSet presAssocID="{B56CE533-C378-4D6F-B95A-FA46B1A868A7}" presName="linNode" presStyleCnt="0"/>
      <dgm:spPr/>
    </dgm:pt>
    <dgm:pt modelId="{FCD55CD2-9084-4A00-B696-57F3D3F7BDFF}" type="pres">
      <dgm:prSet presAssocID="{B56CE533-C378-4D6F-B95A-FA46B1A868A7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1351DEA8-3726-43CC-AD8C-104AA646F3F8}" type="pres">
      <dgm:prSet presAssocID="{0424E11D-6358-4FAF-A6E1-9D07E69A7EA2}" presName="sp" presStyleCnt="0"/>
      <dgm:spPr/>
    </dgm:pt>
    <dgm:pt modelId="{0D116534-C5E2-4B22-BBE6-A822007B7FB1}" type="pres">
      <dgm:prSet presAssocID="{EB528B82-3F7C-4493-BE81-6BD1330817C4}" presName="linNode" presStyleCnt="0"/>
      <dgm:spPr/>
    </dgm:pt>
    <dgm:pt modelId="{49AE690E-E7A3-4C9F-BDEE-7ED30630079F}" type="pres">
      <dgm:prSet presAssocID="{EB528B82-3F7C-4493-BE81-6BD1330817C4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909A5534-C519-4985-A6FD-34F9137B60AA}" type="pres">
      <dgm:prSet presAssocID="{A166E183-A594-42F7-BB9D-EF9BA8A7D5E3}" presName="sp" presStyleCnt="0"/>
      <dgm:spPr/>
    </dgm:pt>
    <dgm:pt modelId="{30EEC0D6-C09B-4625-9E34-E3F2DFE458C4}" type="pres">
      <dgm:prSet presAssocID="{1EB65C47-DD17-489C-A104-02BE680F864F}" presName="linNode" presStyleCnt="0"/>
      <dgm:spPr/>
    </dgm:pt>
    <dgm:pt modelId="{EFAFB5C8-3176-4E1D-BF6F-069C1E95BC7A}" type="pres">
      <dgm:prSet presAssocID="{1EB65C47-DD17-489C-A104-02BE680F864F}" presName="parentText" presStyleLbl="node1" presStyleIdx="5" presStyleCnt="6">
        <dgm:presLayoutVars>
          <dgm:chMax val="1"/>
          <dgm:bulletEnabled val="1"/>
        </dgm:presLayoutVars>
      </dgm:prSet>
      <dgm:spPr/>
    </dgm:pt>
  </dgm:ptLst>
  <dgm:cxnLst>
    <dgm:cxn modelId="{16915806-B9A1-4E2D-BC4E-0C753F08E591}" srcId="{A259E1B6-B842-413F-BFA0-646EBC2025DC}" destId="{5DC6C182-E728-4BDA-8F2A-8CE7D95093FC}" srcOrd="2" destOrd="0" parTransId="{9C328431-E34E-4875-B217-DEF8FDD88F8C}" sibTransId="{D3DF1FA3-A37F-4DDE-9F08-C01F62B664C5}"/>
    <dgm:cxn modelId="{AF29C511-DE92-4528-93F2-FA38AACA8772}" type="presOf" srcId="{B56CE533-C378-4D6F-B95A-FA46B1A868A7}" destId="{FCD55CD2-9084-4A00-B696-57F3D3F7BDFF}" srcOrd="0" destOrd="0" presId="urn:microsoft.com/office/officeart/2005/8/layout/vList5"/>
    <dgm:cxn modelId="{E05D3F16-C792-46E2-A066-BB7BA857F5AF}" type="presOf" srcId="{0F265F0F-EEC9-4DA2-9C9E-0A76B19EA1DD}" destId="{20CE34EA-A32E-49E9-A43D-8CBA543F9AAA}" srcOrd="0" destOrd="0" presId="urn:microsoft.com/office/officeart/2005/8/layout/vList5"/>
    <dgm:cxn modelId="{3C725817-3036-4E95-99DA-00BD7B1299B6}" type="presOf" srcId="{A259E1B6-B842-413F-BFA0-646EBC2025DC}" destId="{5BC83728-BD88-45C9-AB63-853EF14CAC2D}" srcOrd="0" destOrd="0" presId="urn:microsoft.com/office/officeart/2005/8/layout/vList5"/>
    <dgm:cxn modelId="{BD28D623-E4D4-4AF3-BF29-DE45A93ECD0A}" srcId="{A259E1B6-B842-413F-BFA0-646EBC2025DC}" destId="{1EB65C47-DD17-489C-A104-02BE680F864F}" srcOrd="5" destOrd="0" parTransId="{77F42A47-A3C5-4BEC-B04D-CC282DCBAA66}" sibTransId="{E3340A13-98A6-419B-8439-07E6C6C3A66E}"/>
    <dgm:cxn modelId="{D6E78D41-4FDA-4C79-BDC8-FBBC180CCADD}" srcId="{A259E1B6-B842-413F-BFA0-646EBC2025DC}" destId="{0F265F0F-EEC9-4DA2-9C9E-0A76B19EA1DD}" srcOrd="1" destOrd="0" parTransId="{965B9FCB-DD27-491B-A105-7EE605404004}" sibTransId="{5BC0B244-DE9C-48BE-9863-159394A24BFE}"/>
    <dgm:cxn modelId="{5538408A-5256-41CF-9767-4731CE695FBB}" type="presOf" srcId="{EB528B82-3F7C-4493-BE81-6BD1330817C4}" destId="{49AE690E-E7A3-4C9F-BDEE-7ED30630079F}" srcOrd="0" destOrd="0" presId="urn:microsoft.com/office/officeart/2005/8/layout/vList5"/>
    <dgm:cxn modelId="{91EF6BAF-26A0-44B4-A231-243479B7E37E}" type="presOf" srcId="{6A66BC6F-4996-4E9E-A42A-1499ECDDCD4E}" destId="{6536AFCD-3B7C-4415-AD57-174692A3E268}" srcOrd="0" destOrd="0" presId="urn:microsoft.com/office/officeart/2005/8/layout/vList5"/>
    <dgm:cxn modelId="{6A539BBD-7021-4A72-9C89-E421956EE740}" type="presOf" srcId="{1EB65C47-DD17-489C-A104-02BE680F864F}" destId="{EFAFB5C8-3176-4E1D-BF6F-069C1E95BC7A}" srcOrd="0" destOrd="0" presId="urn:microsoft.com/office/officeart/2005/8/layout/vList5"/>
    <dgm:cxn modelId="{AE5B1DC7-4DBC-4802-896F-CB1692B5B1AB}" srcId="{A259E1B6-B842-413F-BFA0-646EBC2025DC}" destId="{B56CE533-C378-4D6F-B95A-FA46B1A868A7}" srcOrd="3" destOrd="0" parTransId="{C64F1F12-B11A-47F8-9B59-3E18CD973B43}" sibTransId="{0424E11D-6358-4FAF-A6E1-9D07E69A7EA2}"/>
    <dgm:cxn modelId="{A155F4D2-1D79-4C2C-9B59-78776E76634E}" srcId="{A259E1B6-B842-413F-BFA0-646EBC2025DC}" destId="{EB528B82-3F7C-4493-BE81-6BD1330817C4}" srcOrd="4" destOrd="0" parTransId="{23FF9561-3191-4E70-904F-ED01A1E4DF1E}" sibTransId="{A166E183-A594-42F7-BB9D-EF9BA8A7D5E3}"/>
    <dgm:cxn modelId="{682853D7-3AC4-4E87-A838-C88C7C659D2D}" srcId="{A259E1B6-B842-413F-BFA0-646EBC2025DC}" destId="{6A66BC6F-4996-4E9E-A42A-1499ECDDCD4E}" srcOrd="0" destOrd="0" parTransId="{49DCAB85-3687-4E64-867B-166AFB0B5F9E}" sibTransId="{A9B641FA-6BBF-40E4-B129-F9ECFFCFDC69}"/>
    <dgm:cxn modelId="{358D25FC-8EF1-4B32-8358-3F94527FE5E6}" type="presOf" srcId="{5DC6C182-E728-4BDA-8F2A-8CE7D95093FC}" destId="{663DB4A4-4AA7-4887-9841-67A269429159}" srcOrd="0" destOrd="0" presId="urn:microsoft.com/office/officeart/2005/8/layout/vList5"/>
    <dgm:cxn modelId="{D3F692F7-DD71-41D8-9738-996372635B55}" type="presParOf" srcId="{5BC83728-BD88-45C9-AB63-853EF14CAC2D}" destId="{41FFFB65-EE92-4E41-9665-ACAF4299A07E}" srcOrd="0" destOrd="0" presId="urn:microsoft.com/office/officeart/2005/8/layout/vList5"/>
    <dgm:cxn modelId="{4E6600AF-F098-4A58-864F-BEA70794D456}" type="presParOf" srcId="{41FFFB65-EE92-4E41-9665-ACAF4299A07E}" destId="{6536AFCD-3B7C-4415-AD57-174692A3E268}" srcOrd="0" destOrd="0" presId="urn:microsoft.com/office/officeart/2005/8/layout/vList5"/>
    <dgm:cxn modelId="{4DFD1969-8745-4E18-8995-C5C38B394F3A}" type="presParOf" srcId="{5BC83728-BD88-45C9-AB63-853EF14CAC2D}" destId="{7B1C5695-63E8-40EE-96B8-3A160FCB56C0}" srcOrd="1" destOrd="0" presId="urn:microsoft.com/office/officeart/2005/8/layout/vList5"/>
    <dgm:cxn modelId="{F3EF3793-214A-4115-AC8B-0D9F8F56D190}" type="presParOf" srcId="{5BC83728-BD88-45C9-AB63-853EF14CAC2D}" destId="{28519195-38DF-45D9-BC1B-F11A9D46DE57}" srcOrd="2" destOrd="0" presId="urn:microsoft.com/office/officeart/2005/8/layout/vList5"/>
    <dgm:cxn modelId="{8DE51BA9-F20F-44FE-B098-826448ECFE23}" type="presParOf" srcId="{28519195-38DF-45D9-BC1B-F11A9D46DE57}" destId="{20CE34EA-A32E-49E9-A43D-8CBA543F9AAA}" srcOrd="0" destOrd="0" presId="urn:microsoft.com/office/officeart/2005/8/layout/vList5"/>
    <dgm:cxn modelId="{DCB851E5-C628-475F-9FEA-29CC52A827F4}" type="presParOf" srcId="{5BC83728-BD88-45C9-AB63-853EF14CAC2D}" destId="{A33D3115-DB56-4C3D-B494-C9FF55A388D6}" srcOrd="3" destOrd="0" presId="urn:microsoft.com/office/officeart/2005/8/layout/vList5"/>
    <dgm:cxn modelId="{B6562475-C578-4CB9-BBB1-407B40943B56}" type="presParOf" srcId="{5BC83728-BD88-45C9-AB63-853EF14CAC2D}" destId="{C337A9CE-FA87-4F81-855D-2EB6F14783B5}" srcOrd="4" destOrd="0" presId="urn:microsoft.com/office/officeart/2005/8/layout/vList5"/>
    <dgm:cxn modelId="{6E0863DC-5CAB-48D7-B8DF-7FA2E053D6A0}" type="presParOf" srcId="{C337A9CE-FA87-4F81-855D-2EB6F14783B5}" destId="{663DB4A4-4AA7-4887-9841-67A269429159}" srcOrd="0" destOrd="0" presId="urn:microsoft.com/office/officeart/2005/8/layout/vList5"/>
    <dgm:cxn modelId="{F0F01DA0-31BB-47F7-9957-2344B7167E5B}" type="presParOf" srcId="{5BC83728-BD88-45C9-AB63-853EF14CAC2D}" destId="{B401D88E-6FC2-4B38-88F9-BBEDC6AF4263}" srcOrd="5" destOrd="0" presId="urn:microsoft.com/office/officeart/2005/8/layout/vList5"/>
    <dgm:cxn modelId="{D83A398F-2036-4FAB-B0B4-C0BED3765652}" type="presParOf" srcId="{5BC83728-BD88-45C9-AB63-853EF14CAC2D}" destId="{9BCFA322-5B86-4C30-9A10-76A40F3247BF}" srcOrd="6" destOrd="0" presId="urn:microsoft.com/office/officeart/2005/8/layout/vList5"/>
    <dgm:cxn modelId="{87D6B173-EE0A-4262-991C-EBAA90EAD6D7}" type="presParOf" srcId="{9BCFA322-5B86-4C30-9A10-76A40F3247BF}" destId="{FCD55CD2-9084-4A00-B696-57F3D3F7BDFF}" srcOrd="0" destOrd="0" presId="urn:microsoft.com/office/officeart/2005/8/layout/vList5"/>
    <dgm:cxn modelId="{B222BEA5-21E0-44D2-87C9-5D6D2764CA09}" type="presParOf" srcId="{5BC83728-BD88-45C9-AB63-853EF14CAC2D}" destId="{1351DEA8-3726-43CC-AD8C-104AA646F3F8}" srcOrd="7" destOrd="0" presId="urn:microsoft.com/office/officeart/2005/8/layout/vList5"/>
    <dgm:cxn modelId="{69756220-588F-459E-BE31-CC3920AA85BF}" type="presParOf" srcId="{5BC83728-BD88-45C9-AB63-853EF14CAC2D}" destId="{0D116534-C5E2-4B22-BBE6-A822007B7FB1}" srcOrd="8" destOrd="0" presId="urn:microsoft.com/office/officeart/2005/8/layout/vList5"/>
    <dgm:cxn modelId="{54B517D7-2662-45C6-82B7-7A1C0581D577}" type="presParOf" srcId="{0D116534-C5E2-4B22-BBE6-A822007B7FB1}" destId="{49AE690E-E7A3-4C9F-BDEE-7ED30630079F}" srcOrd="0" destOrd="0" presId="urn:microsoft.com/office/officeart/2005/8/layout/vList5"/>
    <dgm:cxn modelId="{524BF682-DD02-4C04-82D3-4E4564427221}" type="presParOf" srcId="{5BC83728-BD88-45C9-AB63-853EF14CAC2D}" destId="{909A5534-C519-4985-A6FD-34F9137B60AA}" srcOrd="9" destOrd="0" presId="urn:microsoft.com/office/officeart/2005/8/layout/vList5"/>
    <dgm:cxn modelId="{3FB0F8A9-4F57-458E-8440-7C97BBF43751}" type="presParOf" srcId="{5BC83728-BD88-45C9-AB63-853EF14CAC2D}" destId="{30EEC0D6-C09B-4625-9E34-E3F2DFE458C4}" srcOrd="10" destOrd="0" presId="urn:microsoft.com/office/officeart/2005/8/layout/vList5"/>
    <dgm:cxn modelId="{6E1227D4-DB19-447E-A1F9-7C05709563B4}" type="presParOf" srcId="{30EEC0D6-C09B-4625-9E34-E3F2DFE458C4}" destId="{EFAFB5C8-3176-4E1D-BF6F-069C1E95BC7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F1D4EE-0A02-4949-92D8-622DE21443B9}">
      <dsp:nvSpPr>
        <dsp:cNvPr id="0" name=""/>
        <dsp:cNvSpPr/>
      </dsp:nvSpPr>
      <dsp:spPr>
        <a:xfrm>
          <a:off x="0" y="4063135"/>
          <a:ext cx="6096000" cy="0"/>
        </a:xfrm>
        <a:prstGeom prst="line">
          <a:avLst/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1A034C-E45E-410D-8216-AE2BC736A101}">
      <dsp:nvSpPr>
        <dsp:cNvPr id="0" name=""/>
        <dsp:cNvSpPr/>
      </dsp:nvSpPr>
      <dsp:spPr>
        <a:xfrm>
          <a:off x="0" y="3035331"/>
          <a:ext cx="6096000" cy="0"/>
        </a:xfrm>
        <a:prstGeom prst="line">
          <a:avLst/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59A2A8-AD5C-452A-A326-EA46D713EBA3}">
      <dsp:nvSpPr>
        <dsp:cNvPr id="0" name=""/>
        <dsp:cNvSpPr/>
      </dsp:nvSpPr>
      <dsp:spPr>
        <a:xfrm>
          <a:off x="0" y="2007528"/>
          <a:ext cx="6096000" cy="0"/>
        </a:xfrm>
        <a:prstGeom prst="line">
          <a:avLst/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E61334-6511-4783-A715-6E4E77684D24}">
      <dsp:nvSpPr>
        <dsp:cNvPr id="0" name=""/>
        <dsp:cNvSpPr/>
      </dsp:nvSpPr>
      <dsp:spPr>
        <a:xfrm>
          <a:off x="0" y="979725"/>
          <a:ext cx="6096000" cy="0"/>
        </a:xfrm>
        <a:prstGeom prst="line">
          <a:avLst/>
        </a:pr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92658F-E820-453B-9B9F-F838B10A4AA7}">
      <dsp:nvSpPr>
        <dsp:cNvPr id="0" name=""/>
        <dsp:cNvSpPr/>
      </dsp:nvSpPr>
      <dsp:spPr>
        <a:xfrm>
          <a:off x="1707727" y="116492"/>
          <a:ext cx="4265504" cy="747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Short summary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Facts and figures</a:t>
          </a:r>
        </a:p>
      </dsp:txBody>
      <dsp:txXfrm>
        <a:off x="1707727" y="116492"/>
        <a:ext cx="4265504" cy="747604"/>
      </dsp:txXfrm>
    </dsp:sp>
    <dsp:sp modelId="{75548600-4F0A-4A16-9F71-0269A9B2ACC7}">
      <dsp:nvSpPr>
        <dsp:cNvPr id="0" name=""/>
        <dsp:cNvSpPr/>
      </dsp:nvSpPr>
      <dsp:spPr>
        <a:xfrm>
          <a:off x="0" y="864"/>
          <a:ext cx="1584960" cy="978860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Reference</a:t>
          </a:r>
        </a:p>
      </dsp:txBody>
      <dsp:txXfrm>
        <a:off x="47793" y="48657"/>
        <a:ext cx="1489374" cy="931067"/>
      </dsp:txXfrm>
    </dsp:sp>
    <dsp:sp modelId="{5504FDB7-F5E8-4731-AF67-644C3CA8020B}">
      <dsp:nvSpPr>
        <dsp:cNvPr id="0" name=""/>
        <dsp:cNvSpPr/>
      </dsp:nvSpPr>
      <dsp:spPr>
        <a:xfrm>
          <a:off x="1707727" y="1163990"/>
          <a:ext cx="4265504" cy="708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Overview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Introduction</a:t>
          </a:r>
        </a:p>
      </dsp:txBody>
      <dsp:txXfrm>
        <a:off x="1707727" y="1163990"/>
        <a:ext cx="4265504" cy="708215"/>
      </dsp:txXfrm>
    </dsp:sp>
    <dsp:sp modelId="{00911F15-4D8E-4EB0-B1E5-544A5FD9D3A0}">
      <dsp:nvSpPr>
        <dsp:cNvPr id="0" name=""/>
        <dsp:cNvSpPr/>
      </dsp:nvSpPr>
      <dsp:spPr>
        <a:xfrm>
          <a:off x="0" y="1028668"/>
          <a:ext cx="1584960" cy="978860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Books</a:t>
          </a:r>
        </a:p>
      </dsp:txBody>
      <dsp:txXfrm>
        <a:off x="47793" y="1076461"/>
        <a:ext cx="1489374" cy="931067"/>
      </dsp:txXfrm>
    </dsp:sp>
    <dsp:sp modelId="{F9B87759-C108-48EF-961B-56BB7D03D27D}">
      <dsp:nvSpPr>
        <dsp:cNvPr id="0" name=""/>
        <dsp:cNvSpPr/>
      </dsp:nvSpPr>
      <dsp:spPr>
        <a:xfrm>
          <a:off x="1635731" y="2056471"/>
          <a:ext cx="4409496" cy="978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Specific subject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Detailed information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Current</a:t>
          </a:r>
        </a:p>
      </dsp:txBody>
      <dsp:txXfrm>
        <a:off x="1635731" y="2056471"/>
        <a:ext cx="4409496" cy="978860"/>
      </dsp:txXfrm>
    </dsp:sp>
    <dsp:sp modelId="{63247579-9436-483B-AC4E-7D3777B842E4}">
      <dsp:nvSpPr>
        <dsp:cNvPr id="0" name=""/>
        <dsp:cNvSpPr/>
      </dsp:nvSpPr>
      <dsp:spPr>
        <a:xfrm>
          <a:off x="0" y="2056471"/>
          <a:ext cx="1584960" cy="978860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Journals</a:t>
          </a:r>
        </a:p>
      </dsp:txBody>
      <dsp:txXfrm>
        <a:off x="47793" y="2104264"/>
        <a:ext cx="1489374" cy="931067"/>
      </dsp:txXfrm>
    </dsp:sp>
    <dsp:sp modelId="{09B66EAF-7E04-4F89-83A6-1269CD1DF258}">
      <dsp:nvSpPr>
        <dsp:cNvPr id="0" name=""/>
        <dsp:cNvSpPr/>
      </dsp:nvSpPr>
      <dsp:spPr>
        <a:xfrm>
          <a:off x="1635731" y="3084274"/>
          <a:ext cx="4409496" cy="978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32385" rIns="32385" bIns="32385" numCol="1" spcCol="1270" anchor="b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Social media (blogs / Twitter)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Email alerts / RSS feeds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Online forums</a:t>
          </a:r>
        </a:p>
      </dsp:txBody>
      <dsp:txXfrm>
        <a:off x="1635731" y="3084274"/>
        <a:ext cx="4409496" cy="978860"/>
      </dsp:txXfrm>
    </dsp:sp>
    <dsp:sp modelId="{B6B141A2-3E3A-49AA-92CB-0B9DE9F7844A}">
      <dsp:nvSpPr>
        <dsp:cNvPr id="0" name=""/>
        <dsp:cNvSpPr/>
      </dsp:nvSpPr>
      <dsp:spPr>
        <a:xfrm>
          <a:off x="0" y="3084274"/>
          <a:ext cx="1584960" cy="978860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Internet</a:t>
          </a:r>
          <a:r>
            <a:rPr lang="en-GB" sz="2500" kern="1200" dirty="0"/>
            <a:t> </a:t>
          </a:r>
        </a:p>
      </dsp:txBody>
      <dsp:txXfrm>
        <a:off x="47793" y="3132067"/>
        <a:ext cx="1489374" cy="9310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4675AD-A6C6-40CC-AEE0-B52A8A593016}">
      <dsp:nvSpPr>
        <dsp:cNvPr id="0" name=""/>
        <dsp:cNvSpPr/>
      </dsp:nvSpPr>
      <dsp:spPr>
        <a:xfrm>
          <a:off x="0" y="1463894"/>
          <a:ext cx="1409336" cy="1001268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Elderly</a:t>
          </a:r>
        </a:p>
      </dsp:txBody>
      <dsp:txXfrm>
        <a:off x="206392" y="1610526"/>
        <a:ext cx="996552" cy="708004"/>
      </dsp:txXfrm>
    </dsp:sp>
    <dsp:sp modelId="{EF1D68D7-B935-4210-BDF4-4FEE64A26828}">
      <dsp:nvSpPr>
        <dsp:cNvPr id="0" name=""/>
        <dsp:cNvSpPr/>
      </dsp:nvSpPr>
      <dsp:spPr>
        <a:xfrm rot="17493003">
          <a:off x="759046" y="1255178"/>
          <a:ext cx="429855" cy="54851"/>
        </a:xfrm>
        <a:custGeom>
          <a:avLst/>
          <a:gdLst/>
          <a:ahLst/>
          <a:cxnLst/>
          <a:rect l="0" t="0" r="0" b="0"/>
          <a:pathLst>
            <a:path>
              <a:moveTo>
                <a:pt x="0" y="27425"/>
              </a:moveTo>
              <a:lnTo>
                <a:pt x="429855" y="27425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963227" y="1271857"/>
        <a:ext cx="21492" cy="21492"/>
      </dsp:txXfrm>
    </dsp:sp>
    <dsp:sp modelId="{EED8E862-65DD-488B-9DED-46C31EB2FD5C}">
      <dsp:nvSpPr>
        <dsp:cNvPr id="0" name=""/>
        <dsp:cNvSpPr/>
      </dsp:nvSpPr>
      <dsp:spPr>
        <a:xfrm>
          <a:off x="722605" y="243933"/>
          <a:ext cx="982475" cy="862564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>
              <a:solidFill>
                <a:schemeClr val="accent3"/>
              </a:solidFill>
            </a:rPr>
            <a:t>Aged</a:t>
          </a:r>
        </a:p>
      </dsp:txBody>
      <dsp:txXfrm>
        <a:off x="866485" y="370253"/>
        <a:ext cx="694715" cy="609924"/>
      </dsp:txXfrm>
    </dsp:sp>
    <dsp:sp modelId="{6A1BAFBB-3F10-461B-8B35-A9DD6A847C6E}">
      <dsp:nvSpPr>
        <dsp:cNvPr id="0" name=""/>
        <dsp:cNvSpPr/>
      </dsp:nvSpPr>
      <dsp:spPr>
        <a:xfrm rot="21271303">
          <a:off x="1401813" y="1845284"/>
          <a:ext cx="520462" cy="54851"/>
        </a:xfrm>
        <a:custGeom>
          <a:avLst/>
          <a:gdLst/>
          <a:ahLst/>
          <a:cxnLst/>
          <a:rect l="0" t="0" r="0" b="0"/>
          <a:pathLst>
            <a:path>
              <a:moveTo>
                <a:pt x="0" y="27425"/>
              </a:moveTo>
              <a:lnTo>
                <a:pt x="520462" y="27425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1649033" y="1859698"/>
        <a:ext cx="26023" cy="26023"/>
      </dsp:txXfrm>
    </dsp:sp>
    <dsp:sp modelId="{F8293F4D-FC98-431A-8E07-D8A489066EB8}">
      <dsp:nvSpPr>
        <dsp:cNvPr id="0" name=""/>
        <dsp:cNvSpPr/>
      </dsp:nvSpPr>
      <dsp:spPr>
        <a:xfrm>
          <a:off x="1918412" y="1072359"/>
          <a:ext cx="1333640" cy="1423622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>
              <a:solidFill>
                <a:schemeClr val="accent3"/>
              </a:solidFill>
            </a:rPr>
            <a:t>Pensioner</a:t>
          </a:r>
        </a:p>
      </dsp:txBody>
      <dsp:txXfrm>
        <a:off x="2113719" y="1280844"/>
        <a:ext cx="943026" cy="1006652"/>
      </dsp:txXfrm>
    </dsp:sp>
    <dsp:sp modelId="{15497287-28E2-482D-A93F-2E90987C7813}">
      <dsp:nvSpPr>
        <dsp:cNvPr id="0" name=""/>
        <dsp:cNvSpPr/>
      </dsp:nvSpPr>
      <dsp:spPr>
        <a:xfrm rot="3428135">
          <a:off x="868400" y="2631254"/>
          <a:ext cx="569446" cy="54851"/>
        </a:xfrm>
        <a:custGeom>
          <a:avLst/>
          <a:gdLst/>
          <a:ahLst/>
          <a:cxnLst/>
          <a:rect l="0" t="0" r="0" b="0"/>
          <a:pathLst>
            <a:path>
              <a:moveTo>
                <a:pt x="0" y="27425"/>
              </a:moveTo>
              <a:lnTo>
                <a:pt x="569446" y="27425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1138887" y="2644444"/>
        <a:ext cx="28472" cy="28472"/>
      </dsp:txXfrm>
    </dsp:sp>
    <dsp:sp modelId="{D47C99C7-B66F-4C9C-95F4-A22B5FB4567E}">
      <dsp:nvSpPr>
        <dsp:cNvPr id="0" name=""/>
        <dsp:cNvSpPr/>
      </dsp:nvSpPr>
      <dsp:spPr>
        <a:xfrm>
          <a:off x="1051060" y="2805903"/>
          <a:ext cx="1128596" cy="1136515"/>
        </a:xfrm>
        <a:prstGeom prst="ellipse">
          <a:avLst/>
        </a:prstGeom>
        <a:solidFill>
          <a:schemeClr val="bg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>
              <a:solidFill>
                <a:schemeClr val="accent3"/>
              </a:solidFill>
            </a:rPr>
            <a:t>Senior citizen</a:t>
          </a:r>
        </a:p>
      </dsp:txBody>
      <dsp:txXfrm>
        <a:off x="1216339" y="2972342"/>
        <a:ext cx="798038" cy="8036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4F7CE6-D7BB-42A8-B943-C0230B90CEFF}">
      <dsp:nvSpPr>
        <dsp:cNvPr id="0" name=""/>
        <dsp:cNvSpPr/>
      </dsp:nvSpPr>
      <dsp:spPr>
        <a:xfrm>
          <a:off x="936105" y="0"/>
          <a:ext cx="1868793" cy="1344149"/>
        </a:xfrm>
        <a:prstGeom prst="trapezoid">
          <a:avLst>
            <a:gd name="adj" fmla="val 46386"/>
          </a:avLst>
        </a:prstGeom>
        <a:gradFill rotWithShape="0">
          <a:gsLst>
            <a:gs pos="0">
              <a:schemeClr val="accent3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Marketing Performance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Management</a:t>
          </a:r>
        </a:p>
      </dsp:txBody>
      <dsp:txXfrm>
        <a:off x="936105" y="0"/>
        <a:ext cx="1868793" cy="1344149"/>
      </dsp:txXfrm>
    </dsp:sp>
    <dsp:sp modelId="{F10B6633-C8D6-4F45-B475-BE627D6F5FE6}">
      <dsp:nvSpPr>
        <dsp:cNvPr id="0" name=""/>
        <dsp:cNvSpPr/>
      </dsp:nvSpPr>
      <dsp:spPr>
        <a:xfrm>
          <a:off x="623500" y="1344149"/>
          <a:ext cx="2494002" cy="1344149"/>
        </a:xfrm>
        <a:prstGeom prst="trapezoid">
          <a:avLst>
            <a:gd name="adj" fmla="val 46386"/>
          </a:avLst>
        </a:prstGeom>
        <a:gradFill rotWithShape="0">
          <a:gsLst>
            <a:gs pos="0">
              <a:schemeClr val="accent3">
                <a:shade val="80000"/>
                <a:hueOff val="109454"/>
                <a:satOff val="-716"/>
                <a:lumOff val="12277"/>
                <a:alphaOff val="0"/>
                <a:shade val="51000"/>
                <a:satMod val="130000"/>
              </a:schemeClr>
            </a:gs>
            <a:gs pos="80000">
              <a:schemeClr val="accent3">
                <a:shade val="80000"/>
                <a:hueOff val="109454"/>
                <a:satOff val="-716"/>
                <a:lumOff val="12277"/>
                <a:alphaOff val="0"/>
                <a:shade val="93000"/>
                <a:satMod val="130000"/>
              </a:schemeClr>
            </a:gs>
            <a:gs pos="100000">
              <a:schemeClr val="accent3">
                <a:shade val="80000"/>
                <a:hueOff val="109454"/>
                <a:satOff val="-716"/>
                <a:lumOff val="1227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Marketing Performance</a:t>
          </a:r>
        </a:p>
      </dsp:txBody>
      <dsp:txXfrm>
        <a:off x="1059951" y="1344149"/>
        <a:ext cx="1621101" cy="1344149"/>
      </dsp:txXfrm>
    </dsp:sp>
    <dsp:sp modelId="{9941C83B-31CF-49C6-9396-03EE8D28A7BB}">
      <dsp:nvSpPr>
        <dsp:cNvPr id="0" name=""/>
        <dsp:cNvSpPr/>
      </dsp:nvSpPr>
      <dsp:spPr>
        <a:xfrm>
          <a:off x="0" y="2688298"/>
          <a:ext cx="3741003" cy="1344149"/>
        </a:xfrm>
        <a:prstGeom prst="trapezoid">
          <a:avLst>
            <a:gd name="adj" fmla="val 46386"/>
          </a:avLst>
        </a:prstGeom>
        <a:gradFill rotWithShape="0">
          <a:gsLst>
            <a:gs pos="0">
              <a:schemeClr val="accent3">
                <a:shade val="80000"/>
                <a:hueOff val="218907"/>
                <a:satOff val="-1431"/>
                <a:lumOff val="24554"/>
                <a:alphaOff val="0"/>
                <a:shade val="51000"/>
                <a:satMod val="130000"/>
              </a:schemeClr>
            </a:gs>
            <a:gs pos="80000">
              <a:schemeClr val="accent3">
                <a:shade val="80000"/>
                <a:hueOff val="218907"/>
                <a:satOff val="-1431"/>
                <a:lumOff val="24554"/>
                <a:alphaOff val="0"/>
                <a:shade val="93000"/>
                <a:satMod val="130000"/>
              </a:schemeClr>
            </a:gs>
            <a:gs pos="100000">
              <a:schemeClr val="accent3">
                <a:shade val="80000"/>
                <a:hueOff val="218907"/>
                <a:satOff val="-1431"/>
                <a:lumOff val="2455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Marketing</a:t>
          </a:r>
        </a:p>
      </dsp:txBody>
      <dsp:txXfrm>
        <a:off x="654675" y="2688298"/>
        <a:ext cx="2431652" cy="13441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A4BAB-BC2D-4A44-B801-A583AB844663}">
      <dsp:nvSpPr>
        <dsp:cNvPr id="0" name=""/>
        <dsp:cNvSpPr/>
      </dsp:nvSpPr>
      <dsp:spPr>
        <a:xfrm>
          <a:off x="1511410" y="106"/>
          <a:ext cx="5162339" cy="125313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 dirty="0"/>
            <a:t>Keep it simple</a:t>
          </a:r>
        </a:p>
      </dsp:txBody>
      <dsp:txXfrm>
        <a:off x="1572583" y="61279"/>
        <a:ext cx="5039993" cy="1130785"/>
      </dsp:txXfrm>
    </dsp:sp>
    <dsp:sp modelId="{BA17BF49-B066-478B-BDBC-6D58AF14570F}">
      <dsp:nvSpPr>
        <dsp:cNvPr id="0" name=""/>
        <dsp:cNvSpPr/>
      </dsp:nvSpPr>
      <dsp:spPr>
        <a:xfrm>
          <a:off x="1533630" y="1317687"/>
          <a:ext cx="5162339" cy="125313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b="1" kern="1200" dirty="0"/>
            <a:t>Make one change at a time</a:t>
          </a:r>
        </a:p>
      </dsp:txBody>
      <dsp:txXfrm>
        <a:off x="1594803" y="1378860"/>
        <a:ext cx="5039993" cy="1130785"/>
      </dsp:txXfrm>
    </dsp:sp>
    <dsp:sp modelId="{05BB2E4B-5EF0-417B-8C2D-1EE6F324593C}">
      <dsp:nvSpPr>
        <dsp:cNvPr id="0" name=""/>
        <dsp:cNvSpPr/>
      </dsp:nvSpPr>
      <dsp:spPr>
        <a:xfrm>
          <a:off x="1533630" y="2633475"/>
          <a:ext cx="5162339" cy="125313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 dirty="0"/>
            <a:t>Broad </a:t>
          </a:r>
          <a:r>
            <a:rPr lang="en-GB" sz="3100" b="1" kern="1200" dirty="0">
              <a:sym typeface="Wingdings" panose="05000000000000000000" pitchFamily="2" charset="2"/>
            </a:rPr>
            <a:t> narrow</a:t>
          </a:r>
        </a:p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(add more keywords)</a:t>
          </a:r>
        </a:p>
      </dsp:txBody>
      <dsp:txXfrm>
        <a:off x="1594803" y="2694648"/>
        <a:ext cx="5039993" cy="11307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36AFCD-3B7C-4415-AD57-174692A3E268}">
      <dsp:nvSpPr>
        <dsp:cNvPr id="0" name=""/>
        <dsp:cNvSpPr/>
      </dsp:nvSpPr>
      <dsp:spPr>
        <a:xfrm>
          <a:off x="2695956" y="1186"/>
          <a:ext cx="3032950" cy="69100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 dirty="0"/>
            <a:t>Authorship</a:t>
          </a:r>
        </a:p>
      </dsp:txBody>
      <dsp:txXfrm>
        <a:off x="2729688" y="34918"/>
        <a:ext cx="2965486" cy="623544"/>
      </dsp:txXfrm>
    </dsp:sp>
    <dsp:sp modelId="{20CE34EA-A32E-49E9-A43D-8CBA543F9AAA}">
      <dsp:nvSpPr>
        <dsp:cNvPr id="0" name=""/>
        <dsp:cNvSpPr/>
      </dsp:nvSpPr>
      <dsp:spPr>
        <a:xfrm>
          <a:off x="2695956" y="726745"/>
          <a:ext cx="3032950" cy="69100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 dirty="0"/>
            <a:t>Accuracy</a:t>
          </a:r>
        </a:p>
      </dsp:txBody>
      <dsp:txXfrm>
        <a:off x="2729688" y="760477"/>
        <a:ext cx="2965486" cy="623544"/>
      </dsp:txXfrm>
    </dsp:sp>
    <dsp:sp modelId="{663DB4A4-4AA7-4887-9841-67A269429159}">
      <dsp:nvSpPr>
        <dsp:cNvPr id="0" name=""/>
        <dsp:cNvSpPr/>
      </dsp:nvSpPr>
      <dsp:spPr>
        <a:xfrm>
          <a:off x="2695956" y="1452304"/>
          <a:ext cx="3032950" cy="69100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 dirty="0"/>
            <a:t>Currency</a:t>
          </a:r>
        </a:p>
      </dsp:txBody>
      <dsp:txXfrm>
        <a:off x="2729688" y="1486036"/>
        <a:ext cx="2965486" cy="623544"/>
      </dsp:txXfrm>
    </dsp:sp>
    <dsp:sp modelId="{FCD55CD2-9084-4A00-B696-57F3D3F7BDFF}">
      <dsp:nvSpPr>
        <dsp:cNvPr id="0" name=""/>
        <dsp:cNvSpPr/>
      </dsp:nvSpPr>
      <dsp:spPr>
        <a:xfrm>
          <a:off x="2695956" y="2177862"/>
          <a:ext cx="3032950" cy="69100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 dirty="0"/>
            <a:t>Purpose / bias</a:t>
          </a:r>
        </a:p>
      </dsp:txBody>
      <dsp:txXfrm>
        <a:off x="2729688" y="2211594"/>
        <a:ext cx="2965486" cy="623544"/>
      </dsp:txXfrm>
    </dsp:sp>
    <dsp:sp modelId="{49AE690E-E7A3-4C9F-BDEE-7ED30630079F}">
      <dsp:nvSpPr>
        <dsp:cNvPr id="0" name=""/>
        <dsp:cNvSpPr/>
      </dsp:nvSpPr>
      <dsp:spPr>
        <a:xfrm>
          <a:off x="2695956" y="2903421"/>
          <a:ext cx="3032950" cy="69100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 dirty="0"/>
            <a:t>Usability</a:t>
          </a:r>
        </a:p>
      </dsp:txBody>
      <dsp:txXfrm>
        <a:off x="2729688" y="2937153"/>
        <a:ext cx="2965486" cy="623544"/>
      </dsp:txXfrm>
    </dsp:sp>
    <dsp:sp modelId="{EFAFB5C8-3176-4E1D-BF6F-069C1E95BC7A}">
      <dsp:nvSpPr>
        <dsp:cNvPr id="0" name=""/>
        <dsp:cNvSpPr/>
      </dsp:nvSpPr>
      <dsp:spPr>
        <a:xfrm>
          <a:off x="2695956" y="3628979"/>
          <a:ext cx="3032950" cy="69100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b="1" kern="1200" dirty="0"/>
            <a:t>Level</a:t>
          </a:r>
        </a:p>
      </dsp:txBody>
      <dsp:txXfrm>
        <a:off x="2729688" y="3662711"/>
        <a:ext cx="2965486" cy="6235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A9800-00E5-4BA0-9073-F7AB45295AAD}" type="datetimeFigureOut">
              <a:rPr lang="en-GB" smtClean="0"/>
              <a:t>02/12/2023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836C6-E090-4826-BD90-59583FE5D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0919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BEB85-2902-4228-B302-FC39508F8A91}" type="datetimeFigureOut">
              <a:rPr lang="en-GB" smtClean="0"/>
              <a:t>02/12/2023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BFFFC-0D99-4CAA-AD98-FFD90514015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2330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Demo…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3F9DD6-ED49-44B2-8782-76B30140352A}" type="slidenum">
              <a:rPr lang="en-GB" smtClean="0">
                <a:solidFill>
                  <a:prstClr val="black"/>
                </a:solidFill>
              </a:rPr>
              <a:pPr/>
              <a:t>15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876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0BB19-C43D-4DAB-B739-AEEE793FF5CF}" type="slidenum">
              <a:rPr lang="en-GB">
                <a:solidFill>
                  <a:prstClr val="black"/>
                </a:solidFill>
              </a:rPr>
              <a:pPr>
                <a:defRPr/>
              </a:pPr>
              <a:t>16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623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may be able to replace one or more letters within a word by using a character, often a question mark (?). </a:t>
            </a:r>
            <a:r>
              <a:rPr lang="en-GB"/>
              <a:t>Allows for multiple spellings of a word.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3F9DD6-ED49-44B2-8782-76B30140352A}" type="slidenum">
              <a:rPr lang="en-GB" smtClean="0">
                <a:solidFill>
                  <a:prstClr val="black"/>
                </a:solidFill>
              </a:rPr>
              <a:pPr/>
              <a:t>17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44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may be able to replace one or more letters within a word by using a character, often a question mark (?). </a:t>
            </a:r>
            <a:r>
              <a:rPr lang="en-GB"/>
              <a:t>Allows for multiple spellings of a word.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3F9DD6-ED49-44B2-8782-76B30140352A}" type="slidenum">
              <a:rPr lang="en-GB">
                <a:solidFill>
                  <a:prstClr val="black"/>
                </a:solidFill>
              </a:rPr>
              <a:pPr/>
              <a:t>18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44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tabLst>
                <a:tab pos="723828" algn="l"/>
                <a:tab pos="1447655" algn="l"/>
                <a:tab pos="2171483" algn="l"/>
                <a:tab pos="289531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1pPr>
            <a:lvl2pPr eaLnBrk="0" hangingPunct="0">
              <a:tabLst>
                <a:tab pos="723828" algn="l"/>
                <a:tab pos="1447655" algn="l"/>
                <a:tab pos="2171483" algn="l"/>
                <a:tab pos="289531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2pPr>
            <a:lvl3pPr eaLnBrk="0" hangingPunct="0">
              <a:tabLst>
                <a:tab pos="723828" algn="l"/>
                <a:tab pos="1447655" algn="l"/>
                <a:tab pos="2171483" algn="l"/>
                <a:tab pos="289531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3pPr>
            <a:lvl4pPr eaLnBrk="0" hangingPunct="0">
              <a:tabLst>
                <a:tab pos="723828" algn="l"/>
                <a:tab pos="1447655" algn="l"/>
                <a:tab pos="2171483" algn="l"/>
                <a:tab pos="289531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4pPr>
            <a:lvl5pPr eaLnBrk="0" hangingPunct="0">
              <a:tabLst>
                <a:tab pos="723828" algn="l"/>
                <a:tab pos="1447655" algn="l"/>
                <a:tab pos="2171483" algn="l"/>
                <a:tab pos="289531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348" indent="-228577" defTabSz="449218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828" algn="l"/>
                <a:tab pos="1447655" algn="l"/>
                <a:tab pos="2171483" algn="l"/>
                <a:tab pos="289531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503" indent="-228577" defTabSz="449218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828" algn="l"/>
                <a:tab pos="1447655" algn="l"/>
                <a:tab pos="2171483" algn="l"/>
                <a:tab pos="289531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8657" indent="-228577" defTabSz="449218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828" algn="l"/>
                <a:tab pos="1447655" algn="l"/>
                <a:tab pos="2171483" algn="l"/>
                <a:tab pos="289531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5810" indent="-228577" defTabSz="449218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828" algn="l"/>
                <a:tab pos="1447655" algn="l"/>
                <a:tab pos="2171483" algn="l"/>
                <a:tab pos="2895310" algn="l"/>
              </a:tabLst>
              <a:defRPr sz="240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98C58AC5-F0F9-43F0-8092-3870CD169597}" type="slidenum">
              <a:rPr lang="en-GB" sz="120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21</a:t>
            </a:fld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3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79768" y="4715154"/>
            <a:ext cx="5438140" cy="4370478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1450" indent="-1714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ea typeface="ＭＳ Ｐゴシック" pitchFamily="34" charset="-128"/>
              </a:rPr>
              <a:t>Initially</a:t>
            </a:r>
            <a:r>
              <a:rPr lang="en-US" baseline="0" dirty="0">
                <a:latin typeface="Times New Roman" pitchFamily="18" charset="0"/>
                <a:ea typeface="ＭＳ Ｐゴシック" pitchFamily="34" charset="-128"/>
              </a:rPr>
              <a:t> read the abstract of journal articles to identify its relevance. </a:t>
            </a:r>
          </a:p>
          <a:p>
            <a:pPr marL="171450" indent="-171450">
              <a:buFont typeface="Arial" pitchFamily="34" charset="0"/>
              <a:buChar char="•"/>
            </a:pPr>
            <a:endParaRPr lang="en-US" baseline="0" dirty="0">
              <a:latin typeface="Times New Roman" pitchFamily="18" charset="0"/>
              <a:ea typeface="ＭＳ Ｐゴシック" pitchFamily="34" charset="-128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baseline="0" dirty="0">
                <a:latin typeface="Times New Roman" pitchFamily="18" charset="0"/>
                <a:ea typeface="ＭＳ Ｐゴシック" pitchFamily="34" charset="-128"/>
              </a:rPr>
              <a:t>Skim read for keywords. These may provide useful search terms.</a:t>
            </a:r>
          </a:p>
          <a:p>
            <a:pPr marL="171450" indent="-171450">
              <a:buFont typeface="Arial" pitchFamily="34" charset="0"/>
              <a:buChar char="•"/>
            </a:pPr>
            <a:endParaRPr lang="en-US" baseline="0" dirty="0">
              <a:latin typeface="Times New Roman" pitchFamily="18" charset="0"/>
              <a:ea typeface="ＭＳ Ｐゴシック" pitchFamily="34" charset="-128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baseline="0" dirty="0">
                <a:latin typeface="Times New Roman" pitchFamily="18" charset="0"/>
                <a:ea typeface="ＭＳ Ｐゴシック" pitchFamily="34" charset="-128"/>
              </a:rPr>
              <a:t>The reference list of a useful article may provide details of further articles and sources relevant to your interests.</a:t>
            </a:r>
          </a:p>
          <a:p>
            <a:pPr marL="171450" indent="-171450">
              <a:buFont typeface="Arial" pitchFamily="34" charset="0"/>
              <a:buChar char="•"/>
            </a:pPr>
            <a:endParaRPr lang="en-US" baseline="0" dirty="0">
              <a:latin typeface="Times New Roman" pitchFamily="18" charset="0"/>
              <a:ea typeface="ＭＳ Ｐゴシック" pitchFamily="34" charset="-128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baseline="0" dirty="0">
                <a:latin typeface="Times New Roman" pitchFamily="18" charset="0"/>
                <a:ea typeface="ＭＳ Ｐゴシック" pitchFamily="34" charset="-128"/>
              </a:rPr>
              <a:t>Ask group whether they are happy with using Summon and databases. Recommend further workshops, or demo, if not.</a:t>
            </a:r>
          </a:p>
          <a:p>
            <a:pPr marL="171450" indent="-171450">
              <a:buFont typeface="Arial" pitchFamily="34" charset="0"/>
              <a:buChar char="•"/>
            </a:pPr>
            <a:endParaRPr lang="en-US" baseline="0" dirty="0">
              <a:latin typeface="Times New Roman" pitchFamily="18" charset="0"/>
              <a:ea typeface="ＭＳ Ｐゴシック" pitchFamily="34" charset="-128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baseline="0" dirty="0">
                <a:latin typeface="Times New Roman" pitchFamily="18" charset="0"/>
                <a:ea typeface="ＭＳ Ｐゴシック" pitchFamily="34" charset="-128"/>
              </a:rPr>
              <a:t>Impact factor;</a:t>
            </a:r>
            <a:r>
              <a:rPr lang="en-GB" baseline="0" dirty="0">
                <a:latin typeface="Times New Roman" pitchFamily="18" charset="0"/>
                <a:ea typeface="ＭＳ Ｐゴシック" pitchFamily="34" charset="-128"/>
              </a:rPr>
              <a:t> “Measure reflecting the average number of citations to recent articles published in the journal.”</a:t>
            </a:r>
          </a:p>
          <a:p>
            <a:pPr marL="171450" indent="-171450">
              <a:buFont typeface="Arial" pitchFamily="34" charset="0"/>
              <a:buChar char="•"/>
            </a:pPr>
            <a:endParaRPr lang="en-GB" baseline="0" dirty="0">
              <a:latin typeface="Times New Roman" pitchFamily="18" charset="0"/>
              <a:ea typeface="ＭＳ Ｐゴシック" pitchFamily="34" charset="-128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GB" baseline="0" dirty="0">
                <a:latin typeface="Times New Roman" pitchFamily="18" charset="0"/>
                <a:ea typeface="ＭＳ Ｐゴシック" pitchFamily="34" charset="-128"/>
              </a:rPr>
              <a:t>Journal citation factors- Web of knowledge.</a:t>
            </a:r>
          </a:p>
          <a:p>
            <a:pPr marL="171450" indent="-171450">
              <a:buFont typeface="Arial" pitchFamily="34" charset="0"/>
              <a:buChar char="•"/>
            </a:pPr>
            <a:endParaRPr lang="en-GB" baseline="0" dirty="0">
              <a:latin typeface="Times New Roman" pitchFamily="18" charset="0"/>
              <a:ea typeface="ＭＳ Ｐゴシック" pitchFamily="34" charset="-128"/>
            </a:endParaRPr>
          </a:p>
          <a:p>
            <a:pPr marL="171450" indent="-171450">
              <a:buFont typeface="Arial" pitchFamily="34" charset="0"/>
              <a:buChar char="•"/>
            </a:pPr>
            <a:endParaRPr lang="en-US" baseline="0" dirty="0">
              <a:latin typeface="Times New Roman" pitchFamily="18" charset="0"/>
              <a:ea typeface="ＭＳ Ｐゴシック" pitchFamily="34" charset="-128"/>
            </a:endParaRPr>
          </a:p>
          <a:p>
            <a:pPr marL="171450" indent="-171450">
              <a:buFont typeface="Arial" pitchFamily="34" charset="0"/>
              <a:buChar char="•"/>
            </a:pPr>
            <a:endParaRPr lang="en-US" baseline="0" dirty="0">
              <a:latin typeface="Times New Roman" pitchFamily="18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Literature review matrix- created in Word,</a:t>
            </a:r>
            <a:r>
              <a:rPr lang="en-GB" baseline="0" dirty="0"/>
              <a:t> </a:t>
            </a:r>
            <a:r>
              <a:rPr lang="en-GB" baseline="0" dirty="0" err="1"/>
              <a:t>powerpoint</a:t>
            </a:r>
            <a:r>
              <a:rPr lang="en-GB" baseline="0" dirty="0"/>
              <a:t> or excel. Allows you to compare/contrast sources more easily. </a:t>
            </a:r>
          </a:p>
          <a:p>
            <a:endParaRPr lang="en-GB" baseline="0" dirty="0"/>
          </a:p>
          <a:p>
            <a:r>
              <a:rPr lang="en-GB" baseline="0" dirty="0"/>
              <a:t>Use your own set of criteria/themes. Try not to force sources to fit into your boxes, possibly have an ‘other’ box for interesting points that </a:t>
            </a:r>
            <a:r>
              <a:rPr lang="en-GB" baseline="0"/>
              <a:t>don’t necessarily </a:t>
            </a:r>
            <a:r>
              <a:rPr lang="en-GB" baseline="0" dirty="0"/>
              <a:t>fit.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AB4F2-6BB2-4A98-8931-ED8360936589}" type="slidenum">
              <a:rPr lang="en-GB" smtClean="0">
                <a:solidFill>
                  <a:prstClr val="white"/>
                </a:solidFill>
              </a:rPr>
              <a:pPr/>
              <a:t>32</a:t>
            </a:fld>
            <a:endParaRPr lang="en-GB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651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2A7577-C379-499A-826B-D851BE87282F}" type="slidenum">
              <a:rPr lang="en-GB" smtClean="0">
                <a:solidFill>
                  <a:prstClr val="black"/>
                </a:solidFill>
              </a:rPr>
              <a:pPr>
                <a:defRPr/>
              </a:pPr>
              <a:t>34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060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100B106-CA7A-462B-9E3C-E754271A2A10}" type="slidenum">
              <a:rPr lang="en-GB" smtClean="0">
                <a:solidFill>
                  <a:prstClr val="black"/>
                </a:solidFill>
              </a:rPr>
              <a:pPr eaLnBrk="1" hangingPunct="1"/>
              <a:t>35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6399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BF94C-5A5F-41CF-9763-C093484DCEEB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02/12/2023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5D739-BC86-4107-9229-4F1FC89724BC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458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BF94C-5A5F-41CF-9763-C093484DCEEB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02/12/2023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5D739-BC86-4107-9229-4F1FC89724BC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022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BF94C-5A5F-41CF-9763-C093484DCEEB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02/12/2023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5D739-BC86-4107-9229-4F1FC89724BC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11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BF94C-5A5F-41CF-9763-C093484DCEEB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02/12/2023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5D739-BC86-4107-9229-4F1FC89724BC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663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BF94C-5A5F-41CF-9763-C093484DCEEB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02/12/2023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5D739-BC86-4107-9229-4F1FC89724BC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127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BF94C-5A5F-41CF-9763-C093484DCEEB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02/12/2023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5D739-BC86-4107-9229-4F1FC89724BC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072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BF94C-5A5F-41CF-9763-C093484DCEEB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02/12/2023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5D739-BC86-4107-9229-4F1FC89724BC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72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BF94C-5A5F-41CF-9763-C093484DCEEB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02/12/2023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5D739-BC86-4107-9229-4F1FC89724BC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563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BF94C-5A5F-41CF-9763-C093484DCEEB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02/12/2023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5D739-BC86-4107-9229-4F1FC89724BC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060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BF94C-5A5F-41CF-9763-C093484DCEEB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02/12/2023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5D739-BC86-4107-9229-4F1FC89724BC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873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BF94C-5A5F-41CF-9763-C093484DCEEB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02/12/2023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5D739-BC86-4107-9229-4F1FC89724BC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469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536" y="2512921"/>
            <a:ext cx="7772400" cy="14700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5536" y="4268688"/>
            <a:ext cx="6400800" cy="1752600"/>
          </a:xfr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Rockwell" pitchFamily="18" charset="0"/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3660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571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800"/>
            </a:lvl2pPr>
            <a:lvl3pPr marL="914355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4" indent="0">
              <a:buNone/>
              <a:defRPr sz="1400"/>
            </a:lvl7pPr>
            <a:lvl8pPr marL="3200240" indent="0">
              <a:buNone/>
              <a:defRPr sz="1400"/>
            </a:lvl8pPr>
            <a:lvl9pPr marL="3657418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0858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62" y="1940981"/>
            <a:ext cx="8424863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50" y="2852247"/>
            <a:ext cx="4135438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00" y="2852247"/>
            <a:ext cx="4137025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479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13913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74389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414149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2774389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3414149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321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560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929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2" y="1594873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59488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2" y="275693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7806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604802"/>
            <a:ext cx="5486400" cy="3122777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5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4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5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769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5797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700" y="990603"/>
            <a:ext cx="2105025" cy="5462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850" y="990603"/>
            <a:ext cx="6167438" cy="5462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567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BF94C-5A5F-41CF-9763-C093484DCEEB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02/12/2023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5D739-BC86-4107-9229-4F1FC89724BC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15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3862" y="1806837"/>
            <a:ext cx="842486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62" y="2948258"/>
            <a:ext cx="8424863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389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5pPr>
      <a:lvl6pPr marL="457178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6pPr>
      <a:lvl7pPr marL="914355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7pPr>
      <a:lvl8pPr marL="1371532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8pPr>
      <a:lvl9pPr marL="1828709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9pPr>
    </p:titleStyle>
    <p:bodyStyle>
      <a:lvl1pPr marL="342884" indent="-342884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6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944" indent="-228588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120" indent="-228588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297" indent="-228588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474" indent="-2285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652" indent="-2285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829" indent="-2285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006" indent="-2285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lv.ac.uk/lib/resources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lv.ac.uk/lib/resources.aspx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.uk/scholar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wlv.ac.uk/lib" TargetMode="External"/><Relationship Id="rId5" Type="http://schemas.openxmlformats.org/officeDocument/2006/relationships/hyperlink" Target="http://www.wlv.ac.uk/lib/assist" TargetMode="External"/><Relationship Id="rId4" Type="http://schemas.openxmlformats.org/officeDocument/2006/relationships/hyperlink" Target="http://www.wlv.ac.uk/skills" TargetMode="External"/><Relationship Id="rId9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07504" y="2018432"/>
            <a:ext cx="8711059" cy="1470025"/>
          </a:xfrm>
        </p:spPr>
        <p:txBody>
          <a:bodyPr/>
          <a:lstStyle/>
          <a:p>
            <a:pPr algn="l" eaLnBrk="1" hangingPunct="1"/>
            <a:r>
              <a:rPr lang="en-GB" b="1" dirty="0">
                <a:solidFill>
                  <a:schemeClr val="bg1"/>
                </a:solidFill>
              </a:rPr>
              <a:t>Finding Academic Information</a:t>
            </a:r>
            <a:br>
              <a:rPr lang="en-GB" b="1" dirty="0">
                <a:solidFill>
                  <a:schemeClr val="bg1"/>
                </a:solidFill>
              </a:rPr>
            </a:b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915816" y="5877272"/>
            <a:ext cx="61182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dirty="0">
                <a:solidFill>
                  <a:prstClr val="white"/>
                </a:solidFill>
              </a:rPr>
              <a:t>Library and Information Services </a:t>
            </a:r>
          </a:p>
        </p:txBody>
      </p:sp>
    </p:spTree>
    <p:extLst>
      <p:ext uri="{BB962C8B-B14F-4D97-AF65-F5344CB8AC3E}">
        <p14:creationId xmlns:p14="http://schemas.microsoft.com/office/powerpoint/2010/main" val="49552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7544" y="1277888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Aims</a:t>
            </a: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9552" y="2420888"/>
            <a:ext cx="8136904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online catalogue (LibrarySearch)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subject databases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web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resources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718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7544" y="1277888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Starting your search</a:t>
            </a: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9552" y="2420888"/>
            <a:ext cx="813690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with your reading list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can I search?</a:t>
            </a:r>
          </a:p>
          <a:p>
            <a:pPr marL="914400" lvl="1" indent="-457200" fontAlgn="base">
              <a:spcBef>
                <a:spcPts val="768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 catalogue- searches everything</a:t>
            </a:r>
          </a:p>
          <a:p>
            <a:pPr marL="914400" lvl="1" indent="-457200" fontAlgn="base">
              <a:spcBef>
                <a:spcPts val="768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Databases- searches subject specific</a:t>
            </a:r>
          </a:p>
        </p:txBody>
      </p:sp>
    </p:spTree>
    <p:extLst>
      <p:ext uri="{BB962C8B-B14F-4D97-AF65-F5344CB8AC3E}">
        <p14:creationId xmlns:p14="http://schemas.microsoft.com/office/powerpoint/2010/main" val="3714732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7544" y="1277888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Why do we need to find information?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9552" y="2420888"/>
            <a:ext cx="8136904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evidence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reading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ideas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your assignment!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5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Why do you need a search strategy?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9552" y="1988840"/>
            <a:ext cx="8136904" cy="1672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Helvetica"/>
              </a:rPr>
              <a:t>Stay in control of your search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Helvetica"/>
              </a:rPr>
              <a:t>Clear about what information you need</a:t>
            </a:r>
          </a:p>
        </p:txBody>
      </p:sp>
    </p:spTree>
    <p:extLst>
      <p:ext uri="{BB962C8B-B14F-4D97-AF65-F5344CB8AC3E}">
        <p14:creationId xmlns:p14="http://schemas.microsoft.com/office/powerpoint/2010/main" val="1549216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Search Strategy - Think about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9552" y="2420888"/>
            <a:ext cx="8136904" cy="5581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sure you understand the question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available/deadline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 of information required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words/ keywords to be used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of resources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976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What information?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673018127"/>
              </p:ext>
            </p:extLst>
          </p:nvPr>
        </p:nvGraphicFramePr>
        <p:xfrm>
          <a:off x="848048" y="198884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4943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Library Catalogue (LibrarySearch)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64132" y="2348880"/>
            <a:ext cx="8216689" cy="3468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921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Subject databases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9552" y="2420888"/>
            <a:ext cx="8136904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800" dirty="0">
                <a:solidFill>
                  <a:srgbClr val="000000"/>
                </a:solidFill>
                <a:latin typeface="Helvetica"/>
              </a:rPr>
              <a:t>Subject resources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800" dirty="0">
                <a:solidFill>
                  <a:srgbClr val="000000"/>
                </a:solidFill>
                <a:latin typeface="Helvetica"/>
              </a:rPr>
              <a:t>Chosen by Directorate of Academic Support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800" dirty="0">
                <a:solidFill>
                  <a:srgbClr val="000000"/>
                </a:solidFill>
                <a:latin typeface="Helvetica"/>
              </a:rPr>
              <a:t>Mainly full text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800" dirty="0">
                <a:solidFill>
                  <a:srgbClr val="000000"/>
                </a:solidFill>
                <a:latin typeface="Helvetica"/>
              </a:rPr>
              <a:t>Accessed via Canvas/ </a:t>
            </a:r>
            <a:r>
              <a:rPr lang="en-GB" sz="2800" dirty="0">
                <a:solidFill>
                  <a:srgbClr val="000000"/>
                </a:solidFill>
                <a:latin typeface="Helvetica"/>
                <a:hlinkClick r:id="rId2"/>
              </a:rPr>
              <a:t>Subject resources</a:t>
            </a:r>
            <a:endParaRPr lang="en-GB" sz="2800" dirty="0">
              <a:solidFill>
                <a:srgbClr val="000000"/>
              </a:solidFill>
              <a:latin typeface="Helvetic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738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Generating search words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9552" y="2420888"/>
            <a:ext cx="8136904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Helvetica"/>
              </a:rPr>
              <a:t>Subject words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Helvetica"/>
              </a:rPr>
              <a:t>Alternative words- UK/US spellings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Helvetica"/>
              </a:rPr>
              <a:t>Focus- country, date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921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>
                <a:solidFill>
                  <a:srgbClr val="92D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Search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you have identified your search terms, try to think of:</a:t>
            </a:r>
          </a:p>
          <a:p>
            <a:pPr lvl="1"/>
            <a:r>
              <a:rPr lang="en-GB" dirty="0"/>
              <a:t>Synonyms</a:t>
            </a:r>
          </a:p>
          <a:p>
            <a:pPr lvl="1"/>
            <a:r>
              <a:rPr lang="en-GB" dirty="0"/>
              <a:t>Alternative terms</a:t>
            </a:r>
          </a:p>
          <a:p>
            <a:pPr lvl="1"/>
            <a:r>
              <a:rPr lang="en-GB" dirty="0"/>
              <a:t>Alternative spellings</a:t>
            </a:r>
          </a:p>
          <a:p>
            <a:pPr lvl="1"/>
            <a:r>
              <a:rPr lang="en-GB" dirty="0"/>
              <a:t>Alternative formats</a:t>
            </a:r>
          </a:p>
        </p:txBody>
      </p:sp>
    </p:spTree>
    <p:extLst>
      <p:ext uri="{BB962C8B-B14F-4D97-AF65-F5344CB8AC3E}">
        <p14:creationId xmlns:p14="http://schemas.microsoft.com/office/powerpoint/2010/main" val="1971628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>
                <a:solidFill>
                  <a:srgbClr val="92D050"/>
                </a:solidFill>
              </a:rPr>
              <a:t>Search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Different databases offer different options for refining results.</a:t>
            </a:r>
          </a:p>
          <a:p>
            <a:pPr marL="0" indent="0">
              <a:buNone/>
            </a:pPr>
            <a:endParaRPr lang="en-GB" sz="2400" dirty="0"/>
          </a:p>
          <a:p>
            <a:pPr lvl="1"/>
            <a:r>
              <a:rPr lang="en-GB" sz="2400" dirty="0"/>
              <a:t>Full text</a:t>
            </a:r>
          </a:p>
          <a:p>
            <a:pPr lvl="1"/>
            <a:r>
              <a:rPr lang="en-GB" sz="2400" dirty="0"/>
              <a:t>Peer reviewed</a:t>
            </a:r>
          </a:p>
          <a:p>
            <a:pPr lvl="1"/>
            <a:r>
              <a:rPr lang="en-GB" sz="2400" dirty="0"/>
              <a:t>Date</a:t>
            </a:r>
          </a:p>
          <a:p>
            <a:pPr lvl="1"/>
            <a:r>
              <a:rPr lang="en-GB" sz="2400" dirty="0"/>
              <a:t>Language</a:t>
            </a:r>
          </a:p>
          <a:p>
            <a:pPr marL="457200" lvl="1" indent="0">
              <a:buNone/>
            </a:pPr>
            <a:endParaRPr lang="en-GB" sz="2400" dirty="0"/>
          </a:p>
          <a:p>
            <a:r>
              <a:rPr lang="en-GB" sz="2400" dirty="0"/>
              <a:t>These tend to be standard.</a:t>
            </a:r>
          </a:p>
        </p:txBody>
      </p:sp>
    </p:spTree>
    <p:extLst>
      <p:ext uri="{BB962C8B-B14F-4D97-AF65-F5344CB8AC3E}">
        <p14:creationId xmlns:p14="http://schemas.microsoft.com/office/powerpoint/2010/main" val="2511237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Using keywords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72855590"/>
              </p:ext>
            </p:extLst>
          </p:nvPr>
        </p:nvGraphicFramePr>
        <p:xfrm>
          <a:off x="867272" y="2348880"/>
          <a:ext cx="374441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063048892"/>
              </p:ext>
            </p:extLst>
          </p:nvPr>
        </p:nvGraphicFramePr>
        <p:xfrm>
          <a:off x="4788024" y="2420888"/>
          <a:ext cx="3741004" cy="40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4611688" y="1849666"/>
            <a:ext cx="4135438" cy="4603523"/>
          </a:xfrm>
        </p:spPr>
        <p:txBody>
          <a:bodyPr/>
          <a:lstStyle/>
          <a:p>
            <a:pPr marL="0" indent="0" algn="ctr">
              <a:buNone/>
            </a:pPr>
            <a:r>
              <a:rPr lang="en-GB" b="1" dirty="0"/>
              <a:t>Level of description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76250" y="1849667"/>
            <a:ext cx="4135438" cy="4755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b="1" dirty="0">
                <a:solidFill>
                  <a:prstClr val="black"/>
                </a:solidFill>
              </a:rPr>
              <a:t>Alternative terms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31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E4675AD-A6C6-40CC-AEE0-B52A8A5930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F1D68D7-B935-4210-BDF4-4FEE64A268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ED8E862-65DD-488B-9DED-46C31EB2FD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A1BAFBB-3F10-461B-8B35-A9DD6A847C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8293F4D-FC98-431A-8E07-D8A489066E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5497287-28E2-482D-A93F-2E90987C78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47C99C7-B66F-4C9C-95F4-A22B5FB456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41C83B-31CF-49C6-9396-03EE8D28A7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10B6633-C8D6-4F45-B475-BE627D6F5F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34F7CE6-D7BB-42A8-B943-C0230B90CE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lvlOne"/>
        </p:bldSub>
      </p:bldGraphic>
      <p:bldGraphic spid="7" grpId="0">
        <p:bldSub>
          <a:bldDgm bld="lvlOne" rev="1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Boolean logic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115616" y="2060575"/>
            <a:ext cx="7128791" cy="4176737"/>
            <a:chOff x="528" y="1296"/>
            <a:chExt cx="4704" cy="2837"/>
          </a:xfrm>
        </p:grpSpPr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330"/>
            <a:stretch>
              <a:fillRect/>
            </a:stretch>
          </p:blipFill>
          <p:spPr bwMode="auto">
            <a:xfrm>
              <a:off x="1536" y="1296"/>
              <a:ext cx="1392" cy="8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561" y="1584"/>
              <a:ext cx="576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2400" dirty="0">
                  <a:solidFill>
                    <a:prstClr val="black"/>
                  </a:solidFill>
                  <a:latin typeface="Calibri" pitchFamily="34" charset="0"/>
                </a:rPr>
                <a:t>AND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3072" y="1593"/>
              <a:ext cx="2016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dirty="0">
                  <a:solidFill>
                    <a:prstClr val="black"/>
                  </a:solidFill>
                  <a:latin typeface="Calibri" pitchFamily="34" charset="0"/>
                </a:rPr>
                <a:t>e.g. Car </a:t>
              </a:r>
              <a:r>
                <a:rPr lang="en-GB" b="1" dirty="0">
                  <a:solidFill>
                    <a:prstClr val="black"/>
                  </a:solidFill>
                  <a:latin typeface="Calibri" pitchFamily="34" charset="0"/>
                </a:rPr>
                <a:t>AND</a:t>
              </a:r>
              <a:r>
                <a:rPr lang="en-GB" dirty="0">
                  <a:solidFill>
                    <a:prstClr val="black"/>
                  </a:solidFill>
                  <a:latin typeface="Calibri" pitchFamily="34" charset="0"/>
                </a:rPr>
                <a:t> Motorbike</a:t>
              </a:r>
            </a:p>
          </p:txBody>
        </p:sp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6" y="3312"/>
              <a:ext cx="1392" cy="8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528" y="3648"/>
              <a:ext cx="720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2400" dirty="0">
                  <a:solidFill>
                    <a:prstClr val="black"/>
                  </a:solidFill>
                  <a:latin typeface="Calibri" pitchFamily="34" charset="0"/>
                </a:rPr>
                <a:t>NOT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3120" y="3600"/>
              <a:ext cx="2016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dirty="0">
                  <a:solidFill>
                    <a:prstClr val="black"/>
                  </a:solidFill>
                  <a:latin typeface="Calibri" pitchFamily="34" charset="0"/>
                </a:rPr>
                <a:t>e.g. Car </a:t>
              </a:r>
              <a:r>
                <a:rPr lang="en-GB" b="1" dirty="0">
                  <a:solidFill>
                    <a:prstClr val="black"/>
                  </a:solidFill>
                  <a:latin typeface="Calibri" pitchFamily="34" charset="0"/>
                </a:rPr>
                <a:t>NOT</a:t>
              </a:r>
              <a:r>
                <a:rPr lang="en-GB" dirty="0">
                  <a:solidFill>
                    <a:prstClr val="black"/>
                  </a:solidFill>
                  <a:latin typeface="Calibri" pitchFamily="34" charset="0"/>
                </a:rPr>
                <a:t> Motorbike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528" y="2544"/>
              <a:ext cx="48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2400" dirty="0">
                  <a:solidFill>
                    <a:prstClr val="black"/>
                  </a:solidFill>
                  <a:latin typeface="Calibri" pitchFamily="34" charset="0"/>
                </a:rPr>
                <a:t>OR</a:t>
              </a: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3072" y="2496"/>
              <a:ext cx="2160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Helvetic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dirty="0">
                  <a:solidFill>
                    <a:prstClr val="black"/>
                  </a:solidFill>
                  <a:latin typeface="Calibri" pitchFamily="34" charset="0"/>
                </a:rPr>
                <a:t>e.g. Car </a:t>
              </a:r>
              <a:r>
                <a:rPr lang="en-GB" b="1" dirty="0">
                  <a:solidFill>
                    <a:prstClr val="black"/>
                  </a:solidFill>
                  <a:latin typeface="Calibri" pitchFamily="34" charset="0"/>
                </a:rPr>
                <a:t>OR</a:t>
              </a:r>
              <a:r>
                <a:rPr lang="en-GB" dirty="0">
                  <a:solidFill>
                    <a:prstClr val="black"/>
                  </a:solidFill>
                  <a:latin typeface="Calibri" pitchFamily="34" charset="0"/>
                </a:rPr>
                <a:t> Motorbike</a:t>
              </a:r>
            </a:p>
          </p:txBody>
        </p:sp>
        <p:pic>
          <p:nvPicPr>
            <p:cNvPr id="15" name="Picture 1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71"/>
            <a:stretch>
              <a:fillRect/>
            </a:stretch>
          </p:blipFill>
          <p:spPr bwMode="auto">
            <a:xfrm>
              <a:off x="1536" y="2256"/>
              <a:ext cx="1392" cy="8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59614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>
                <a:solidFill>
                  <a:srgbClr val="92D050"/>
                </a:solidFill>
              </a:rPr>
              <a:t>Truncation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2400" dirty="0"/>
              <a:t>‘*’</a:t>
            </a:r>
          </a:p>
          <a:p>
            <a:pPr marL="0" indent="0">
              <a:buNone/>
            </a:pPr>
            <a:r>
              <a:rPr lang="en-GB" sz="2400" dirty="0"/>
              <a:t>For example; </a:t>
            </a:r>
          </a:p>
          <a:p>
            <a:pPr marL="0" indent="0" algn="ctr">
              <a:buNone/>
            </a:pPr>
            <a:r>
              <a:rPr lang="en-GB" sz="2400" dirty="0"/>
              <a:t>Business*</a:t>
            </a:r>
          </a:p>
          <a:p>
            <a:pPr marL="0" indent="0" algn="ctr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Would bring back any word that starts with ‘business' and has any kind of ending. For example; </a:t>
            </a:r>
          </a:p>
          <a:p>
            <a:pPr marL="0" indent="0" algn="ctr">
              <a:buNone/>
            </a:pPr>
            <a:endParaRPr lang="en-GB" sz="2400" dirty="0"/>
          </a:p>
          <a:p>
            <a:pPr marL="0" indent="0" algn="ctr">
              <a:buNone/>
            </a:pPr>
            <a:r>
              <a:rPr lang="en-GB" sz="2400" dirty="0"/>
              <a:t>Businessman, businesswomen etc. </a:t>
            </a:r>
          </a:p>
        </p:txBody>
      </p:sp>
    </p:spTree>
    <p:extLst>
      <p:ext uri="{BB962C8B-B14F-4D97-AF65-F5344CB8AC3E}">
        <p14:creationId xmlns:p14="http://schemas.microsoft.com/office/powerpoint/2010/main" val="1060028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9209" y="1164349"/>
            <a:ext cx="7926983" cy="712879"/>
          </a:xfrm>
        </p:spPr>
        <p:txBody>
          <a:bodyPr>
            <a:noAutofit/>
          </a:bodyPr>
          <a:lstStyle/>
          <a:p>
            <a:pPr algn="l"/>
            <a:r>
              <a:rPr lang="en-GB" b="1" dirty="0">
                <a:solidFill>
                  <a:schemeClr val="accent3"/>
                </a:solidFill>
              </a:rPr>
              <a:t>Phrase searching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539552" y="1762944"/>
            <a:ext cx="7917322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Tx/>
              <a:buNone/>
            </a:pPr>
            <a:endParaRPr lang="en-GB" sz="1400" kern="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“social media”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“driverless cars”</a:t>
            </a:r>
          </a:p>
        </p:txBody>
      </p:sp>
    </p:spTree>
    <p:extLst>
      <p:ext uri="{BB962C8B-B14F-4D97-AF65-F5344CB8AC3E}">
        <p14:creationId xmlns:p14="http://schemas.microsoft.com/office/powerpoint/2010/main" val="2882956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>
                <a:solidFill>
                  <a:srgbClr val="92D050"/>
                </a:solidFill>
              </a:rPr>
              <a:t>Wildcard searching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sz="2400" dirty="0" err="1"/>
              <a:t>Organi?ation</a:t>
            </a:r>
            <a:endParaRPr lang="en-GB" sz="2400" dirty="0"/>
          </a:p>
          <a:p>
            <a:pPr marL="0" indent="0" algn="ctr">
              <a:buNone/>
            </a:pPr>
            <a:endParaRPr lang="en-GB" sz="2400" dirty="0"/>
          </a:p>
          <a:p>
            <a:pPr marL="0" indent="0" algn="ctr">
              <a:buNone/>
            </a:pPr>
            <a:r>
              <a:rPr lang="en-GB" sz="2400" dirty="0"/>
              <a:t>Looks for any character, but does not an absence of a character</a:t>
            </a:r>
          </a:p>
          <a:p>
            <a:pPr marL="0" indent="0" algn="ctr">
              <a:buNone/>
            </a:pPr>
            <a:endParaRPr lang="en-GB" sz="2400" dirty="0"/>
          </a:p>
          <a:p>
            <a:pPr marL="0" indent="0" algn="ctr">
              <a:buNone/>
            </a:pPr>
            <a:r>
              <a:rPr lang="en-GB" sz="2400" dirty="0"/>
              <a:t>e.g.</a:t>
            </a:r>
          </a:p>
          <a:p>
            <a:pPr marL="0" indent="0" algn="ctr">
              <a:buNone/>
            </a:pPr>
            <a:r>
              <a:rPr lang="en-GB" sz="2400" dirty="0"/>
              <a:t>Organisation and organization</a:t>
            </a:r>
          </a:p>
        </p:txBody>
      </p:sp>
    </p:spTree>
    <p:extLst>
      <p:ext uri="{BB962C8B-B14F-4D97-AF65-F5344CB8AC3E}">
        <p14:creationId xmlns:p14="http://schemas.microsoft.com/office/powerpoint/2010/main" val="2128784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>
                <a:solidFill>
                  <a:srgbClr val="92D050"/>
                </a:solidFill>
              </a:rPr>
              <a:t>Wildcard searching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sz="2400" dirty="0" err="1"/>
              <a:t>Behavio#r</a:t>
            </a:r>
            <a:endParaRPr lang="en-GB" sz="2400" dirty="0"/>
          </a:p>
          <a:p>
            <a:pPr marL="0" indent="0" algn="ctr">
              <a:buNone/>
            </a:pPr>
            <a:endParaRPr lang="en-GB" sz="2400" dirty="0"/>
          </a:p>
          <a:p>
            <a:pPr marL="0" indent="0" algn="ctr">
              <a:buNone/>
            </a:pPr>
            <a:r>
              <a:rPr lang="en-GB" sz="2400" dirty="0"/>
              <a:t>Searches for any, or no, characters</a:t>
            </a:r>
          </a:p>
          <a:p>
            <a:pPr marL="0" indent="0" algn="ctr">
              <a:buNone/>
            </a:pPr>
            <a:endParaRPr lang="en-GB" sz="2400" dirty="0"/>
          </a:p>
          <a:p>
            <a:pPr marL="0" indent="0" algn="ctr">
              <a:buNone/>
            </a:pPr>
            <a:r>
              <a:rPr lang="en-GB" sz="2400" dirty="0"/>
              <a:t>e.g.</a:t>
            </a:r>
          </a:p>
          <a:p>
            <a:pPr marL="0" indent="0" algn="ctr">
              <a:buNone/>
            </a:pPr>
            <a:endParaRPr lang="en-GB" sz="2400" dirty="0"/>
          </a:p>
          <a:p>
            <a:pPr marL="0" indent="0" algn="ctr">
              <a:buNone/>
            </a:pPr>
            <a:r>
              <a:rPr lang="en-GB" sz="2400" dirty="0"/>
              <a:t>Behaviour and </a:t>
            </a:r>
            <a:r>
              <a:rPr lang="en-GB" sz="2400" dirty="0" err="1"/>
              <a:t>Behavior</a:t>
            </a:r>
            <a:endParaRPr lang="en-GB" sz="2400" dirty="0"/>
          </a:p>
        </p:txBody>
      </p:sp>
      <p:pic>
        <p:nvPicPr>
          <p:cNvPr id="4" name="Picture 5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513" y="5589592"/>
            <a:ext cx="533400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982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Search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Extra limiters may include:</a:t>
            </a:r>
          </a:p>
          <a:p>
            <a:pPr marL="0" indent="0">
              <a:buNone/>
            </a:pPr>
            <a:endParaRPr lang="en-GB" sz="2400" dirty="0"/>
          </a:p>
          <a:p>
            <a:pPr lvl="1"/>
            <a:r>
              <a:rPr lang="en-GB" sz="2400" dirty="0"/>
              <a:t>Gender</a:t>
            </a:r>
          </a:p>
          <a:p>
            <a:pPr lvl="1"/>
            <a:r>
              <a:rPr lang="en-GB" sz="2400" dirty="0"/>
              <a:t>Ethnicity</a:t>
            </a:r>
          </a:p>
          <a:p>
            <a:pPr lvl="1"/>
            <a:r>
              <a:rPr lang="en-GB" sz="2400" dirty="0"/>
              <a:t>Age</a:t>
            </a:r>
          </a:p>
          <a:p>
            <a:pPr lvl="1"/>
            <a:r>
              <a:rPr lang="en-GB" sz="2400" dirty="0"/>
              <a:t>Geographical area</a:t>
            </a:r>
          </a:p>
          <a:p>
            <a:pPr lvl="1"/>
            <a:r>
              <a:rPr lang="en-GB" sz="2400" dirty="0"/>
              <a:t>Methodology</a:t>
            </a:r>
          </a:p>
          <a:p>
            <a:pPr lvl="1"/>
            <a:r>
              <a:rPr lang="en-GB" sz="2400" dirty="0"/>
              <a:t>Document type</a:t>
            </a:r>
          </a:p>
        </p:txBody>
      </p:sp>
    </p:spTree>
    <p:extLst>
      <p:ext uri="{BB962C8B-B14F-4D97-AF65-F5344CB8AC3E}">
        <p14:creationId xmlns:p14="http://schemas.microsoft.com/office/powerpoint/2010/main" val="1535906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Journals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57467">
            <a:off x="2224726" y="1440545"/>
            <a:ext cx="2361830" cy="35621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6" t="11847" r="6797"/>
          <a:stretch/>
        </p:blipFill>
        <p:spPr>
          <a:xfrm>
            <a:off x="5364088" y="1207806"/>
            <a:ext cx="3402753" cy="52455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Content Placeholder 4"/>
          <p:cNvPicPr>
            <a:picLocks noGrp="1" noChangeAspect="1"/>
          </p:cNvPicPr>
          <p:nvPr>
            <p:ph sz="half" idx="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0918780">
            <a:off x="736064" y="3147952"/>
            <a:ext cx="2565565" cy="3017661"/>
          </a:xfrm>
        </p:spPr>
      </p:pic>
    </p:spTree>
    <p:extLst>
      <p:ext uri="{BB962C8B-B14F-4D97-AF65-F5344CB8AC3E}">
        <p14:creationId xmlns:p14="http://schemas.microsoft.com/office/powerpoint/2010/main" val="317506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0" t="2003" r="8383" b="9332"/>
          <a:stretch>
            <a:fillRect/>
          </a:stretch>
        </p:blipFill>
        <p:spPr bwMode="auto">
          <a:xfrm>
            <a:off x="4356105" y="1484787"/>
            <a:ext cx="4176713" cy="5040313"/>
          </a:xfrm>
          <a:prstGeom prst="rect">
            <a:avLst/>
          </a:prstGeom>
          <a:noFill/>
          <a:ln w="19050" cmpd="sng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19" name="Text Box 1"/>
          <p:cNvSpPr txBox="1">
            <a:spLocks noChangeArrowheads="1"/>
          </p:cNvSpPr>
          <p:nvPr/>
        </p:nvSpPr>
        <p:spPr bwMode="auto">
          <a:xfrm>
            <a:off x="179394" y="908053"/>
            <a:ext cx="4789487" cy="4393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ＭＳ Ｐゴシック" charset="0"/>
                <a:cs typeface="Arial Unicode MS" charset="0"/>
              </a:defRPr>
            </a:lvl1pPr>
            <a:lvl2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charset="0"/>
                <a:cs typeface="Arial Unicode MS" charset="0"/>
              </a:defRPr>
            </a:lvl2pPr>
            <a:lvl3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charset="0"/>
                <a:cs typeface="Arial Unicode MS" charset="0"/>
              </a:defRPr>
            </a:lvl3pPr>
            <a:lvl4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charset="0"/>
                <a:cs typeface="Arial Unicode MS" charset="0"/>
              </a:defRPr>
            </a:lvl4pPr>
            <a:lvl5pPr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charset="0"/>
                <a:cs typeface="Arial Unicode MS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charset="0"/>
                <a:cs typeface="Arial Unicode MS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charset="0"/>
                <a:cs typeface="Arial Unicode MS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charset="0"/>
                <a:cs typeface="Arial Unicode MS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charset="0"/>
                <a:ea typeface="Arial Unicode MS" charset="0"/>
                <a:cs typeface="Arial Unicode MS" charset="0"/>
              </a:defRPr>
            </a:lvl9pPr>
          </a:lstStyle>
          <a:p>
            <a:pPr algn="ctr"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GB" sz="2800" dirty="0">
                <a:solidFill>
                  <a:srgbClr val="002060"/>
                </a:solidFill>
                <a:latin typeface="Rockwell" charset="0"/>
              </a:rPr>
              <a:t>   </a:t>
            </a:r>
          </a:p>
          <a:p>
            <a:pPr algn="ctr"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GB" sz="3600" dirty="0">
                <a:solidFill>
                  <a:srgbClr val="92D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Reading Journal articles</a:t>
            </a: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GB" dirty="0">
              <a:solidFill>
                <a:srgbClr val="000000"/>
              </a:solidFill>
            </a:endParaRP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GB" dirty="0">
                <a:solidFill>
                  <a:srgbClr val="002060"/>
                </a:solidFill>
              </a:rPr>
              <a:t>     A useful tip is to read the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b="1" dirty="0">
                <a:solidFill>
                  <a:srgbClr val="3366FF"/>
                </a:solidFill>
              </a:rPr>
              <a:t>abstract</a:t>
            </a:r>
            <a:r>
              <a:rPr lang="en-GB" dirty="0">
                <a:solidFill>
                  <a:srgbClr val="000000"/>
                </a:solidFill>
              </a:rPr>
              <a:t> </a:t>
            </a: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GB" dirty="0">
                <a:solidFill>
                  <a:srgbClr val="000000"/>
                </a:solidFill>
              </a:rPr>
              <a:t>     </a:t>
            </a:r>
            <a:r>
              <a:rPr lang="en-GB" dirty="0">
                <a:solidFill>
                  <a:srgbClr val="002060"/>
                </a:solidFill>
              </a:rPr>
              <a:t>for a brief summary of the article.</a:t>
            </a: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GB" dirty="0">
                <a:solidFill>
                  <a:srgbClr val="000000"/>
                </a:solidFill>
              </a:rPr>
              <a:t> </a:t>
            </a: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GB" dirty="0">
                <a:solidFill>
                  <a:srgbClr val="000000"/>
                </a:solidFill>
              </a:rPr>
              <a:t>     </a:t>
            </a:r>
            <a:r>
              <a:rPr lang="en-GB" dirty="0">
                <a:solidFill>
                  <a:srgbClr val="002060"/>
                </a:solidFill>
              </a:rPr>
              <a:t>This will help you decide if the </a:t>
            </a: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GB" dirty="0">
                <a:solidFill>
                  <a:srgbClr val="002060"/>
                </a:solidFill>
              </a:rPr>
              <a:t>     article is relevant.</a:t>
            </a: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GB" dirty="0">
              <a:solidFill>
                <a:srgbClr val="000000"/>
              </a:solidFill>
            </a:endParaRP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GB" dirty="0">
                <a:solidFill>
                  <a:srgbClr val="002060"/>
                </a:solidFill>
              </a:rPr>
              <a:t>     Look out for </a:t>
            </a:r>
            <a:r>
              <a:rPr lang="en-GB" b="1" dirty="0">
                <a:solidFill>
                  <a:srgbClr val="3366FF"/>
                </a:solidFill>
              </a:rPr>
              <a:t>keywords</a:t>
            </a:r>
            <a:r>
              <a:rPr lang="en-GB" b="1" dirty="0">
                <a:solidFill>
                  <a:srgbClr val="000000"/>
                </a:solidFill>
              </a:rPr>
              <a:t>.</a:t>
            </a: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GB" b="1" dirty="0">
              <a:solidFill>
                <a:srgbClr val="000000"/>
              </a:solidFill>
            </a:endParaRP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GB" b="1" dirty="0">
                <a:solidFill>
                  <a:srgbClr val="000000"/>
                </a:solidFill>
              </a:rPr>
              <a:t>     </a:t>
            </a:r>
            <a:r>
              <a:rPr lang="en-GB" dirty="0">
                <a:solidFill>
                  <a:srgbClr val="000000"/>
                </a:solidFill>
              </a:rPr>
              <a:t>Check reference lists for </a:t>
            </a: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GB" dirty="0">
                <a:solidFill>
                  <a:srgbClr val="000000"/>
                </a:solidFill>
              </a:rPr>
              <a:t>     related reading.</a:t>
            </a: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GB" dirty="0">
              <a:solidFill>
                <a:srgbClr val="000000"/>
              </a:solidFill>
            </a:endParaRP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GB" dirty="0">
              <a:solidFill>
                <a:srgbClr val="000000"/>
              </a:solidFill>
            </a:endParaRP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r>
              <a:rPr lang="en-GB" dirty="0">
                <a:solidFill>
                  <a:srgbClr val="000000"/>
                </a:solidFill>
              </a:rPr>
              <a:t> </a:t>
            </a: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GB" sz="3000" dirty="0">
              <a:solidFill>
                <a:srgbClr val="000000"/>
              </a:solidFill>
            </a:endParaRP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GB" sz="3000" dirty="0">
              <a:solidFill>
                <a:srgbClr val="000000"/>
              </a:solidFill>
            </a:endParaRP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GB" sz="3000" dirty="0">
              <a:solidFill>
                <a:srgbClr val="000000"/>
              </a:solidFill>
            </a:endParaRPr>
          </a:p>
          <a:p>
            <a:pPr defTabSz="449263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en-GB" sz="3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35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Searching the Library Catalogue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pic>
        <p:nvPicPr>
          <p:cNvPr id="4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420888"/>
            <a:ext cx="2216672" cy="3243911"/>
          </a:xfrm>
        </p:spPr>
      </p:pic>
      <p:sp>
        <p:nvSpPr>
          <p:cNvPr id="5" name="Content Placeholder 1"/>
          <p:cNvSpPr txBox="1">
            <a:spLocks/>
          </p:cNvSpPr>
          <p:nvPr/>
        </p:nvSpPr>
        <p:spPr>
          <a:xfrm>
            <a:off x="4611688" y="2132013"/>
            <a:ext cx="4137025" cy="43211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GB" dirty="0">
              <a:solidFill>
                <a:prstClr val="black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GB" dirty="0">
              <a:solidFill>
                <a:prstClr val="black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dirty="0">
                <a:solidFill>
                  <a:prstClr val="black"/>
                </a:solidFill>
              </a:rPr>
              <a:t>Have a go at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b="1" dirty="0">
                <a:solidFill>
                  <a:prstClr val="black"/>
                </a:solidFill>
              </a:rPr>
              <a:t>task 1</a:t>
            </a:r>
            <a:r>
              <a:rPr lang="en-GB" dirty="0">
                <a:solidFill>
                  <a:prstClr val="black"/>
                </a:solidFill>
              </a:rPr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dirty="0">
                <a:solidFill>
                  <a:prstClr val="black"/>
                </a:solidFill>
              </a:rPr>
              <a:t>on the worksheet</a:t>
            </a:r>
          </a:p>
          <a:p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951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95536" y="1484784"/>
            <a:ext cx="8352928" cy="4968552"/>
          </a:xfrm>
          <a:prstGeom prst="rect">
            <a:avLst/>
          </a:prstGeom>
          <a:gradFill>
            <a:gsLst>
              <a:gs pos="9000">
                <a:schemeClr val="bg1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Library Catalogue or Databases?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20770473">
            <a:off x="464132" y="2348880"/>
            <a:ext cx="6124091" cy="258509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920422">
            <a:off x="3910902" y="3016434"/>
            <a:ext cx="4825578" cy="255609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9" name="TextBox 8"/>
          <p:cNvSpPr txBox="1"/>
          <p:nvPr/>
        </p:nvSpPr>
        <p:spPr>
          <a:xfrm>
            <a:off x="3791425" y="3861048"/>
            <a:ext cx="1656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b="1" dirty="0">
                <a:solidFill>
                  <a:prstClr val="white">
                    <a:lumMod val="6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99343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Library catalogue- LibrarySearch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9552" y="2420888"/>
            <a:ext cx="8136904" cy="5581015"/>
          </a:xfrm>
          <a:prstGeom prst="rect">
            <a:avLst/>
          </a:prstGeom>
        </p:spPr>
        <p:txBody>
          <a:bodyPr wrap="square" numCol="2" spcCol="720000">
            <a:spAutoFit/>
          </a:bodyPr>
          <a:lstStyle/>
          <a:p>
            <a:pPr fontAlgn="base">
              <a:spcBef>
                <a:spcPts val="768"/>
              </a:spcBef>
              <a:spcAft>
                <a:spcPct val="0"/>
              </a:spcAft>
            </a:pPr>
            <a:r>
              <a:rPr lang="en-GB" sz="2400" b="1" dirty="0">
                <a:solidFill>
                  <a:srgbClr val="000000"/>
                </a:solidFill>
                <a:latin typeface="Helvetica"/>
              </a:rPr>
              <a:t>Advantages +</a:t>
            </a:r>
          </a:p>
          <a:p>
            <a:pPr marL="285750" indent="-285750" fontAlgn="base"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Helvetica"/>
              </a:rPr>
              <a:t>Searches all subject areas and publication in one go.</a:t>
            </a:r>
          </a:p>
          <a:p>
            <a:pPr marL="285750" indent="-285750" fontAlgn="base"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Helvetica"/>
              </a:rPr>
              <a:t>See all matching results from books, journals, newspaper articles on one page- good place to start</a:t>
            </a:r>
          </a:p>
          <a:p>
            <a:pPr marL="285750" indent="-285750" fontAlgn="base"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GB" sz="2400" dirty="0">
              <a:solidFill>
                <a:srgbClr val="000000"/>
              </a:solidFill>
              <a:latin typeface="Helvetica"/>
            </a:endParaRPr>
          </a:p>
          <a:p>
            <a:pPr marL="285750" indent="-285750" fontAlgn="base"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GB" sz="2400" dirty="0">
              <a:solidFill>
                <a:srgbClr val="000000"/>
              </a:solidFill>
              <a:latin typeface="Helvetica"/>
            </a:endParaRPr>
          </a:p>
          <a:p>
            <a:pPr marL="285750" indent="-285750" fontAlgn="base"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GB" sz="2400" dirty="0">
              <a:solidFill>
                <a:srgbClr val="000000"/>
              </a:solidFill>
              <a:latin typeface="Helvetica"/>
            </a:endParaRPr>
          </a:p>
          <a:p>
            <a:pPr marL="285750" indent="-285750" fontAlgn="base"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GB" sz="2400" dirty="0">
              <a:solidFill>
                <a:srgbClr val="000000"/>
              </a:solidFill>
              <a:latin typeface="Helvetica"/>
            </a:endParaRPr>
          </a:p>
          <a:p>
            <a:pPr fontAlgn="base">
              <a:spcBef>
                <a:spcPts val="768"/>
              </a:spcBef>
              <a:spcAft>
                <a:spcPct val="0"/>
              </a:spcAft>
            </a:pPr>
            <a:r>
              <a:rPr lang="en-GB" sz="2400" b="1" dirty="0">
                <a:solidFill>
                  <a:srgbClr val="000000"/>
                </a:solidFill>
                <a:latin typeface="Helvetica"/>
              </a:rPr>
              <a:t>Disadvantages -</a:t>
            </a:r>
          </a:p>
          <a:p>
            <a:pPr marL="342900" indent="-342900" fontAlgn="base">
              <a:spcBef>
                <a:spcPts val="768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Helvetica"/>
              </a:rPr>
              <a:t>Advanced search can be limited</a:t>
            </a:r>
          </a:p>
          <a:p>
            <a:pPr marL="342900" indent="-342900" fontAlgn="base">
              <a:spcBef>
                <a:spcPts val="768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Helvetica"/>
              </a:rPr>
              <a:t>Not subject specific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055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Subject databases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9552" y="2420888"/>
            <a:ext cx="8136904" cy="4873129"/>
          </a:xfrm>
          <a:prstGeom prst="rect">
            <a:avLst/>
          </a:prstGeom>
        </p:spPr>
        <p:txBody>
          <a:bodyPr wrap="square" numCol="2" spcCol="720000">
            <a:spAutoFit/>
          </a:bodyPr>
          <a:lstStyle/>
          <a:p>
            <a:pPr fontAlgn="base">
              <a:spcBef>
                <a:spcPts val="768"/>
              </a:spcBef>
              <a:spcAft>
                <a:spcPct val="0"/>
              </a:spcAft>
            </a:pPr>
            <a:r>
              <a:rPr lang="en-GB" sz="2400" b="1" dirty="0">
                <a:solidFill>
                  <a:srgbClr val="000000"/>
                </a:solidFill>
                <a:latin typeface="Helvetica"/>
              </a:rPr>
              <a:t>Advantages +</a:t>
            </a:r>
          </a:p>
          <a:p>
            <a:pPr marL="285750" indent="-285750" fontAlgn="base"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Helvetica"/>
              </a:rPr>
              <a:t>Subject specific- results are more relevant</a:t>
            </a:r>
          </a:p>
          <a:p>
            <a:pPr marL="285750" indent="-285750" fontAlgn="base"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Helvetica"/>
              </a:rPr>
              <a:t>Advanced searching often available to search in specific fields</a:t>
            </a:r>
          </a:p>
          <a:p>
            <a:pPr fontAlgn="base">
              <a:spcBef>
                <a:spcPts val="768"/>
              </a:spcBef>
              <a:spcAft>
                <a:spcPct val="0"/>
              </a:spcAft>
            </a:pPr>
            <a:endParaRPr lang="en-GB" sz="2400" b="1" dirty="0">
              <a:solidFill>
                <a:srgbClr val="000000"/>
              </a:solidFill>
              <a:latin typeface="Helvetica"/>
            </a:endParaRPr>
          </a:p>
          <a:p>
            <a:pPr fontAlgn="base">
              <a:spcBef>
                <a:spcPts val="768"/>
              </a:spcBef>
              <a:spcAft>
                <a:spcPct val="0"/>
              </a:spcAft>
            </a:pPr>
            <a:endParaRPr lang="en-GB" sz="2400" b="1" dirty="0">
              <a:solidFill>
                <a:srgbClr val="000000"/>
              </a:solidFill>
              <a:latin typeface="Helvetica"/>
            </a:endParaRPr>
          </a:p>
          <a:p>
            <a:pPr fontAlgn="base">
              <a:spcBef>
                <a:spcPts val="768"/>
              </a:spcBef>
              <a:spcAft>
                <a:spcPct val="0"/>
              </a:spcAft>
            </a:pPr>
            <a:endParaRPr lang="en-GB" sz="2400" b="1" dirty="0">
              <a:solidFill>
                <a:srgbClr val="000000"/>
              </a:solidFill>
              <a:latin typeface="Helvetica"/>
            </a:endParaRPr>
          </a:p>
          <a:p>
            <a:pPr fontAlgn="base">
              <a:spcBef>
                <a:spcPts val="768"/>
              </a:spcBef>
              <a:spcAft>
                <a:spcPct val="0"/>
              </a:spcAft>
            </a:pPr>
            <a:endParaRPr lang="en-GB" sz="2400" b="1" dirty="0">
              <a:solidFill>
                <a:srgbClr val="000000"/>
              </a:solidFill>
              <a:latin typeface="Helvetica"/>
            </a:endParaRPr>
          </a:p>
          <a:p>
            <a:pPr fontAlgn="base">
              <a:spcBef>
                <a:spcPts val="768"/>
              </a:spcBef>
              <a:spcAft>
                <a:spcPct val="0"/>
              </a:spcAft>
            </a:pPr>
            <a:endParaRPr lang="en-GB" sz="2400" b="1" dirty="0">
              <a:solidFill>
                <a:srgbClr val="000000"/>
              </a:solidFill>
              <a:latin typeface="Helvetica"/>
            </a:endParaRPr>
          </a:p>
          <a:p>
            <a:pPr fontAlgn="base">
              <a:spcBef>
                <a:spcPts val="768"/>
              </a:spcBef>
              <a:spcAft>
                <a:spcPct val="0"/>
              </a:spcAft>
            </a:pPr>
            <a:r>
              <a:rPr lang="en-GB" sz="2400" b="1" dirty="0">
                <a:solidFill>
                  <a:srgbClr val="000000"/>
                </a:solidFill>
                <a:latin typeface="Helvetica"/>
              </a:rPr>
              <a:t>Disadvantages -</a:t>
            </a:r>
          </a:p>
          <a:p>
            <a:pPr marL="342900" indent="-342900" fontAlgn="base">
              <a:spcBef>
                <a:spcPts val="768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Helvetica"/>
              </a:rPr>
              <a:t>May have to search in multiple database to get full range of results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504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Searching subject databases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4611688" y="2132013"/>
            <a:ext cx="4137025" cy="43211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GB" dirty="0">
              <a:solidFill>
                <a:prstClr val="black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GB" dirty="0">
              <a:solidFill>
                <a:prstClr val="black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dirty="0">
                <a:solidFill>
                  <a:prstClr val="black"/>
                </a:solidFill>
              </a:rPr>
              <a:t>Have a go at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b="1" dirty="0">
                <a:solidFill>
                  <a:prstClr val="black"/>
                </a:solidFill>
              </a:rPr>
              <a:t>task 2</a:t>
            </a:r>
            <a:r>
              <a:rPr lang="en-GB" dirty="0">
                <a:solidFill>
                  <a:prstClr val="black"/>
                </a:solidFill>
              </a:rPr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dirty="0">
                <a:solidFill>
                  <a:prstClr val="black"/>
                </a:solidFill>
              </a:rPr>
              <a:t>on the worksheet</a:t>
            </a:r>
          </a:p>
          <a:p>
            <a:endParaRPr lang="en-GB" dirty="0">
              <a:solidFill>
                <a:prstClr val="black"/>
              </a:solidFill>
            </a:endParaRPr>
          </a:p>
        </p:txBody>
      </p:sp>
      <p:pic>
        <p:nvPicPr>
          <p:cNvPr id="7" name="Content Placeholder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492896"/>
            <a:ext cx="2687811" cy="28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02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Searching the web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9552" y="2420888"/>
            <a:ext cx="8136904" cy="3621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800" dirty="0">
                <a:solidFill>
                  <a:srgbClr val="000000"/>
                </a:solidFill>
                <a:latin typeface="Helvetica"/>
              </a:rPr>
              <a:t>Be careful using web resources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800" dirty="0">
                <a:solidFill>
                  <a:srgbClr val="000000"/>
                </a:solidFill>
                <a:latin typeface="Helvetica"/>
              </a:rPr>
              <a:t>When to use the web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800" dirty="0">
                <a:solidFill>
                  <a:srgbClr val="000000"/>
                </a:solidFill>
                <a:latin typeface="Helvetica"/>
              </a:rPr>
              <a:t>How to evaluate information found on the web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963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Be careful using web resources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9552" y="2420888"/>
            <a:ext cx="8136904" cy="3929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Helvetica"/>
              </a:rPr>
              <a:t>Overkill- will our resources suffice?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Helvetica"/>
              </a:rPr>
              <a:t>Anyone can publish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Helvetica"/>
              </a:rPr>
              <a:t>Leave it there as long as they like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Helvetica"/>
              </a:rPr>
              <a:t>Change or remove without warning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Helvetica"/>
              </a:rPr>
              <a:t>No formal publishing process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Helvetica"/>
              </a:rPr>
              <a:t>Lose marks for using unreliable website</a:t>
            </a:r>
            <a:endParaRPr lang="en-GB" sz="24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309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When to use the Web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9552" y="2060848"/>
            <a:ext cx="8136904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800" dirty="0">
                <a:solidFill>
                  <a:srgbClr val="000000"/>
                </a:solidFill>
                <a:latin typeface="Helvetica"/>
              </a:rPr>
              <a:t>May be the first port of call for information</a:t>
            </a:r>
          </a:p>
          <a:p>
            <a:pPr marL="914400" lvl="1" indent="-457200" fontAlgn="base">
              <a:spcBef>
                <a:spcPts val="768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GB" sz="2800" dirty="0">
                <a:solidFill>
                  <a:srgbClr val="000000"/>
                </a:solidFill>
                <a:latin typeface="Helvetica"/>
              </a:rPr>
              <a:t>Quick reference (e.g. online dictionaries)</a:t>
            </a:r>
          </a:p>
          <a:p>
            <a:pPr marL="914400" lvl="1" indent="-457200" fontAlgn="base">
              <a:spcBef>
                <a:spcPts val="768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GB" sz="2800" dirty="0">
                <a:solidFill>
                  <a:srgbClr val="000000"/>
                </a:solidFill>
                <a:latin typeface="Helvetica"/>
              </a:rPr>
              <a:t>Organisations and societies</a:t>
            </a:r>
          </a:p>
          <a:p>
            <a:pPr marL="914400" lvl="1" indent="-457200" fontAlgn="base">
              <a:spcBef>
                <a:spcPts val="768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GB" sz="2800" dirty="0">
                <a:solidFill>
                  <a:srgbClr val="000000"/>
                </a:solidFill>
                <a:latin typeface="Helvetica"/>
              </a:rPr>
              <a:t>News/directories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800" dirty="0">
                <a:solidFill>
                  <a:srgbClr val="000000"/>
                </a:solidFill>
                <a:latin typeface="Helvetica"/>
              </a:rPr>
              <a:t>Used to </a:t>
            </a:r>
            <a:r>
              <a:rPr lang="en-GB" sz="2800" b="1" i="1" dirty="0">
                <a:solidFill>
                  <a:srgbClr val="000000"/>
                </a:solidFill>
                <a:latin typeface="Helvetica"/>
              </a:rPr>
              <a:t>supplement </a:t>
            </a:r>
            <a:r>
              <a:rPr lang="en-GB" sz="2800" dirty="0">
                <a:solidFill>
                  <a:srgbClr val="000000"/>
                </a:solidFill>
                <a:latin typeface="Helvetica"/>
              </a:rPr>
              <a:t> academic research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2800" dirty="0">
                <a:solidFill>
                  <a:srgbClr val="000000"/>
                </a:solidFill>
                <a:latin typeface="Helvetica"/>
              </a:rPr>
              <a:t>Can be used for academic research</a:t>
            </a:r>
          </a:p>
          <a:p>
            <a:pPr marL="914400" lvl="1" indent="-457200" fontAlgn="base">
              <a:spcBef>
                <a:spcPts val="768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GB" sz="2800" dirty="0">
                <a:solidFill>
                  <a:srgbClr val="000000"/>
                </a:solidFill>
                <a:latin typeface="Helvetica"/>
                <a:hlinkClick r:id="rId2"/>
              </a:rPr>
              <a:t>Google Scholar</a:t>
            </a:r>
            <a:endParaRPr lang="en-GB" sz="2800" dirty="0">
              <a:solidFill>
                <a:srgbClr val="000000"/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259898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Basics of searching…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1630326179"/>
              </p:ext>
            </p:extLst>
          </p:nvPr>
        </p:nvGraphicFramePr>
        <p:xfrm>
          <a:off x="467544" y="2132856"/>
          <a:ext cx="8229600" cy="3888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48941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How to evaluate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258180771"/>
              </p:ext>
            </p:extLst>
          </p:nvPr>
        </p:nvGraphicFramePr>
        <p:xfrm>
          <a:off x="323528" y="1988840"/>
          <a:ext cx="8424863" cy="4321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4924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558984"/>
              </p:ext>
            </p:extLst>
          </p:nvPr>
        </p:nvGraphicFramePr>
        <p:xfrm>
          <a:off x="539552" y="1844824"/>
          <a:ext cx="8136904" cy="4610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2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4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158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Article</a:t>
                      </a:r>
                      <a:r>
                        <a:rPr lang="en-GB" sz="1000" baseline="0" dirty="0">
                          <a:solidFill>
                            <a:schemeClr val="tx1"/>
                          </a:solidFill>
                        </a:rPr>
                        <a:t> one</a:t>
                      </a:r>
                      <a:endParaRPr lang="en-GB" sz="1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aseline="0" dirty="0">
                          <a:solidFill>
                            <a:schemeClr val="tx1"/>
                          </a:solidFill>
                        </a:rPr>
                        <a:t>Article two</a:t>
                      </a:r>
                    </a:p>
                    <a:p>
                      <a:endParaRPr lang="en-GB" sz="10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baseline="0" dirty="0">
                          <a:solidFill>
                            <a:schemeClr val="tx1"/>
                          </a:solidFill>
                        </a:rPr>
                        <a:t>Article three</a:t>
                      </a:r>
                    </a:p>
                    <a:p>
                      <a:endParaRPr lang="en-GB" sz="10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789">
                <a:tc>
                  <a:txBody>
                    <a:bodyPr/>
                    <a:lstStyle/>
                    <a:p>
                      <a:r>
                        <a:rPr lang="en-GB" sz="1400" dirty="0"/>
                        <a:t>Research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To quantify health impact of increasing the price of alcohol across Europe.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2012 update of Sheffield Alcohol Policy Model for population of Scotland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News article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866">
                <a:tc>
                  <a:txBody>
                    <a:bodyPr/>
                    <a:lstStyle/>
                    <a:p>
                      <a:r>
                        <a:rPr lang="en-GB" sz="1400" dirty="0"/>
                        <a:t>Methodology</a:t>
                      </a:r>
                    </a:p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Dynamically project changes in population health using alcohol consumption data and corresponding country disease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Statistical modelling.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None given. Statements made without any evidence provided in support.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6916">
                <a:tc>
                  <a:txBody>
                    <a:bodyPr/>
                    <a:lstStyle/>
                    <a:p>
                      <a:r>
                        <a:rPr lang="en-GB" sz="1400" dirty="0"/>
                        <a:t>Results</a:t>
                      </a:r>
                    </a:p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Increasing price of alcohol to Finnish model would postpone significant numbers of alcohol related deaths over 10 years and lead to a reduction in chronic diseases.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A minimum price increase will result in a decrease in alcohol-related hospital admissions and deaths. Also result in a decrease in alcohol-related crimes, absenteeism from work and unemployment from work due to alcohol-related problems.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Minimum pricing policy is regressive taxation, there is no evidence to back up health benefit claims and illegal under European law.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1866">
                <a:tc>
                  <a:txBody>
                    <a:bodyPr/>
                    <a:lstStyle/>
                    <a:p>
                      <a:r>
                        <a:rPr lang="en-GB" sz="1400" dirty="0"/>
                        <a:t>Conclusions</a:t>
                      </a:r>
                    </a:p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Reducing excessive drinking in EU would result in significant gains in population health.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A minimum price increase will result in a decrease in alcohol-related hospital admissions, deaths, crimes, absenteeism.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Minimum pricing policy wouldn’t address health claims and has other negative side effects for society.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789">
                <a:tc>
                  <a:txBody>
                    <a:bodyPr/>
                    <a:lstStyle/>
                    <a:p>
                      <a:r>
                        <a:rPr lang="en-GB" sz="1400" dirty="0"/>
                        <a:t>Weaknesses</a:t>
                      </a:r>
                    </a:p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Conceptual, predictive study.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Conceptual, predictive study.</a:t>
                      </a:r>
                    </a:p>
                    <a:p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No evidence to back up claims.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39552" y="1052735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9263"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GB" sz="3600" b="1" dirty="0">
                <a:solidFill>
                  <a:srgbClr val="92D050"/>
                </a:solidFill>
                <a:latin typeface="Helvetica" panose="020B0604020202020204" pitchFamily="34" charset="0"/>
                <a:ea typeface="ＭＳ Ｐゴシック" pitchFamily="34" charset="-128"/>
                <a:cs typeface="Helvetica" panose="020B0604020202020204" pitchFamily="34" charset="0"/>
              </a:rPr>
              <a:t>Matrix Grid</a:t>
            </a:r>
          </a:p>
        </p:txBody>
      </p:sp>
    </p:spTree>
    <p:extLst>
      <p:ext uri="{BB962C8B-B14F-4D97-AF65-F5344CB8AC3E}">
        <p14:creationId xmlns:p14="http://schemas.microsoft.com/office/powerpoint/2010/main" val="51806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Summary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9552" y="2420888"/>
            <a:ext cx="8136904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Helvetica"/>
              </a:rPr>
              <a:t>Decide upon your search words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Helvetica"/>
              </a:rPr>
              <a:t>Have a search strategy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Helvetica"/>
              </a:rPr>
              <a:t>Think about what resources to use</a:t>
            </a:r>
          </a:p>
          <a:p>
            <a:pPr marL="285750" indent="-285750" fontAlgn="base">
              <a:lnSpc>
                <a:spcPct val="150000"/>
              </a:lnSpc>
              <a:spcBef>
                <a:spcPts val="768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GB" sz="3200" dirty="0">
                <a:solidFill>
                  <a:srgbClr val="000000"/>
                </a:solidFill>
                <a:latin typeface="Helvetica"/>
              </a:rPr>
              <a:t>Keep a record of your search</a:t>
            </a:r>
          </a:p>
        </p:txBody>
      </p:sp>
    </p:spTree>
    <p:extLst>
      <p:ext uri="{BB962C8B-B14F-4D97-AF65-F5344CB8AC3E}">
        <p14:creationId xmlns:p14="http://schemas.microsoft.com/office/powerpoint/2010/main" val="36845941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00" y="2911732"/>
            <a:ext cx="724111" cy="70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364906" y="1938923"/>
            <a:ext cx="3976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GB" sz="2000" b="1" dirty="0">
                <a:solidFill>
                  <a:srgbClr val="9BBB59"/>
                </a:solidFill>
                <a:cs typeface="Calibri" panose="020F0502020204030204" pitchFamily="34" charset="0"/>
              </a:rPr>
              <a:t>Skills for Learning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GB" sz="1600" b="1" dirty="0">
                <a:solidFill>
                  <a:srgbClr val="9BBB59"/>
                </a:solidFill>
                <a:cs typeface="Calibri" panose="020F0502020204030204" pitchFamily="34" charset="0"/>
                <a:hlinkClick r:id="rId4"/>
              </a:rPr>
              <a:t>www.wlv.ac.uk/skills</a:t>
            </a:r>
            <a:r>
              <a:rPr lang="en-GB" sz="1600" b="1" dirty="0">
                <a:solidFill>
                  <a:srgbClr val="9BBB59"/>
                </a:solidFill>
                <a:cs typeface="Calibri" panose="020F0502020204030204" pitchFamily="34" charset="0"/>
              </a:rPr>
              <a:t>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55098" y="2843735"/>
            <a:ext cx="3166829" cy="695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GB" sz="2000" b="1" dirty="0">
                <a:solidFill>
                  <a:srgbClr val="9BBB59"/>
                </a:solidFill>
                <a:cs typeface="Calibri" panose="020F0502020204030204" pitchFamily="34" charset="0"/>
              </a:rPr>
              <a:t>ASSIST – Online chat service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GB" sz="1600" b="1" dirty="0">
                <a:solidFill>
                  <a:srgbClr val="9BBB59"/>
                </a:solidFill>
                <a:cs typeface="Calibri" panose="020F0502020204030204" pitchFamily="34" charset="0"/>
                <a:hlinkClick r:id="rId5"/>
              </a:rPr>
              <a:t>www.wlv.ac.uk/lib/assist</a:t>
            </a:r>
            <a:r>
              <a:rPr lang="en-GB" sz="1600" b="1" dirty="0">
                <a:solidFill>
                  <a:srgbClr val="9BBB59"/>
                </a:solidFill>
                <a:cs typeface="Calibri" panose="020F0502020204030204" pitchFamily="34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2404" y="3779839"/>
            <a:ext cx="1969963" cy="695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GB" sz="2000" b="1" dirty="0">
                <a:solidFill>
                  <a:srgbClr val="9BBB59"/>
                </a:solidFill>
                <a:cs typeface="Calibri" panose="020F0502020204030204" pitchFamily="34" charset="0"/>
              </a:rPr>
              <a:t>Learning Centres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GB" sz="1600" b="1" dirty="0">
                <a:solidFill>
                  <a:srgbClr val="9BBB59"/>
                </a:solidFill>
                <a:cs typeface="Calibri" panose="020F0502020204030204" pitchFamily="34" charset="0"/>
                <a:hlinkClick r:id="rId6"/>
              </a:rPr>
              <a:t>www.wlv.ac.uk/lib</a:t>
            </a:r>
            <a:r>
              <a:rPr lang="en-GB" sz="1600" b="1" dirty="0">
                <a:solidFill>
                  <a:srgbClr val="9BBB59"/>
                </a:solidFill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77" y="1846177"/>
            <a:ext cx="613934" cy="78832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84" y="3779839"/>
            <a:ext cx="621827" cy="7984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26357" y="5433318"/>
            <a:ext cx="576064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49263">
              <a:spcAft>
                <a:spcPts val="60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r>
              <a:rPr lang="en-GB" sz="1600" b="1" dirty="0">
                <a:solidFill>
                  <a:srgbClr val="9BBB59"/>
                </a:solidFill>
                <a:ea typeface="ＭＳ Ｐゴシック" pitchFamily="34" charset="-128"/>
              </a:rPr>
              <a:t>Find us on Facebook   </a:t>
            </a:r>
            <a:r>
              <a:rPr lang="en-GB" sz="1600" b="1" dirty="0">
                <a:solidFill>
                  <a:srgbClr val="002060"/>
                </a:solidFill>
                <a:ea typeface="ＭＳ Ｐゴシック" pitchFamily="34" charset="-128"/>
              </a:rPr>
              <a:t>www.facebook.com/wlvskills  </a:t>
            </a:r>
          </a:p>
          <a:p>
            <a:pPr defTabSz="449263">
              <a:spcAft>
                <a:spcPts val="60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r>
              <a:rPr lang="en-GB" sz="1600" b="1" dirty="0">
                <a:solidFill>
                  <a:srgbClr val="9BBB59"/>
                </a:solidFill>
                <a:ea typeface="ＭＳ Ｐゴシック" pitchFamily="34" charset="-128"/>
              </a:rPr>
              <a:t>Follow us on Twitter    </a:t>
            </a:r>
            <a:r>
              <a:rPr lang="en-GB" sz="1600" b="1" dirty="0">
                <a:solidFill>
                  <a:srgbClr val="002060"/>
                </a:solidFill>
                <a:ea typeface="ＭＳ Ｐゴシック" pitchFamily="34" charset="-128"/>
              </a:rPr>
              <a:t>www.twitter.com/wlv_skills </a:t>
            </a:r>
          </a:p>
          <a:p>
            <a:pPr defTabSz="449263">
              <a:spcAft>
                <a:spcPts val="60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r>
              <a:rPr lang="en-GB" sz="1600" b="1" dirty="0">
                <a:solidFill>
                  <a:srgbClr val="9BBB59"/>
                </a:solidFill>
                <a:ea typeface="ＭＳ Ｐゴシック" pitchFamily="34" charset="-128"/>
              </a:rPr>
              <a:t>Watch us on YouTube  </a:t>
            </a:r>
            <a:r>
              <a:rPr lang="en-GB" sz="1600" b="1" kern="0" dirty="0">
                <a:solidFill>
                  <a:srgbClr val="002060"/>
                </a:solidFill>
                <a:ea typeface="ＭＳ Ｐゴシック" pitchFamily="34" charset="-128"/>
              </a:rPr>
              <a:t>http://bit.ly/13LxOkd</a:t>
            </a:r>
          </a:p>
          <a:p>
            <a:pPr defTabSz="449263"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GB" sz="1600" b="1" dirty="0">
              <a:solidFill>
                <a:srgbClr val="002060"/>
              </a:solidFill>
              <a:ea typeface="ＭＳ Ｐゴシック" pitchFamily="34" charset="-128"/>
            </a:endParaRPr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246" y="4516384"/>
            <a:ext cx="2160240" cy="928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/>
          <p:cNvSpPr txBox="1">
            <a:spLocks/>
          </p:cNvSpPr>
          <p:nvPr/>
        </p:nvSpPr>
        <p:spPr bwMode="auto">
          <a:xfrm>
            <a:off x="464132" y="1277887"/>
            <a:ext cx="8064896" cy="571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Rockwell" pitchFamily="18" charset="0"/>
              </a:defRPr>
            </a:lvl9pPr>
          </a:lstStyle>
          <a:p>
            <a:pPr>
              <a:defRPr/>
            </a:pPr>
            <a:br>
              <a:rPr lang="en-GB" sz="3400" b="1" kern="0" dirty="0">
                <a:solidFill>
                  <a:srgbClr val="9BBB59"/>
                </a:solidFill>
                <a:latin typeface="Helvetica"/>
              </a:rPr>
            </a:br>
            <a:r>
              <a:rPr lang="en-GB" sz="3400" b="1" kern="0" dirty="0">
                <a:solidFill>
                  <a:srgbClr val="9BBB59"/>
                </a:solidFill>
                <a:latin typeface="Helvetica"/>
              </a:rPr>
              <a:t>Useful Links</a:t>
            </a:r>
            <a:br>
              <a:rPr lang="en-GB" b="1" kern="0" dirty="0">
                <a:solidFill>
                  <a:srgbClr val="9BBB59"/>
                </a:solidFill>
                <a:latin typeface="Rockwell"/>
              </a:rPr>
            </a:br>
            <a:endParaRPr lang="en-GB" kern="0" dirty="0">
              <a:solidFill>
                <a:srgbClr val="9BBB59"/>
              </a:solidFill>
              <a:latin typeface="Rockwell"/>
            </a:endParaRPr>
          </a:p>
        </p:txBody>
      </p:sp>
    </p:spTree>
    <p:extLst>
      <p:ext uri="{BB962C8B-B14F-4D97-AF65-F5344CB8AC3E}">
        <p14:creationId xmlns:p14="http://schemas.microsoft.com/office/powerpoint/2010/main" val="213822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07311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ow2">
  <a:themeElements>
    <a:clrScheme name="uow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ew WLV Branding - 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ow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3980</TotalTime>
  <Words>1261</Words>
  <Application>Microsoft Office PowerPoint</Application>
  <PresentationFormat>On-screen Show (4:3)</PresentationFormat>
  <Paragraphs>299</Paragraphs>
  <Slides>35</Slides>
  <Notes>8</Notes>
  <HiddenSlides>9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Arial</vt:lpstr>
      <vt:lpstr>Calibri</vt:lpstr>
      <vt:lpstr>Constantia</vt:lpstr>
      <vt:lpstr>Courier New</vt:lpstr>
      <vt:lpstr>Helvetica</vt:lpstr>
      <vt:lpstr>Roboto</vt:lpstr>
      <vt:lpstr>Rockwell</vt:lpstr>
      <vt:lpstr>Times New Roman</vt:lpstr>
      <vt:lpstr>Wingdings</vt:lpstr>
      <vt:lpstr>1_Office Theme</vt:lpstr>
      <vt:lpstr>uow2</vt:lpstr>
      <vt:lpstr>Finding Academic Information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Search Terms</vt:lpstr>
      <vt:lpstr> Search Options</vt:lpstr>
      <vt:lpstr>PowerPoint Presentation</vt:lpstr>
      <vt:lpstr>PowerPoint Presentation</vt:lpstr>
      <vt:lpstr> Truncation</vt:lpstr>
      <vt:lpstr>Phrase searching</vt:lpstr>
      <vt:lpstr> Wildcard searching</vt:lpstr>
      <vt:lpstr> Wildcard searching</vt:lpstr>
      <vt:lpstr>Search options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Wolverhampton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Harvard Referencing (Cite Them Right)</dc:title>
  <dc:creator>Stephens, Linda</dc:creator>
  <cp:lastModifiedBy>Stolarczuk, Philip</cp:lastModifiedBy>
  <cp:revision>18</cp:revision>
  <cp:lastPrinted>2023-03-29T12:23:55Z</cp:lastPrinted>
  <dcterms:created xsi:type="dcterms:W3CDTF">2018-09-06T09:36:26Z</dcterms:created>
  <dcterms:modified xsi:type="dcterms:W3CDTF">2023-12-02T10:20:56Z</dcterms:modified>
</cp:coreProperties>
</file>