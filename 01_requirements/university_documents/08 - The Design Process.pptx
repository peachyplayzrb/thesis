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3" r:id="rId2"/>
  </p:sldMasterIdLst>
  <p:notesMasterIdLst>
    <p:notesMasterId r:id="rId23"/>
  </p:notesMasterIdLst>
  <p:handoutMasterIdLst>
    <p:handoutMasterId r:id="rId24"/>
  </p:handoutMasterIdLst>
  <p:sldIdLst>
    <p:sldId id="427" r:id="rId3"/>
    <p:sldId id="438" r:id="rId4"/>
    <p:sldId id="274" r:id="rId5"/>
    <p:sldId id="434" r:id="rId6"/>
    <p:sldId id="435" r:id="rId7"/>
    <p:sldId id="436" r:id="rId8"/>
    <p:sldId id="437" r:id="rId9"/>
    <p:sldId id="416" r:id="rId10"/>
    <p:sldId id="272" r:id="rId11"/>
    <p:sldId id="444" r:id="rId12"/>
    <p:sldId id="275" r:id="rId13"/>
    <p:sldId id="430" r:id="rId14"/>
    <p:sldId id="432" r:id="rId15"/>
    <p:sldId id="439" r:id="rId16"/>
    <p:sldId id="440" r:id="rId17"/>
    <p:sldId id="445" r:id="rId18"/>
    <p:sldId id="441" r:id="rId19"/>
    <p:sldId id="442" r:id="rId20"/>
    <p:sldId id="443" r:id="rId21"/>
    <p:sldId id="415" r:id="rId22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E36D26-857C-41FC-AF75-FDCD4A163AFF}" v="12" dt="2024-09-16T13:24:39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7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eret, Alix" userId="2b14d67b-edbf-45e0-a6ef-71e04653e348" providerId="ADAL" clId="{76E36D26-857C-41FC-AF75-FDCD4A163AFF}"/>
    <pc:docChg chg="custSel modSld">
      <pc:chgData name="Bergeret, Alix" userId="2b14d67b-edbf-45e0-a6ef-71e04653e348" providerId="ADAL" clId="{76E36D26-857C-41FC-AF75-FDCD4A163AFF}" dt="2024-09-16T13:26:57.826" v="35" actId="14861"/>
      <pc:docMkLst>
        <pc:docMk/>
      </pc:docMkLst>
      <pc:sldChg chg="modAnim">
        <pc:chgData name="Bergeret, Alix" userId="2b14d67b-edbf-45e0-a6ef-71e04653e348" providerId="ADAL" clId="{76E36D26-857C-41FC-AF75-FDCD4A163AFF}" dt="2024-09-16T13:13:19.056" v="12"/>
        <pc:sldMkLst>
          <pc:docMk/>
          <pc:sldMk cId="0" sldId="272"/>
        </pc:sldMkLst>
      </pc:sldChg>
      <pc:sldChg chg="modSp mod modAnim">
        <pc:chgData name="Bergeret, Alix" userId="2b14d67b-edbf-45e0-a6ef-71e04653e348" providerId="ADAL" clId="{76E36D26-857C-41FC-AF75-FDCD4A163AFF}" dt="2024-09-16T13:26:57.826" v="35" actId="14861"/>
        <pc:sldMkLst>
          <pc:docMk/>
          <pc:sldMk cId="0" sldId="274"/>
        </pc:sldMkLst>
        <pc:spChg chg="mod">
          <ac:chgData name="Bergeret, Alix" userId="2b14d67b-edbf-45e0-a6ef-71e04653e348" providerId="ADAL" clId="{76E36D26-857C-41FC-AF75-FDCD4A163AFF}" dt="2024-09-16T13:26:51.623" v="34" actId="14861"/>
          <ac:spMkLst>
            <pc:docMk/>
            <pc:sldMk cId="0" sldId="274"/>
            <ac:spMk id="3" creationId="{F3B80815-2909-2FFC-DB5F-1B199BB56772}"/>
          </ac:spMkLst>
        </pc:spChg>
        <pc:spChg chg="mod">
          <ac:chgData name="Bergeret, Alix" userId="2b14d67b-edbf-45e0-a6ef-71e04653e348" providerId="ADAL" clId="{76E36D26-857C-41FC-AF75-FDCD4A163AFF}" dt="2024-09-16T13:12:05.207" v="8" actId="108"/>
          <ac:spMkLst>
            <pc:docMk/>
            <pc:sldMk cId="0" sldId="274"/>
            <ac:spMk id="7" creationId="{5E5F502B-BAB5-0EC1-88D7-43921940F4AC}"/>
          </ac:spMkLst>
        </pc:spChg>
        <pc:spChg chg="mod">
          <ac:chgData name="Bergeret, Alix" userId="2b14d67b-edbf-45e0-a6ef-71e04653e348" providerId="ADAL" clId="{76E36D26-857C-41FC-AF75-FDCD4A163AFF}" dt="2024-09-16T13:23:34.981" v="25" actId="14861"/>
          <ac:spMkLst>
            <pc:docMk/>
            <pc:sldMk cId="0" sldId="274"/>
            <ac:spMk id="8" creationId="{DE0D1A10-0847-53EF-D284-09B10312BAB5}"/>
          </ac:spMkLst>
        </pc:spChg>
        <pc:spChg chg="mod">
          <ac:chgData name="Bergeret, Alix" userId="2b14d67b-edbf-45e0-a6ef-71e04653e348" providerId="ADAL" clId="{76E36D26-857C-41FC-AF75-FDCD4A163AFF}" dt="2024-09-16T13:23:34.981" v="25" actId="14861"/>
          <ac:spMkLst>
            <pc:docMk/>
            <pc:sldMk cId="0" sldId="274"/>
            <ac:spMk id="9" creationId="{3EA4BFB3-2E63-93EA-5C47-BBCC587BBDE5}"/>
          </ac:spMkLst>
        </pc:spChg>
        <pc:spChg chg="mod">
          <ac:chgData name="Bergeret, Alix" userId="2b14d67b-edbf-45e0-a6ef-71e04653e348" providerId="ADAL" clId="{76E36D26-857C-41FC-AF75-FDCD4A163AFF}" dt="2024-09-16T13:26:45.929" v="33" actId="14861"/>
          <ac:spMkLst>
            <pc:docMk/>
            <pc:sldMk cId="0" sldId="274"/>
            <ac:spMk id="12" creationId="{511F3385-EDD0-81AF-2322-4BC0EB45F8F4}"/>
          </ac:spMkLst>
        </pc:spChg>
        <pc:spChg chg="mod">
          <ac:chgData name="Bergeret, Alix" userId="2b14d67b-edbf-45e0-a6ef-71e04653e348" providerId="ADAL" clId="{76E36D26-857C-41FC-AF75-FDCD4A163AFF}" dt="2024-09-16T13:11:34.058" v="6" actId="1076"/>
          <ac:spMkLst>
            <pc:docMk/>
            <pc:sldMk cId="0" sldId="274"/>
            <ac:spMk id="13" creationId="{7720512C-7EA4-1B1B-FCB3-F3AEF466C787}"/>
          </ac:spMkLst>
        </pc:spChg>
        <pc:spChg chg="mod">
          <ac:chgData name="Bergeret, Alix" userId="2b14d67b-edbf-45e0-a6ef-71e04653e348" providerId="ADAL" clId="{76E36D26-857C-41FC-AF75-FDCD4A163AFF}" dt="2024-09-16T13:23:34.981" v="25" actId="14861"/>
          <ac:spMkLst>
            <pc:docMk/>
            <pc:sldMk cId="0" sldId="274"/>
            <ac:spMk id="15" creationId="{154B2C74-2082-8291-4F3A-4EAFA44620F0}"/>
          </ac:spMkLst>
        </pc:spChg>
        <pc:spChg chg="mod">
          <ac:chgData name="Bergeret, Alix" userId="2b14d67b-edbf-45e0-a6ef-71e04653e348" providerId="ADAL" clId="{76E36D26-857C-41FC-AF75-FDCD4A163AFF}" dt="2024-09-16T13:23:34.981" v="25" actId="14861"/>
          <ac:spMkLst>
            <pc:docMk/>
            <pc:sldMk cId="0" sldId="274"/>
            <ac:spMk id="16" creationId="{F76818B3-D1F0-852B-B203-E91FD375F751}"/>
          </ac:spMkLst>
        </pc:spChg>
        <pc:spChg chg="mod">
          <ac:chgData name="Bergeret, Alix" userId="2b14d67b-edbf-45e0-a6ef-71e04653e348" providerId="ADAL" clId="{76E36D26-857C-41FC-AF75-FDCD4A163AFF}" dt="2024-09-16T13:26:57.826" v="35" actId="14861"/>
          <ac:spMkLst>
            <pc:docMk/>
            <pc:sldMk cId="0" sldId="274"/>
            <ac:spMk id="18" creationId="{A529EF12-B03B-34EA-A1B3-4276199DED55}"/>
          </ac:spMkLst>
        </pc:spChg>
        <pc:spChg chg="mod">
          <ac:chgData name="Bergeret, Alix" userId="2b14d67b-edbf-45e0-a6ef-71e04653e348" providerId="ADAL" clId="{76E36D26-857C-41FC-AF75-FDCD4A163AFF}" dt="2024-09-16T13:11:48.260" v="7" actId="1076"/>
          <ac:spMkLst>
            <pc:docMk/>
            <pc:sldMk cId="0" sldId="274"/>
            <ac:spMk id="19" creationId="{4B4BC865-1C2B-4F54-10B7-5ED82AB8FC49}"/>
          </ac:spMkLst>
        </pc:spChg>
        <pc:spChg chg="mod">
          <ac:chgData name="Bergeret, Alix" userId="2b14d67b-edbf-45e0-a6ef-71e04653e348" providerId="ADAL" clId="{76E36D26-857C-41FC-AF75-FDCD4A163AFF}" dt="2024-09-16T13:10:47.756" v="4" actId="14861"/>
          <ac:spMkLst>
            <pc:docMk/>
            <pc:sldMk cId="0" sldId="274"/>
            <ac:spMk id="20" creationId="{E1B7779D-08E3-EC07-2FA1-50387DBBA717}"/>
          </ac:spMkLst>
        </pc:spChg>
        <pc:spChg chg="mod">
          <ac:chgData name="Bergeret, Alix" userId="2b14d67b-edbf-45e0-a6ef-71e04653e348" providerId="ADAL" clId="{76E36D26-857C-41FC-AF75-FDCD4A163AFF}" dt="2024-09-16T13:23:34.981" v="25" actId="14861"/>
          <ac:spMkLst>
            <pc:docMk/>
            <pc:sldMk cId="0" sldId="274"/>
            <ac:spMk id="21" creationId="{33F9A2B3-DA1E-ED31-E7B1-BB2BC2A4A9A1}"/>
          </ac:spMkLst>
        </pc:spChg>
        <pc:grpChg chg="mod">
          <ac:chgData name="Bergeret, Alix" userId="2b14d67b-edbf-45e0-a6ef-71e04653e348" providerId="ADAL" clId="{76E36D26-857C-41FC-AF75-FDCD4A163AFF}" dt="2024-09-16T13:23:34.981" v="25" actId="14861"/>
          <ac:grpSpMkLst>
            <pc:docMk/>
            <pc:sldMk cId="0" sldId="274"/>
            <ac:grpSpMk id="2" creationId="{C1D7AFF4-9D0D-18EA-42AB-620AB4523D0E}"/>
          </ac:grpSpMkLst>
        </pc:grpChg>
        <pc:grpChg chg="mod">
          <ac:chgData name="Bergeret, Alix" userId="2b14d67b-edbf-45e0-a6ef-71e04653e348" providerId="ADAL" clId="{76E36D26-857C-41FC-AF75-FDCD4A163AFF}" dt="2024-09-16T13:23:34.981" v="25" actId="14861"/>
          <ac:grpSpMkLst>
            <pc:docMk/>
            <pc:sldMk cId="0" sldId="274"/>
            <ac:grpSpMk id="10" creationId="{F0339FBD-95DD-F900-5D32-4B00899D43A1}"/>
          </ac:grpSpMkLst>
        </pc:grpChg>
        <pc:grpChg chg="mod">
          <ac:chgData name="Bergeret, Alix" userId="2b14d67b-edbf-45e0-a6ef-71e04653e348" providerId="ADAL" clId="{76E36D26-857C-41FC-AF75-FDCD4A163AFF}" dt="2024-09-16T13:23:34.981" v="25" actId="14861"/>
          <ac:grpSpMkLst>
            <pc:docMk/>
            <pc:sldMk cId="0" sldId="274"/>
            <ac:grpSpMk id="17" creationId="{17F8506C-950B-AD88-AE77-01836B7D00E1}"/>
          </ac:grpSpMkLst>
        </pc:grpChg>
      </pc:sldChg>
      <pc:sldChg chg="modSp mod">
        <pc:chgData name="Bergeret, Alix" userId="2b14d67b-edbf-45e0-a6ef-71e04653e348" providerId="ADAL" clId="{76E36D26-857C-41FC-AF75-FDCD4A163AFF}" dt="2024-09-16T13:10:34.313" v="2" actId="27636"/>
        <pc:sldMkLst>
          <pc:docMk/>
          <pc:sldMk cId="0" sldId="430"/>
        </pc:sldMkLst>
        <pc:spChg chg="mod">
          <ac:chgData name="Bergeret, Alix" userId="2b14d67b-edbf-45e0-a6ef-71e04653e348" providerId="ADAL" clId="{76E36D26-857C-41FC-AF75-FDCD4A163AFF}" dt="2024-09-16T13:10:34.313" v="2" actId="27636"/>
          <ac:spMkLst>
            <pc:docMk/>
            <pc:sldMk cId="0" sldId="430"/>
            <ac:spMk id="3" creationId="{E6CB9747-B49D-3067-18CA-0F27FA26CEC9}"/>
          </ac:spMkLst>
        </pc:spChg>
      </pc:sldChg>
      <pc:sldChg chg="modSp mod">
        <pc:chgData name="Bergeret, Alix" userId="2b14d67b-edbf-45e0-a6ef-71e04653e348" providerId="ADAL" clId="{76E36D26-857C-41FC-AF75-FDCD4A163AFF}" dt="2024-09-16T13:23:51.254" v="26" actId="14861"/>
        <pc:sldMkLst>
          <pc:docMk/>
          <pc:sldMk cId="0" sldId="434"/>
        </pc:sldMkLst>
        <pc:spChg chg="mod">
          <ac:chgData name="Bergeret, Alix" userId="2b14d67b-edbf-45e0-a6ef-71e04653e348" providerId="ADAL" clId="{76E36D26-857C-41FC-AF75-FDCD4A163AFF}" dt="2024-09-16T13:11:18.237" v="5" actId="14861"/>
          <ac:spMkLst>
            <pc:docMk/>
            <pc:sldMk cId="0" sldId="434"/>
            <ac:spMk id="3" creationId="{7A2A4121-1F81-07F8-A253-FEECF081CD82}"/>
          </ac:spMkLst>
        </pc:spChg>
        <pc:spChg chg="mod">
          <ac:chgData name="Bergeret, Alix" userId="2b14d67b-edbf-45e0-a6ef-71e04653e348" providerId="ADAL" clId="{76E36D26-857C-41FC-AF75-FDCD4A163AFF}" dt="2024-09-16T13:11:18.237" v="5" actId="14861"/>
          <ac:spMkLst>
            <pc:docMk/>
            <pc:sldMk cId="0" sldId="434"/>
            <ac:spMk id="4" creationId="{6DD20CDF-C14E-59A0-FC84-7D3A2E62240A}"/>
          </ac:spMkLst>
        </pc:spChg>
        <pc:spChg chg="mod">
          <ac:chgData name="Bergeret, Alix" userId="2b14d67b-edbf-45e0-a6ef-71e04653e348" providerId="ADAL" clId="{76E36D26-857C-41FC-AF75-FDCD4A163AFF}" dt="2024-09-16T13:11:18.237" v="5" actId="14861"/>
          <ac:spMkLst>
            <pc:docMk/>
            <pc:sldMk cId="0" sldId="434"/>
            <ac:spMk id="5" creationId="{C3AA8892-18BD-F374-4E11-04DB0F094001}"/>
          </ac:spMkLst>
        </pc:spChg>
        <pc:spChg chg="mod">
          <ac:chgData name="Bergeret, Alix" userId="2b14d67b-edbf-45e0-a6ef-71e04653e348" providerId="ADAL" clId="{76E36D26-857C-41FC-AF75-FDCD4A163AFF}" dt="2024-09-16T13:11:18.237" v="5" actId="14861"/>
          <ac:spMkLst>
            <pc:docMk/>
            <pc:sldMk cId="0" sldId="434"/>
            <ac:spMk id="6" creationId="{B6D02E12-B96B-1FF6-AAAD-CD0FBF1D0A0D}"/>
          </ac:spMkLst>
        </pc:spChg>
        <pc:spChg chg="mod">
          <ac:chgData name="Bergeret, Alix" userId="2b14d67b-edbf-45e0-a6ef-71e04653e348" providerId="ADAL" clId="{76E36D26-857C-41FC-AF75-FDCD4A163AFF}" dt="2024-09-16T13:11:18.237" v="5" actId="14861"/>
          <ac:spMkLst>
            <pc:docMk/>
            <pc:sldMk cId="0" sldId="434"/>
            <ac:spMk id="7" creationId="{065BC8F5-E23B-9F35-D13C-FAFB0721C9E2}"/>
          </ac:spMkLst>
        </pc:spChg>
        <pc:cxnChg chg="mod">
          <ac:chgData name="Bergeret, Alix" userId="2b14d67b-edbf-45e0-a6ef-71e04653e348" providerId="ADAL" clId="{76E36D26-857C-41FC-AF75-FDCD4A163AFF}" dt="2024-09-16T13:23:51.254" v="26" actId="14861"/>
          <ac:cxnSpMkLst>
            <pc:docMk/>
            <pc:sldMk cId="0" sldId="434"/>
            <ac:cxnSpMk id="8" creationId="{E70CA2CE-2BD3-4B29-20BA-08FC555B7E7C}"/>
          </ac:cxnSpMkLst>
        </pc:cxnChg>
        <pc:cxnChg chg="mod">
          <ac:chgData name="Bergeret, Alix" userId="2b14d67b-edbf-45e0-a6ef-71e04653e348" providerId="ADAL" clId="{76E36D26-857C-41FC-AF75-FDCD4A163AFF}" dt="2024-09-16T13:23:51.254" v="26" actId="14861"/>
          <ac:cxnSpMkLst>
            <pc:docMk/>
            <pc:sldMk cId="0" sldId="434"/>
            <ac:cxnSpMk id="9" creationId="{3830F188-D5A8-0674-AB2A-DB1706C13203}"/>
          </ac:cxnSpMkLst>
        </pc:cxnChg>
        <pc:cxnChg chg="mod">
          <ac:chgData name="Bergeret, Alix" userId="2b14d67b-edbf-45e0-a6ef-71e04653e348" providerId="ADAL" clId="{76E36D26-857C-41FC-AF75-FDCD4A163AFF}" dt="2024-09-16T13:23:51.254" v="26" actId="14861"/>
          <ac:cxnSpMkLst>
            <pc:docMk/>
            <pc:sldMk cId="0" sldId="434"/>
            <ac:cxnSpMk id="10" creationId="{CB7D6680-6E93-05B6-2A0E-68ED96FB659E}"/>
          </ac:cxnSpMkLst>
        </pc:cxnChg>
        <pc:cxnChg chg="mod">
          <ac:chgData name="Bergeret, Alix" userId="2b14d67b-edbf-45e0-a6ef-71e04653e348" providerId="ADAL" clId="{76E36D26-857C-41FC-AF75-FDCD4A163AFF}" dt="2024-09-16T13:23:51.254" v="26" actId="14861"/>
          <ac:cxnSpMkLst>
            <pc:docMk/>
            <pc:sldMk cId="0" sldId="434"/>
            <ac:cxnSpMk id="11" creationId="{CE70CEEE-1522-E6B1-A5E9-48DB5D0577AB}"/>
          </ac:cxnSpMkLst>
        </pc:cxnChg>
      </pc:sldChg>
      <pc:sldChg chg="modSp mod">
        <pc:chgData name="Bergeret, Alix" userId="2b14d67b-edbf-45e0-a6ef-71e04653e348" providerId="ADAL" clId="{76E36D26-857C-41FC-AF75-FDCD4A163AFF}" dt="2024-09-16T13:26:34.629" v="32" actId="14861"/>
        <pc:sldMkLst>
          <pc:docMk/>
          <pc:sldMk cId="0" sldId="437"/>
        </pc:sldMkLst>
        <pc:spChg chg="mod">
          <ac:chgData name="Bergeret, Alix" userId="2b14d67b-edbf-45e0-a6ef-71e04653e348" providerId="ADAL" clId="{76E36D26-857C-41FC-AF75-FDCD4A163AFF}" dt="2024-09-16T13:12:37.344" v="9" actId="14861"/>
          <ac:spMkLst>
            <pc:docMk/>
            <pc:sldMk cId="0" sldId="437"/>
            <ac:spMk id="2" creationId="{045546F9-52AF-D50B-F39B-5BC84D5516F9}"/>
          </ac:spMkLst>
        </pc:spChg>
        <pc:spChg chg="mod">
          <ac:chgData name="Bergeret, Alix" userId="2b14d67b-edbf-45e0-a6ef-71e04653e348" providerId="ADAL" clId="{76E36D26-857C-41FC-AF75-FDCD4A163AFF}" dt="2024-09-16T13:12:56.033" v="11" actId="14861"/>
          <ac:spMkLst>
            <pc:docMk/>
            <pc:sldMk cId="0" sldId="437"/>
            <ac:spMk id="4" creationId="{B5AB0FE1-11CD-406B-F64E-65CB3B7D94C1}"/>
          </ac:spMkLst>
        </pc:spChg>
        <pc:spChg chg="mod">
          <ac:chgData name="Bergeret, Alix" userId="2b14d67b-edbf-45e0-a6ef-71e04653e348" providerId="ADAL" clId="{76E36D26-857C-41FC-AF75-FDCD4A163AFF}" dt="2024-09-16T13:12:47.343" v="10" actId="14861"/>
          <ac:spMkLst>
            <pc:docMk/>
            <pc:sldMk cId="0" sldId="437"/>
            <ac:spMk id="5" creationId="{F79826B9-9539-C585-1F47-E08E1899BB6B}"/>
          </ac:spMkLst>
        </pc:spChg>
        <pc:spChg chg="mod">
          <ac:chgData name="Bergeret, Alix" userId="2b14d67b-edbf-45e0-a6ef-71e04653e348" providerId="ADAL" clId="{76E36D26-857C-41FC-AF75-FDCD4A163AFF}" dt="2024-09-16T13:12:47.343" v="10" actId="14861"/>
          <ac:spMkLst>
            <pc:docMk/>
            <pc:sldMk cId="0" sldId="437"/>
            <ac:spMk id="6" creationId="{174EAC4F-66F8-C937-9EEC-31B2864E2839}"/>
          </ac:spMkLst>
        </pc:spChg>
        <pc:spChg chg="mod">
          <ac:chgData name="Bergeret, Alix" userId="2b14d67b-edbf-45e0-a6ef-71e04653e348" providerId="ADAL" clId="{76E36D26-857C-41FC-AF75-FDCD4A163AFF}" dt="2024-09-16T13:12:47.343" v="10" actId="14861"/>
          <ac:spMkLst>
            <pc:docMk/>
            <pc:sldMk cId="0" sldId="437"/>
            <ac:spMk id="7" creationId="{C5D1CE99-CCAB-2BBD-0B7E-1DC9A3402979}"/>
          </ac:spMkLst>
        </pc:spChg>
        <pc:spChg chg="mod">
          <ac:chgData name="Bergeret, Alix" userId="2b14d67b-edbf-45e0-a6ef-71e04653e348" providerId="ADAL" clId="{76E36D26-857C-41FC-AF75-FDCD4A163AFF}" dt="2024-09-16T13:12:56.033" v="11" actId="14861"/>
          <ac:spMkLst>
            <pc:docMk/>
            <pc:sldMk cId="0" sldId="437"/>
            <ac:spMk id="8" creationId="{0607A56A-D222-AB3F-41BC-4D41EF201201}"/>
          </ac:spMkLst>
        </pc:spChg>
        <pc:spChg chg="mod">
          <ac:chgData name="Bergeret, Alix" userId="2b14d67b-edbf-45e0-a6ef-71e04653e348" providerId="ADAL" clId="{76E36D26-857C-41FC-AF75-FDCD4A163AFF}" dt="2024-09-16T13:12:56.033" v="11" actId="14861"/>
          <ac:spMkLst>
            <pc:docMk/>
            <pc:sldMk cId="0" sldId="437"/>
            <ac:spMk id="9" creationId="{EA1A04C8-A87C-CD36-D11E-60A4CF92DA12}"/>
          </ac:spMkLst>
        </pc:spChg>
        <pc:spChg chg="mod">
          <ac:chgData name="Bergeret, Alix" userId="2b14d67b-edbf-45e0-a6ef-71e04653e348" providerId="ADAL" clId="{76E36D26-857C-41FC-AF75-FDCD4A163AFF}" dt="2024-09-16T13:12:56.033" v="11" actId="14861"/>
          <ac:spMkLst>
            <pc:docMk/>
            <pc:sldMk cId="0" sldId="437"/>
            <ac:spMk id="10" creationId="{371A4A17-FA94-1C86-315D-F42B33C29509}"/>
          </ac:spMkLst>
        </pc:spChg>
        <pc:spChg chg="mod">
          <ac:chgData name="Bergeret, Alix" userId="2b14d67b-edbf-45e0-a6ef-71e04653e348" providerId="ADAL" clId="{76E36D26-857C-41FC-AF75-FDCD4A163AFF}" dt="2024-09-16T13:12:47.343" v="10" actId="14861"/>
          <ac:spMkLst>
            <pc:docMk/>
            <pc:sldMk cId="0" sldId="437"/>
            <ac:spMk id="11" creationId="{8B9E4517-DC5D-DD3A-4538-6900C66A3715}"/>
          </ac:spMkLst>
        </pc:spChg>
        <pc:spChg chg="mod">
          <ac:chgData name="Bergeret, Alix" userId="2b14d67b-edbf-45e0-a6ef-71e04653e348" providerId="ADAL" clId="{76E36D26-857C-41FC-AF75-FDCD4A163AFF}" dt="2024-09-16T13:12:56.033" v="11" actId="14861"/>
          <ac:spMkLst>
            <pc:docMk/>
            <pc:sldMk cId="0" sldId="437"/>
            <ac:spMk id="12" creationId="{54418B53-531F-1DA7-EF73-05447D1905E8}"/>
          </ac:spMkLst>
        </pc:spChg>
        <pc:spChg chg="mod">
          <ac:chgData name="Bergeret, Alix" userId="2b14d67b-edbf-45e0-a6ef-71e04653e348" providerId="ADAL" clId="{76E36D26-857C-41FC-AF75-FDCD4A163AFF}" dt="2024-09-16T13:12:56.033" v="11" actId="14861"/>
          <ac:spMkLst>
            <pc:docMk/>
            <pc:sldMk cId="0" sldId="437"/>
            <ac:spMk id="21" creationId="{7B45DC1E-1ECF-C6D3-F2A4-B87DDA9207B9}"/>
          </ac:spMkLst>
        </pc:spChg>
        <pc:spChg chg="mod">
          <ac:chgData name="Bergeret, Alix" userId="2b14d67b-edbf-45e0-a6ef-71e04653e348" providerId="ADAL" clId="{76E36D26-857C-41FC-AF75-FDCD4A163AFF}" dt="2024-09-16T13:12:56.033" v="11" actId="14861"/>
          <ac:spMkLst>
            <pc:docMk/>
            <pc:sldMk cId="0" sldId="437"/>
            <ac:spMk id="22" creationId="{CD9CFF75-635A-D66A-DEEB-44588C633854}"/>
          </ac:spMkLst>
        </pc:spChg>
        <pc:spChg chg="mod">
          <ac:chgData name="Bergeret, Alix" userId="2b14d67b-edbf-45e0-a6ef-71e04653e348" providerId="ADAL" clId="{76E36D26-857C-41FC-AF75-FDCD4A163AFF}" dt="2024-09-16T13:12:56.033" v="11" actId="14861"/>
          <ac:spMkLst>
            <pc:docMk/>
            <pc:sldMk cId="0" sldId="437"/>
            <ac:spMk id="23" creationId="{6B1702C5-9924-8001-BB19-534D811020AE}"/>
          </ac:spMkLst>
        </pc:spChg>
        <pc:spChg chg="mod">
          <ac:chgData name="Bergeret, Alix" userId="2b14d67b-edbf-45e0-a6ef-71e04653e348" providerId="ADAL" clId="{76E36D26-857C-41FC-AF75-FDCD4A163AFF}" dt="2024-09-16T13:12:56.033" v="11" actId="14861"/>
          <ac:spMkLst>
            <pc:docMk/>
            <pc:sldMk cId="0" sldId="437"/>
            <ac:spMk id="24" creationId="{54734538-ADDE-8ADE-4754-C1C1B53504D3}"/>
          </ac:spMkLst>
        </pc:spChg>
        <pc:spChg chg="mod">
          <ac:chgData name="Bergeret, Alix" userId="2b14d67b-edbf-45e0-a6ef-71e04653e348" providerId="ADAL" clId="{76E36D26-857C-41FC-AF75-FDCD4A163AFF}" dt="2024-09-16T13:12:56.033" v="11" actId="14861"/>
          <ac:spMkLst>
            <pc:docMk/>
            <pc:sldMk cId="0" sldId="437"/>
            <ac:spMk id="25" creationId="{7C282900-4FC8-E735-227C-19AB47BEFC21}"/>
          </ac:spMkLst>
        </pc:spChg>
        <pc:grpChg chg="mod">
          <ac:chgData name="Bergeret, Alix" userId="2b14d67b-edbf-45e0-a6ef-71e04653e348" providerId="ADAL" clId="{76E36D26-857C-41FC-AF75-FDCD4A163AFF}" dt="2024-09-16T13:12:37.344" v="9" actId="14861"/>
          <ac:grpSpMkLst>
            <pc:docMk/>
            <pc:sldMk cId="0" sldId="437"/>
            <ac:grpSpMk id="3" creationId="{B53A36EE-25AF-BFAF-2268-90081BA2224D}"/>
          </ac:grpSpMkLst>
        </pc:grpChg>
        <pc:cxnChg chg="mod">
          <ac:chgData name="Bergeret, Alix" userId="2b14d67b-edbf-45e0-a6ef-71e04653e348" providerId="ADAL" clId="{76E36D26-857C-41FC-AF75-FDCD4A163AFF}" dt="2024-09-16T13:26:34.629" v="32" actId="14861"/>
          <ac:cxnSpMkLst>
            <pc:docMk/>
            <pc:sldMk cId="0" sldId="437"/>
            <ac:cxnSpMk id="13" creationId="{E8A06189-432B-17C0-4D9D-DB9D4F829B8A}"/>
          </ac:cxnSpMkLst>
        </pc:cxnChg>
        <pc:cxnChg chg="mod">
          <ac:chgData name="Bergeret, Alix" userId="2b14d67b-edbf-45e0-a6ef-71e04653e348" providerId="ADAL" clId="{76E36D26-857C-41FC-AF75-FDCD4A163AFF}" dt="2024-09-16T13:26:34.629" v="32" actId="14861"/>
          <ac:cxnSpMkLst>
            <pc:docMk/>
            <pc:sldMk cId="0" sldId="437"/>
            <ac:cxnSpMk id="14" creationId="{F9584100-B53B-09AD-D1DE-ECBD0E00BF72}"/>
          </ac:cxnSpMkLst>
        </pc:cxnChg>
        <pc:cxnChg chg="mod">
          <ac:chgData name="Bergeret, Alix" userId="2b14d67b-edbf-45e0-a6ef-71e04653e348" providerId="ADAL" clId="{76E36D26-857C-41FC-AF75-FDCD4A163AFF}" dt="2024-09-16T13:26:34.629" v="32" actId="14861"/>
          <ac:cxnSpMkLst>
            <pc:docMk/>
            <pc:sldMk cId="0" sldId="437"/>
            <ac:cxnSpMk id="15" creationId="{D0983703-7110-58CE-6BDA-B195B92E2057}"/>
          </ac:cxnSpMkLst>
        </pc:cxnChg>
        <pc:cxnChg chg="mod">
          <ac:chgData name="Bergeret, Alix" userId="2b14d67b-edbf-45e0-a6ef-71e04653e348" providerId="ADAL" clId="{76E36D26-857C-41FC-AF75-FDCD4A163AFF}" dt="2024-09-16T13:26:34.629" v="32" actId="14861"/>
          <ac:cxnSpMkLst>
            <pc:docMk/>
            <pc:sldMk cId="0" sldId="437"/>
            <ac:cxnSpMk id="16" creationId="{E94E2FD0-B929-0E12-71BF-94B9F7B3090D}"/>
          </ac:cxnSpMkLst>
        </pc:cxnChg>
        <pc:cxnChg chg="mod">
          <ac:chgData name="Bergeret, Alix" userId="2b14d67b-edbf-45e0-a6ef-71e04653e348" providerId="ADAL" clId="{76E36D26-857C-41FC-AF75-FDCD4A163AFF}" dt="2024-09-16T13:26:34.629" v="32" actId="14861"/>
          <ac:cxnSpMkLst>
            <pc:docMk/>
            <pc:sldMk cId="0" sldId="437"/>
            <ac:cxnSpMk id="17" creationId="{DAC3CA88-49B4-C5B9-1B45-50EC4F74060C}"/>
          </ac:cxnSpMkLst>
        </pc:cxnChg>
        <pc:cxnChg chg="mod">
          <ac:chgData name="Bergeret, Alix" userId="2b14d67b-edbf-45e0-a6ef-71e04653e348" providerId="ADAL" clId="{76E36D26-857C-41FC-AF75-FDCD4A163AFF}" dt="2024-09-16T13:26:34.629" v="32" actId="14861"/>
          <ac:cxnSpMkLst>
            <pc:docMk/>
            <pc:sldMk cId="0" sldId="437"/>
            <ac:cxnSpMk id="18" creationId="{E5CB62F8-5BE9-6E65-8BE7-CE9FA71B8F90}"/>
          </ac:cxnSpMkLst>
        </pc:cxnChg>
        <pc:cxnChg chg="mod">
          <ac:chgData name="Bergeret, Alix" userId="2b14d67b-edbf-45e0-a6ef-71e04653e348" providerId="ADAL" clId="{76E36D26-857C-41FC-AF75-FDCD4A163AFF}" dt="2024-09-16T13:26:34.629" v="32" actId="14861"/>
          <ac:cxnSpMkLst>
            <pc:docMk/>
            <pc:sldMk cId="0" sldId="437"/>
            <ac:cxnSpMk id="19" creationId="{77934221-E1BD-4A0A-5824-A3359D709AAE}"/>
          </ac:cxnSpMkLst>
        </pc:cxnChg>
        <pc:cxnChg chg="mod">
          <ac:chgData name="Bergeret, Alix" userId="2b14d67b-edbf-45e0-a6ef-71e04653e348" providerId="ADAL" clId="{76E36D26-857C-41FC-AF75-FDCD4A163AFF}" dt="2024-09-16T13:26:34.629" v="32" actId="14861"/>
          <ac:cxnSpMkLst>
            <pc:docMk/>
            <pc:sldMk cId="0" sldId="437"/>
            <ac:cxnSpMk id="20" creationId="{F5275F5C-EFF5-9B43-443E-42132877069A}"/>
          </ac:cxnSpMkLst>
        </pc:cxnChg>
        <pc:cxnChg chg="mod">
          <ac:chgData name="Bergeret, Alix" userId="2b14d67b-edbf-45e0-a6ef-71e04653e348" providerId="ADAL" clId="{76E36D26-857C-41FC-AF75-FDCD4A163AFF}" dt="2024-09-16T13:26:34.629" v="32" actId="14861"/>
          <ac:cxnSpMkLst>
            <pc:docMk/>
            <pc:sldMk cId="0" sldId="437"/>
            <ac:cxnSpMk id="26" creationId="{3D711927-1920-1C5B-F4F2-42B538B09293}"/>
          </ac:cxnSpMkLst>
        </pc:cxnChg>
        <pc:cxnChg chg="mod">
          <ac:chgData name="Bergeret, Alix" userId="2b14d67b-edbf-45e0-a6ef-71e04653e348" providerId="ADAL" clId="{76E36D26-857C-41FC-AF75-FDCD4A163AFF}" dt="2024-09-16T13:26:34.629" v="32" actId="14861"/>
          <ac:cxnSpMkLst>
            <pc:docMk/>
            <pc:sldMk cId="0" sldId="437"/>
            <ac:cxnSpMk id="27" creationId="{81C0DE6B-9928-8D2D-5403-BAC6778DBE46}"/>
          </ac:cxnSpMkLst>
        </pc:cxnChg>
        <pc:cxnChg chg="mod">
          <ac:chgData name="Bergeret, Alix" userId="2b14d67b-edbf-45e0-a6ef-71e04653e348" providerId="ADAL" clId="{76E36D26-857C-41FC-AF75-FDCD4A163AFF}" dt="2024-09-16T13:26:34.629" v="32" actId="14861"/>
          <ac:cxnSpMkLst>
            <pc:docMk/>
            <pc:sldMk cId="0" sldId="437"/>
            <ac:cxnSpMk id="28" creationId="{0DB8EDE4-45AE-DA56-F9EF-807ABC005C61}"/>
          </ac:cxnSpMkLst>
        </pc:cxnChg>
        <pc:cxnChg chg="mod">
          <ac:chgData name="Bergeret, Alix" userId="2b14d67b-edbf-45e0-a6ef-71e04653e348" providerId="ADAL" clId="{76E36D26-857C-41FC-AF75-FDCD4A163AFF}" dt="2024-09-16T13:26:34.629" v="32" actId="14861"/>
          <ac:cxnSpMkLst>
            <pc:docMk/>
            <pc:sldMk cId="0" sldId="437"/>
            <ac:cxnSpMk id="29" creationId="{45406DFE-5036-2A9D-A3B0-DD7D2E8928B6}"/>
          </ac:cxnSpMkLst>
        </pc:cxnChg>
        <pc:cxnChg chg="mod">
          <ac:chgData name="Bergeret, Alix" userId="2b14d67b-edbf-45e0-a6ef-71e04653e348" providerId="ADAL" clId="{76E36D26-857C-41FC-AF75-FDCD4A163AFF}" dt="2024-09-16T13:26:34.629" v="32" actId="14861"/>
          <ac:cxnSpMkLst>
            <pc:docMk/>
            <pc:sldMk cId="0" sldId="437"/>
            <ac:cxnSpMk id="30" creationId="{8CD012F6-5BAE-1A9B-61AD-17A6292E2898}"/>
          </ac:cxnSpMkLst>
        </pc:cxnChg>
      </pc:sldChg>
      <pc:sldChg chg="modSp mod">
        <pc:chgData name="Bergeret, Alix" userId="2b14d67b-edbf-45e0-a6ef-71e04653e348" providerId="ADAL" clId="{76E36D26-857C-41FC-AF75-FDCD4A163AFF}" dt="2024-09-16T13:22:21.819" v="15" actId="14861"/>
        <pc:sldMkLst>
          <pc:docMk/>
          <pc:sldMk cId="0" sldId="439"/>
        </pc:sldMkLst>
        <pc:picChg chg="mod">
          <ac:chgData name="Bergeret, Alix" userId="2b14d67b-edbf-45e0-a6ef-71e04653e348" providerId="ADAL" clId="{76E36D26-857C-41FC-AF75-FDCD4A163AFF}" dt="2024-09-16T13:22:21.819" v="15" actId="14861"/>
          <ac:picMkLst>
            <pc:docMk/>
            <pc:sldMk cId="0" sldId="439"/>
            <ac:picMk id="4" creationId="{2F569B6B-8574-7134-0D40-5BD981D80D88}"/>
          </ac:picMkLst>
        </pc:picChg>
        <pc:picChg chg="mod">
          <ac:chgData name="Bergeret, Alix" userId="2b14d67b-edbf-45e0-a6ef-71e04653e348" providerId="ADAL" clId="{76E36D26-857C-41FC-AF75-FDCD4A163AFF}" dt="2024-09-16T13:22:17.577" v="14" actId="14861"/>
          <ac:picMkLst>
            <pc:docMk/>
            <pc:sldMk cId="0" sldId="439"/>
            <ac:picMk id="5" creationId="{C8989C54-63CF-F77E-DCEE-E31D5CC178A3}"/>
          </ac:picMkLst>
        </pc:picChg>
      </pc:sldChg>
      <pc:sldChg chg="modSp mod">
        <pc:chgData name="Bergeret, Alix" userId="2b14d67b-edbf-45e0-a6ef-71e04653e348" providerId="ADAL" clId="{76E36D26-857C-41FC-AF75-FDCD4A163AFF}" dt="2024-09-16T13:22:29.746" v="16" actId="14861"/>
        <pc:sldMkLst>
          <pc:docMk/>
          <pc:sldMk cId="0" sldId="440"/>
        </pc:sldMkLst>
        <pc:picChg chg="mod">
          <ac:chgData name="Bergeret, Alix" userId="2b14d67b-edbf-45e0-a6ef-71e04653e348" providerId="ADAL" clId="{76E36D26-857C-41FC-AF75-FDCD4A163AFF}" dt="2024-09-16T13:22:29.746" v="16" actId="14861"/>
          <ac:picMkLst>
            <pc:docMk/>
            <pc:sldMk cId="0" sldId="440"/>
            <ac:picMk id="4" creationId="{D48EA7ED-9C9A-DB83-6646-E0C1906EA345}"/>
          </ac:picMkLst>
        </pc:picChg>
        <pc:picChg chg="mod">
          <ac:chgData name="Bergeret, Alix" userId="2b14d67b-edbf-45e0-a6ef-71e04653e348" providerId="ADAL" clId="{76E36D26-857C-41FC-AF75-FDCD4A163AFF}" dt="2024-09-16T13:22:29.746" v="16" actId="14861"/>
          <ac:picMkLst>
            <pc:docMk/>
            <pc:sldMk cId="0" sldId="440"/>
            <ac:picMk id="5" creationId="{EB05D979-DC7C-CDFC-D48A-793DD4DDBEFB}"/>
          </ac:picMkLst>
        </pc:picChg>
      </pc:sldChg>
      <pc:sldChg chg="modSp mod">
        <pc:chgData name="Bergeret, Alix" userId="2b14d67b-edbf-45e0-a6ef-71e04653e348" providerId="ADAL" clId="{76E36D26-857C-41FC-AF75-FDCD4A163AFF}" dt="2024-09-16T13:22:47.250" v="18" actId="14861"/>
        <pc:sldMkLst>
          <pc:docMk/>
          <pc:sldMk cId="0" sldId="441"/>
        </pc:sldMkLst>
        <pc:picChg chg="mod">
          <ac:chgData name="Bergeret, Alix" userId="2b14d67b-edbf-45e0-a6ef-71e04653e348" providerId="ADAL" clId="{76E36D26-857C-41FC-AF75-FDCD4A163AFF}" dt="2024-09-16T13:22:47.250" v="18" actId="14861"/>
          <ac:picMkLst>
            <pc:docMk/>
            <pc:sldMk cId="0" sldId="441"/>
            <ac:picMk id="4" creationId="{F7F5DE5E-B2D5-FD10-AE40-3F5A4EBAC4E4}"/>
          </ac:picMkLst>
        </pc:picChg>
      </pc:sldChg>
      <pc:sldChg chg="modSp mod">
        <pc:chgData name="Bergeret, Alix" userId="2b14d67b-edbf-45e0-a6ef-71e04653e348" providerId="ADAL" clId="{76E36D26-857C-41FC-AF75-FDCD4A163AFF}" dt="2024-09-16T13:22:54.181" v="19" actId="14861"/>
        <pc:sldMkLst>
          <pc:docMk/>
          <pc:sldMk cId="0" sldId="442"/>
        </pc:sldMkLst>
        <pc:picChg chg="mod">
          <ac:chgData name="Bergeret, Alix" userId="2b14d67b-edbf-45e0-a6ef-71e04653e348" providerId="ADAL" clId="{76E36D26-857C-41FC-AF75-FDCD4A163AFF}" dt="2024-09-16T13:22:54.181" v="19" actId="14861"/>
          <ac:picMkLst>
            <pc:docMk/>
            <pc:sldMk cId="0" sldId="442"/>
            <ac:picMk id="4" creationId="{302B194C-EC8C-A191-B7DC-1456E2AE1118}"/>
          </ac:picMkLst>
        </pc:picChg>
      </pc:sldChg>
      <pc:sldChg chg="modSp mod">
        <pc:chgData name="Bergeret, Alix" userId="2b14d67b-edbf-45e0-a6ef-71e04653e348" providerId="ADAL" clId="{76E36D26-857C-41FC-AF75-FDCD4A163AFF}" dt="2024-09-16T13:23:03.589" v="22" actId="1036"/>
        <pc:sldMkLst>
          <pc:docMk/>
          <pc:sldMk cId="0" sldId="443"/>
        </pc:sldMkLst>
        <pc:picChg chg="mod">
          <ac:chgData name="Bergeret, Alix" userId="2b14d67b-edbf-45e0-a6ef-71e04653e348" providerId="ADAL" clId="{76E36D26-857C-41FC-AF75-FDCD4A163AFF}" dt="2024-09-16T13:23:03.589" v="22" actId="1036"/>
          <ac:picMkLst>
            <pc:docMk/>
            <pc:sldMk cId="0" sldId="443"/>
            <ac:picMk id="4" creationId="{2BD2E45E-E636-26DF-7686-D7911DFBC9EB}"/>
          </ac:picMkLst>
        </pc:picChg>
      </pc:sldChg>
      <pc:sldChg chg="modAnim">
        <pc:chgData name="Bergeret, Alix" userId="2b14d67b-edbf-45e0-a6ef-71e04653e348" providerId="ADAL" clId="{76E36D26-857C-41FC-AF75-FDCD4A163AFF}" dt="2024-09-16T13:13:21.853" v="13"/>
        <pc:sldMkLst>
          <pc:docMk/>
          <pc:sldMk cId="0" sldId="444"/>
        </pc:sldMkLst>
      </pc:sldChg>
      <pc:sldChg chg="modSp mod">
        <pc:chgData name="Bergeret, Alix" userId="2b14d67b-edbf-45e0-a6ef-71e04653e348" providerId="ADAL" clId="{76E36D26-857C-41FC-AF75-FDCD4A163AFF}" dt="2024-09-16T13:22:39.838" v="17" actId="14861"/>
        <pc:sldMkLst>
          <pc:docMk/>
          <pc:sldMk cId="0" sldId="445"/>
        </pc:sldMkLst>
        <pc:spChg chg="mod">
          <ac:chgData name="Bergeret, Alix" userId="2b14d67b-edbf-45e0-a6ef-71e04653e348" providerId="ADAL" clId="{76E36D26-857C-41FC-AF75-FDCD4A163AFF}" dt="2024-09-16T13:22:39.838" v="17" actId="14861"/>
          <ac:spMkLst>
            <pc:docMk/>
            <pc:sldMk cId="0" sldId="445"/>
            <ac:spMk id="3" creationId="{A9F22B19-5726-4911-FA80-79FA980CE4B4}"/>
          </ac:spMkLst>
        </pc:spChg>
        <pc:picChg chg="mod">
          <ac:chgData name="Bergeret, Alix" userId="2b14d67b-edbf-45e0-a6ef-71e04653e348" providerId="ADAL" clId="{76E36D26-857C-41FC-AF75-FDCD4A163AFF}" dt="2024-09-16T13:22:39.838" v="17" actId="14861"/>
          <ac:picMkLst>
            <pc:docMk/>
            <pc:sldMk cId="0" sldId="445"/>
            <ac:picMk id="2" creationId="{D4E53F16-11E6-52E2-36C4-6A4AC82B08E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3630044-9B90-E4D4-77F5-9E0B022485F8}"/>
              </a:ext>
            </a:extLst>
          </p:cNvPr>
          <p:cNvSpPr/>
          <p:nvPr/>
        </p:nvSpPr>
        <p:spPr>
          <a:xfrm>
            <a:off x="3021013" y="8710610"/>
            <a:ext cx="815973" cy="260347"/>
          </a:xfrm>
          <a:prstGeom prst="rect">
            <a:avLst/>
          </a:prstGeom>
          <a:noFill/>
          <a:ln cap="flat">
            <a:noFill/>
            <a:prstDash val="solid"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none" lIns="87316" tIns="44448" rIns="87316" bIns="44448" anchor="t" anchorCtr="1" compatLnSpc="1">
            <a:spAutoFit/>
          </a:bodyPr>
          <a:lstStyle/>
          <a:p>
            <a:pPr marL="0" marR="0" lvl="0" indent="0" algn="ctr" defTabSz="868359" rtl="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Book Antiqua" pitchFamily="18"/>
                <a:ea typeface="ＭＳ Ｐゴシック" pitchFamily="34"/>
              </a:rPr>
              <a:t>Page </a:t>
            </a:r>
            <a:fld id="{2FAF47AE-1787-460C-BE92-B906E41372DE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Book Antiqua" pitchFamily="18"/>
              <a:ea typeface="ＭＳ Ｐゴシック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7263176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E1CF9AF-74C6-CBD2-CC4F-2ACFFBF9C4EE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457200" y="3294061"/>
            <a:ext cx="5986467" cy="5240334"/>
          </a:xfrm>
          <a:prstGeom prst="rect">
            <a:avLst/>
          </a:prstGeom>
          <a:noFill/>
          <a:ln>
            <a:noFill/>
          </a:ln>
        </p:spPr>
        <p:txBody>
          <a:bodyPr vert="horz" wrap="square" lIns="90489" tIns="44448" rIns="90489" bIns="44448" anchor="t" anchorCtr="0" compatLnSpc="1">
            <a:noAutofit/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E76E74D-06FE-5913-611A-670230807E9D}"/>
              </a:ext>
            </a:extLst>
          </p:cNvPr>
          <p:cNvSpPr/>
          <p:nvPr/>
        </p:nvSpPr>
        <p:spPr>
          <a:xfrm>
            <a:off x="3062289" y="8710610"/>
            <a:ext cx="731840" cy="254002"/>
          </a:xfrm>
          <a:prstGeom prst="rect">
            <a:avLst/>
          </a:prstGeom>
          <a:noFill/>
          <a:ln cap="flat">
            <a:noFill/>
            <a:prstDash val="solid"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none" lIns="87316" tIns="44448" rIns="87316" bIns="44448" anchor="t" anchorCtr="1" compatLnSpc="1">
            <a:spAutoFit/>
          </a:bodyPr>
          <a:lstStyle/>
          <a:p>
            <a:pPr marL="0" marR="0" lvl="0" indent="0" algn="ctr" defTabSz="868359" rtl="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Book Antiqua" pitchFamily="18"/>
                <a:ea typeface="ＭＳ Ｐゴシック" pitchFamily="34"/>
              </a:rPr>
              <a:t>Page </a:t>
            </a:r>
            <a:fld id="{9C85C1A7-BA39-42FF-A9C1-476F881BFEC3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Book Antiqua" pitchFamily="18"/>
              <a:ea typeface="ＭＳ Ｐゴシック" pitchFamily="34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4209FA-51C0-BFD8-8452-D2A413E52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92220" y="31747"/>
            <a:ext cx="4162421" cy="3122611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2482057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0">
      <a:lnSpc>
        <a:spcPct val="90000"/>
      </a:lnSpc>
      <a:spcBef>
        <a:spcPts val="500"/>
      </a:spcBef>
      <a:spcAft>
        <a:spcPts val="0"/>
      </a:spcAft>
      <a:buNone/>
      <a:tabLst/>
      <a:defRPr lang="en-US" sz="1000" b="0" i="0" u="none" strike="noStrike" kern="1200" cap="none" spc="0" baseline="0">
        <a:solidFill>
          <a:srgbClr val="000000"/>
        </a:solidFill>
        <a:uFillTx/>
        <a:latin typeface="Times" pitchFamily="16"/>
        <a:ea typeface="ＭＳ Ｐゴシック" pitchFamily="16"/>
        <a:cs typeface="ＭＳ Ｐゴシック" pitchFamily="16"/>
      </a:defRPr>
    </a:lvl1pPr>
    <a:lvl2pPr marL="457200" marR="0" lvl="1" indent="0" algn="l" defTabSz="914400" rtl="0" fontAlgn="auto" hangingPunct="0">
      <a:lnSpc>
        <a:spcPct val="90000"/>
      </a:lnSpc>
      <a:spcBef>
        <a:spcPts val="500"/>
      </a:spcBef>
      <a:spcAft>
        <a:spcPts val="0"/>
      </a:spcAft>
      <a:buNone/>
      <a:tabLst/>
      <a:defRPr lang="en-US" sz="1000" b="0" i="0" u="none" strike="noStrike" kern="1200" cap="none" spc="0" baseline="0">
        <a:solidFill>
          <a:srgbClr val="000000"/>
        </a:solidFill>
        <a:uFillTx/>
        <a:latin typeface="Times" pitchFamily="16"/>
        <a:ea typeface="ＭＳ Ｐゴシック" pitchFamily="16"/>
      </a:defRPr>
    </a:lvl2pPr>
    <a:lvl3pPr marL="914400" marR="0" lvl="2" indent="0" algn="l" defTabSz="914400" rtl="0" fontAlgn="auto" hangingPunct="0">
      <a:lnSpc>
        <a:spcPct val="90000"/>
      </a:lnSpc>
      <a:spcBef>
        <a:spcPts val="500"/>
      </a:spcBef>
      <a:spcAft>
        <a:spcPts val="0"/>
      </a:spcAft>
      <a:buNone/>
      <a:tabLst/>
      <a:defRPr lang="en-US" sz="1000" b="0" i="0" u="none" strike="noStrike" kern="1200" cap="none" spc="0" baseline="0">
        <a:solidFill>
          <a:srgbClr val="000000"/>
        </a:solidFill>
        <a:uFillTx/>
        <a:latin typeface="Times" pitchFamily="16"/>
        <a:ea typeface="ＭＳ Ｐゴシック" pitchFamily="16"/>
      </a:defRPr>
    </a:lvl3pPr>
    <a:lvl4pPr marL="1371600" marR="0" lvl="3" indent="0" algn="l" defTabSz="914400" rtl="0" fontAlgn="auto" hangingPunct="0">
      <a:lnSpc>
        <a:spcPct val="90000"/>
      </a:lnSpc>
      <a:spcBef>
        <a:spcPts val="500"/>
      </a:spcBef>
      <a:spcAft>
        <a:spcPts val="0"/>
      </a:spcAft>
      <a:buNone/>
      <a:tabLst/>
      <a:defRPr lang="en-US" sz="1000" b="0" i="0" u="none" strike="noStrike" kern="1200" cap="none" spc="0" baseline="0">
        <a:solidFill>
          <a:srgbClr val="000000"/>
        </a:solidFill>
        <a:uFillTx/>
        <a:latin typeface="Times" pitchFamily="16"/>
        <a:ea typeface="ＭＳ Ｐゴシック" pitchFamily="16"/>
      </a:defRPr>
    </a:lvl4pPr>
    <a:lvl5pPr marL="1828800" marR="0" lvl="4" indent="0" algn="l" defTabSz="914400" rtl="0" fontAlgn="auto" hangingPunct="0">
      <a:lnSpc>
        <a:spcPct val="90000"/>
      </a:lnSpc>
      <a:spcBef>
        <a:spcPts val="500"/>
      </a:spcBef>
      <a:spcAft>
        <a:spcPts val="0"/>
      </a:spcAft>
      <a:buNone/>
      <a:tabLst/>
      <a:defRPr lang="en-US" sz="1000" b="0" i="0" u="none" strike="noStrike" kern="1200" cap="none" spc="0" baseline="0">
        <a:solidFill>
          <a:srgbClr val="000000"/>
        </a:solidFill>
        <a:uFillTx/>
        <a:latin typeface="Times" pitchFamily="16"/>
        <a:ea typeface="ＭＳ Ｐゴシック" pitchFamily="16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E7EEA-3608-E1E5-0668-4C5365B90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F27EB-CDEE-C56E-3C33-3995F05EE9B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3B0515E-6873-1A32-9570-8206EEEE703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501BBC5-88B1-CDD8-3B20-4A3098974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92225" y="31750"/>
            <a:ext cx="4162425" cy="3122613"/>
          </a:xfrm>
          <a:ln w="12701" cap="flat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FE617783-644C-7396-B481-98C9B179122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3884608" y="8685208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 hangingPunct="0"/>
            <a:fld id="{52149166-AD8F-4F16-A4F4-5D511E303461}" type="slidenum">
              <a:t>8</a:t>
            </a:fld>
            <a:endParaRPr lang="en-US" b="1">
              <a:solidFill>
                <a:srgbClr val="000000"/>
              </a:solidFill>
              <a:latin typeface="Times" pitchFamily="18"/>
              <a:ea typeface="ＭＳ Ｐゴシック" pitchFamily="34"/>
            </a:endParaRPr>
          </a:p>
        </p:txBody>
      </p:sp>
      <p:sp>
        <p:nvSpPr>
          <p:cNvPr id="3" name="Slide Image Placeholder 2">
            <a:extLst>
              <a:ext uri="{FF2B5EF4-FFF2-40B4-BE49-F238E27FC236}">
                <a16:creationId xmlns:a16="http://schemas.microsoft.com/office/drawing/2014/main" id="{C6B6AAEF-14DD-EDB8-1176-0F70B1FAB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50936" y="690564"/>
            <a:ext cx="4557707" cy="3417890"/>
          </a:xfrm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037FA3-1441-1980-7C68-EDB5AD4E6E7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914400" y="4341808"/>
            <a:ext cx="5029200" cy="4116391"/>
          </a:xfrm>
        </p:spPr>
        <p:txBody>
          <a:bodyPr/>
          <a:lstStyle/>
          <a:p>
            <a:pPr lvl="0"/>
            <a:r>
              <a:rPr lang="en-US">
                <a:latin typeface="Times" pitchFamily="18"/>
                <a:ea typeface="ＭＳ Ｐゴシック" pitchFamily="34"/>
              </a:rPr>
              <a:t>No additional notes</a:t>
            </a:r>
            <a:endParaRPr lang="en-US" sz="800">
              <a:latin typeface="Times New Roman" pitchFamily="18"/>
              <a:ea typeface="ＭＳ Ｐゴシック" pitchFamily="34"/>
            </a:endParaRPr>
          </a:p>
          <a:p>
            <a:pPr lvl="1"/>
            <a:endParaRPr lang="en-US">
              <a:latin typeface="Times" pitchFamily="18"/>
              <a:ea typeface="ＭＳ Ｐゴシック" pitchFamily="3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056AFD9-9A3D-AD65-4075-BAB37597795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en-US">
              <a:latin typeface="Times" pitchFamily="18"/>
              <a:ea typeface="ＭＳ Ｐゴシック" pitchFamily="34"/>
            </a:endParaRPr>
          </a:p>
          <a:p>
            <a:pPr lvl="0"/>
            <a:endParaRPr lang="en-US">
              <a:latin typeface="Times" pitchFamily="18"/>
              <a:ea typeface="ＭＳ Ｐゴシック" pitchFamily="34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9BD8F29-7538-D16B-B0A2-D281B55F3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 w="12701" cap="flat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89B67CF-B2D9-C5A0-7618-1A134BDB89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endParaRPr lang="en-US">
              <a:latin typeface="Times" pitchFamily="18"/>
              <a:ea typeface="ＭＳ Ｐゴシック" pitchFamily="34"/>
            </a:endParaRPr>
          </a:p>
          <a:p>
            <a:pPr lvl="0"/>
            <a:endParaRPr lang="en-US">
              <a:latin typeface="Times" pitchFamily="18"/>
              <a:ea typeface="ＭＳ Ｐゴシック" pitchFamily="34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8AE9181-3A3F-AC44-2B3F-B7E108106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 w="12701" cap="flat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A88376F-50A8-87C4-6C6B-4DEB9A5D82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69F4F3-6E3F-1648-7D0A-53CA8CE8D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 w="12701" cap="flat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B88A1A3-6806-441F-19C2-2A609BD65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92225" y="31750"/>
            <a:ext cx="4162425" cy="3122613"/>
          </a:xfrm>
          <a:solidFill>
            <a:srgbClr val="FFFFFF"/>
          </a:solidFill>
        </p:spPr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902B731-A978-DFF9-D5DB-799349C6D50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solidFill>
            <a:srgbClr val="FFFFFF"/>
          </a:solidFill>
          <a:ln w="12701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8D5B61-26CA-C380-F871-1B814AAF1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92225" y="31750"/>
            <a:ext cx="4162425" cy="3122613"/>
          </a:xfrm>
          <a:solidFill>
            <a:srgbClr val="FFFFFF"/>
          </a:solidFill>
        </p:spPr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46028B2-14B9-B110-5CB5-5AB2EC1985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solidFill>
            <a:srgbClr val="FFFFFF"/>
          </a:solidFill>
          <a:ln w="12701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332FA2B-6FA6-126D-44EA-C378FB4CB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92225" y="31750"/>
            <a:ext cx="4162425" cy="3122613"/>
          </a:xfrm>
          <a:solidFill>
            <a:srgbClr val="FFFFFF"/>
          </a:solidFill>
        </p:spPr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91D139D-DF67-61C8-AA69-EA970AF7897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solidFill>
            <a:srgbClr val="FFFFFF"/>
          </a:solidFill>
          <a:ln w="12701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8C70362-873D-1A99-0427-8F6F853FF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92225" y="31750"/>
            <a:ext cx="4162425" cy="3122613"/>
          </a:xfrm>
          <a:solidFill>
            <a:srgbClr val="FFFFFF"/>
          </a:solidFill>
        </p:spPr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9D646CA-B0B3-B044-7360-EE0FFB00E8F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solidFill>
            <a:srgbClr val="FFFFFF"/>
          </a:solidFill>
          <a:ln w="12701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031929B-6DE6-68A5-6574-50631CBDA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92225" y="31750"/>
            <a:ext cx="4162425" cy="3122613"/>
          </a:xfrm>
          <a:solidFill>
            <a:srgbClr val="FFFFFF"/>
          </a:solidFill>
        </p:spPr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7890735-DE57-1F38-EACF-5D6D8D968F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solidFill>
            <a:srgbClr val="FFFFFF"/>
          </a:solidFill>
          <a:ln w="12701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91B1E97-4ADE-7709-0FCC-A42FA5F02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92225" y="31750"/>
            <a:ext cx="4162425" cy="3122613"/>
          </a:xfrm>
          <a:solidFill>
            <a:srgbClr val="FFFFFF"/>
          </a:solidFill>
        </p:spPr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049D37C-0539-EE81-21E7-553B95B483C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solidFill>
            <a:srgbClr val="FFFFFF"/>
          </a:solidFill>
          <a:ln w="12701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4F60B3A-309B-CF4A-1848-F75DEF855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735735B-CB78-2C19-75D3-9405FDC9BC2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solidFill>
            <a:srgbClr val="FFFFFF"/>
          </a:solidFill>
          <a:ln w="12701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D545-A6BE-8C49-7DD5-7100D7ACC11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3"/>
            <a:ext cx="7772400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3633F-6C3D-CB7E-F67B-8953DB888B4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6AAC8-161A-0E1F-A07A-B795E88BDAF9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898989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fld id="{4C18D973-4DA6-4D5E-ACF5-AE313F6BA94C}" type="datetime1">
              <a:rPr lang="en-GB"/>
              <a:pPr lvl="0"/>
              <a:t>16/09/2024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D5056-F222-4CDD-22FD-5CE5EDB4904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898989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B648D-62F3-E2B0-4347-B35D157BE2A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898989"/>
                </a:solidFill>
                <a:uFillTx/>
                <a:latin typeface="Times" pitchFamily="18"/>
                <a:ea typeface="ＭＳ Ｐゴシック" pitchFamily="34"/>
              </a:defRPr>
            </a:lvl1pPr>
          </a:lstStyle>
          <a:p>
            <a:pPr lvl="0"/>
            <a:fld id="{A80DA6C6-C4ED-40D7-B5B0-810B5B7DF08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58376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ADA7AC-5B05-ED6F-34D6-1DF1BFA8AFA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8B289B-2A0D-C95F-057E-0F0A20F43DC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7326315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49AD4-D5A0-C0A5-97D6-05786AF9724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B5093-5ABE-5E73-B58B-AF4230C05870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898989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fld id="{75625227-BE42-460F-B4F6-944780D2A127}" type="datetime1">
              <a:rPr lang="en-GB"/>
              <a:pPr lvl="0"/>
              <a:t>16/09/2024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ECF97B-E93C-71D8-48AF-1173C539676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898989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CFA15-9B8C-6F2D-94BE-1443F3B5B1E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898989"/>
                </a:solidFill>
                <a:uFillTx/>
                <a:latin typeface="Times" pitchFamily="18"/>
                <a:ea typeface="ＭＳ Ｐゴシック" pitchFamily="34"/>
              </a:defRPr>
            </a:lvl1pPr>
          </a:lstStyle>
          <a:p>
            <a:pPr lvl="0"/>
            <a:fld id="{B54954CD-3198-4826-B66D-4FF4AAB4EFE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1615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33E1F-4007-30E0-F561-AA87B976AD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065" y="930273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488D8-7EE8-8B51-0117-D6DF49AB34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2147889"/>
            <a:ext cx="3810003" cy="41148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26069-ABAC-72A5-3C24-9BF8CD369B4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648196" y="2147889"/>
            <a:ext cx="3810003" cy="41148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FA70F-5F67-E84C-947A-4231BD7BAC66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685800" y="6324603"/>
            <a:ext cx="1904996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B5E84-77B4-18A7-CEAB-3C87D1665C4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124203" y="6324603"/>
            <a:ext cx="2895603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A50CA-6AA6-D415-B790-8B96E00EE3B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553203" y="6324603"/>
            <a:ext cx="1904996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defRPr>
            </a:lvl1pPr>
          </a:lstStyle>
          <a:p>
            <a:pPr lvl="0"/>
            <a:fld id="{399FC7E7-DF3F-449B-8A67-0C199A679F2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6508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23B7D-DA0D-41F5-ECEB-487126DC4B0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30423"/>
            <a:ext cx="7772400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68976-0D3F-C9B1-2F2A-B29D0807104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0C8A9-8880-99B0-3006-FCB8EFE6DA52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fld id="{DEDD460A-41E6-4168-842E-FED02EF4135B}" type="datetime1">
              <a:rPr lang="en-GB"/>
              <a:pPr lvl="0"/>
              <a:t>16/09/2024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71DAA-5FC3-8642-4BEA-304A3C3C431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1BDDF-F9E0-E549-2926-0933A1AD157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defRPr>
            </a:lvl1pPr>
          </a:lstStyle>
          <a:p>
            <a:pPr lvl="0"/>
            <a:fld id="{F8289A90-1689-49C5-B1B7-45C08052DCB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170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8B0F1-E943-6B7A-B4C4-384FF18F6D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E0174-238A-8B16-D417-43610B232C1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2AF92-E616-F72A-8762-61BAAA8FCCBA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fld id="{E1EF5E8B-AB12-4639-B2E4-B6F3C3005DE3}" type="datetime1">
              <a:rPr lang="en-GB"/>
              <a:pPr lvl="0"/>
              <a:t>16/09/2024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99D60-E94C-EBFE-A5D8-734239E14D0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AC69C-504A-C1BB-958F-ED24F0A7164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defRPr>
            </a:lvl1pPr>
          </a:lstStyle>
          <a:p>
            <a:pPr lvl="0"/>
            <a:fld id="{A159F64A-BCBD-41E0-9021-B6FBB904923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575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CBD5D-74EA-8C76-3078-5C7021D871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11" y="4406895"/>
            <a:ext cx="7772400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1DED7-B1C6-FC1D-C574-0B37EF221C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2311" y="2906713"/>
            <a:ext cx="7772400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45A1D-C8EE-F5CD-2180-4F7F2CC74B7E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fld id="{E07EFE98-006F-4666-A16C-D67B590E79FE}" type="datetime1">
              <a:rPr lang="en-GB"/>
              <a:pPr lvl="0"/>
              <a:t>16/09/2024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C4372-65B5-4B73-C04A-05EE92C87C2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F1010-E2C8-40DA-71DD-0E5CED84FEA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defRPr>
            </a:lvl1pPr>
          </a:lstStyle>
          <a:p>
            <a:pPr lvl="0"/>
            <a:fld id="{54656825-4D27-453E-8CE3-3DC75506BA2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001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44A80-AF80-EAD7-6118-59A1E14C87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2EE2C-F43E-13F9-C0EF-FB2C416E893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4038603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C69D8-C41B-7DF9-C501-436BECF6DB1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648196" y="1600200"/>
            <a:ext cx="4038603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AF8EE-0C68-51E6-6A6E-F39AF1AA6435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fld id="{B7243058-8591-403C-8C44-85727C5F0EFB}" type="datetime1">
              <a:rPr lang="en-GB"/>
              <a:pPr lvl="0"/>
              <a:t>16/09/2024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A1CEE-A70E-9D23-B919-055355AE6E9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F7F57-071E-F780-DCB1-E31A05DFA6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defRPr>
            </a:lvl1pPr>
          </a:lstStyle>
          <a:p>
            <a:pPr lvl="0"/>
            <a:fld id="{FB283C41-C510-41A6-BFEA-D18F68BA810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472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7E547-7D43-03D7-38C8-5604FFC9CFF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3F44E-4CA3-DC99-247D-F537EFD8AA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5E148-1F4C-AC10-4D9A-0FD3454F648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57200" y="2174872"/>
            <a:ext cx="404018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3BBBF8-0A36-2D9C-993C-B29C34081DB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645023" y="1535113"/>
            <a:ext cx="4041776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732F16-2E3F-E82C-5A8C-272CE7BAB921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4645023" y="2174872"/>
            <a:ext cx="4041776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833E2-ABC0-5E70-F1AC-BFB0BBAD1F0C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fld id="{353FB17A-33CD-43FB-9CE2-F28A55079619}" type="datetime1">
              <a:rPr lang="en-GB"/>
              <a:pPr lvl="0"/>
              <a:t>16/09/2024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BF7083-6ED7-60F9-358F-42DEE38CBB5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7AD08A-AC08-78BE-D321-B8B91BE4738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defRPr>
            </a:lvl1pPr>
          </a:lstStyle>
          <a:p>
            <a:pPr lvl="0"/>
            <a:fld id="{F1BA71DE-D71D-426E-A174-5A390AD4944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846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2B1AD-0220-43D7-2462-7AF915CFCAF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6FD8D5-F0CE-EF3D-D3B3-65EED8EC1784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fld id="{200509B9-34E8-498A-B08F-295C7FA0A8BE}" type="datetime1">
              <a:rPr lang="en-GB"/>
              <a:pPr lvl="0"/>
              <a:t>16/09/2024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E296B8-448B-40C6-BFB9-FE28B0EBC56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5B59F-E2B5-9C18-55DC-A572DE35C2E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defRPr>
            </a:lvl1pPr>
          </a:lstStyle>
          <a:p>
            <a:pPr lvl="0"/>
            <a:fld id="{6070D4F0-E6C9-4EEB-9469-A8A08039906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6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6026D-E68B-8D1B-0AD7-85DD28CBF888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fld id="{40857815-9925-4B7B-8BFA-C913D9964FFC}" type="datetime1">
              <a:rPr lang="en-GB"/>
              <a:pPr lvl="0"/>
              <a:t>16/09/2024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4B82F9-91AE-4F5F-D8A9-F670B9D7F22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B96A2-56A0-470E-67F3-FF9E38BD092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defRPr>
            </a:lvl1pPr>
          </a:lstStyle>
          <a:p>
            <a:pPr lvl="0"/>
            <a:fld id="{F69017BF-5F9A-4B68-86E9-0F90874096D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168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A956-F36D-CC44-FEED-AD1641D7DE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3048"/>
            <a:ext cx="3008311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AD0E6-3DC7-1DBF-0758-26E6FF8CFC9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575047" y="273048"/>
            <a:ext cx="511175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E9B73-D6FD-6519-7422-C46407F47B6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200" y="1435095"/>
            <a:ext cx="3008311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84FE7-CDD7-DA6B-B170-E1CE0A48E82E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fld id="{44028B8B-9AA5-47FC-911B-33F94DB56161}" type="datetime1">
              <a:rPr lang="en-GB"/>
              <a:pPr lvl="0"/>
              <a:t>16/09/2024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4341B-5E82-AAFD-C136-B2120EEE14A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336A1-A785-E247-ACDE-5760B146163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defRPr>
            </a:lvl1pPr>
          </a:lstStyle>
          <a:p>
            <a:pPr lvl="0"/>
            <a:fld id="{BFB365D1-795B-47F3-A504-1E3C12A5AFF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520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803C1-D6FC-5964-DC7B-C9DB526B8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ED4176-1F4B-0367-A2C9-6DCB07E0CE1A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0E61A-2F65-2AF0-3652-119253F8B19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792288" y="5367335"/>
            <a:ext cx="54864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21603-907E-E88A-85EB-6086881E4760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fld id="{3C4DABD3-7A8C-4CC6-B8F5-0D0508E8D5F5}" type="datetime1">
              <a:rPr lang="en-GB"/>
              <a:pPr lvl="0"/>
              <a:t>16/09/2024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F2F86-7305-D105-956B-24CF61004E8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452C7-48D8-6474-B6B2-199F0ABFE27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defRPr>
            </a:lvl1pPr>
          </a:lstStyle>
          <a:p>
            <a:pPr lvl="0"/>
            <a:fld id="{A10A1F57-C504-44E2-AC96-4FE3FB05F55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031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BD78C-6698-E26D-9CF3-7B095F75BAF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AD54D-F8E4-C4AC-30D0-E2F73ADC5BF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FD5C5-A6F0-FCA0-F52C-55DF55F94CF1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fld id="{93463575-92C6-48E8-90AF-E35136EAD8B7}" type="datetime1">
              <a:rPr lang="en-GB"/>
              <a:pPr lvl="0"/>
              <a:t>16/09/2024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75E6A-694C-D844-8301-DFB558ACC4D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73316-BEF7-FBC7-EB9D-F6E8C51C931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defRPr>
            </a:lvl1pPr>
          </a:lstStyle>
          <a:p>
            <a:pPr lvl="0"/>
            <a:fld id="{8CE2DFF0-60E1-47B2-968D-9DD7B46C08E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313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53531F-58D5-1C92-FDF8-B8A0873AF9B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8CD43-5AF6-8EF8-4062-AEF44719464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457200" y="274640"/>
            <a:ext cx="6019796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50538-369F-FFC4-3AC5-61BBFC7A0956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457200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fld id="{DF86AC14-B3B1-423F-A0B0-A7A57C37EA04}" type="datetime1">
              <a:rPr lang="en-GB"/>
              <a:pPr lvl="0"/>
              <a:t>16/09/2024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7FC46-FEFE-F74E-770D-F44FD202997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124203" y="6356351"/>
            <a:ext cx="289560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/>
                <a:ea typeface="ＭＳ Ｐゴシック" pitchFamily="34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B2E2D-D89E-96DA-0612-C1EA736322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6553203" y="6356351"/>
            <a:ext cx="21335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defRPr>
            </a:lvl1pPr>
          </a:lstStyle>
          <a:p>
            <a:pPr lvl="0"/>
            <a:fld id="{8B1EE138-B80A-4CD0-909E-F0C81EA8448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6581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BFDEC3-9C8A-CDB2-A290-F77D30704C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252535"/>
            <a:ext cx="8324853" cy="8239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86119-C611-D943-00BC-50B593A518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2149470"/>
            <a:ext cx="8324853" cy="434180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0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0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0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0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0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C274E9-3451-2180-8795-EBFF8C4EC5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4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/>
            <a:r>
              <a:rPr lang="en-US"/>
              <a:t>Example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6FD3D-3C3A-2BF1-EE3F-064E801F19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0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0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0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0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0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visual-paradigm.com/guide/uml-unified-modeling-language/what-is-deployment-diagra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2"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07DE8AF-67EC-08BE-4277-9C5793A9ED2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7954" y="2017715"/>
            <a:ext cx="8710610" cy="1470026"/>
          </a:xfrm>
        </p:spPr>
        <p:txBody>
          <a:bodyPr/>
          <a:lstStyle/>
          <a:p>
            <a:pPr lvl="0" hangingPunct="1"/>
            <a:r>
              <a:rPr lang="en-GB" b="1">
                <a:solidFill>
                  <a:srgbClr val="FFFFFF"/>
                </a:solidFill>
              </a:rPr>
              <a:t>Final Year Projects: </a:t>
            </a:r>
            <a:br>
              <a:rPr lang="en-GB" b="1">
                <a:solidFill>
                  <a:srgbClr val="FFFFFF"/>
                </a:solidFill>
              </a:rPr>
            </a:br>
            <a:r>
              <a:rPr lang="en-GB" b="1">
                <a:solidFill>
                  <a:srgbClr val="FFFFFF"/>
                </a:solidFill>
              </a:rPr>
              <a:t>The Design Process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0DBF3-6053-9572-0D19-05085E57241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sz="4000"/>
              <a:t>What does it matter?  And to whom?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37DAF-E217-C2E5-C2EC-A072208553F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41358" y="2405064"/>
            <a:ext cx="8040684" cy="3378195"/>
          </a:xfrm>
        </p:spPr>
        <p:txBody>
          <a:bodyPr/>
          <a:lstStyle/>
          <a:p>
            <a:pPr lvl="0">
              <a:buFont typeface="Arial"/>
            </a:pPr>
            <a:r>
              <a:rPr lang="en-GB"/>
              <a:t>The </a:t>
            </a:r>
            <a:r>
              <a:rPr lang="en-GB" b="1"/>
              <a:t>Product</a:t>
            </a:r>
            <a:r>
              <a:rPr lang="en-GB"/>
              <a:t> is all that matters?  To whom?</a:t>
            </a:r>
          </a:p>
          <a:p>
            <a:pPr lvl="1">
              <a:buFont typeface="Arial"/>
            </a:pPr>
            <a:r>
              <a:rPr lang="en-GB"/>
              <a:t>The user, the client</a:t>
            </a:r>
          </a:p>
          <a:p>
            <a:pPr lvl="0">
              <a:buFont typeface="Arial"/>
            </a:pPr>
            <a:r>
              <a:rPr lang="en-GB"/>
              <a:t>The </a:t>
            </a:r>
            <a:r>
              <a:rPr lang="en-GB" b="1"/>
              <a:t>Design</a:t>
            </a:r>
            <a:r>
              <a:rPr lang="en-GB"/>
              <a:t>? To whom?</a:t>
            </a:r>
          </a:p>
          <a:p>
            <a:pPr lvl="1">
              <a:buFont typeface="Arial"/>
            </a:pPr>
            <a:r>
              <a:rPr lang="en-GB"/>
              <a:t>The Engineer, Client, and User</a:t>
            </a:r>
          </a:p>
          <a:p>
            <a:pPr marL="0" lvl="0" indent="0">
              <a:buNone/>
            </a:pPr>
            <a:endParaRPr lang="en-GB"/>
          </a:p>
          <a:p>
            <a:pPr marL="0" lvl="0" indent="0">
              <a:spcBef>
                <a:spcPts val="700"/>
              </a:spcBef>
              <a:buNone/>
            </a:pPr>
            <a:r>
              <a:rPr lang="en-GB" sz="2800" b="1" i="1"/>
              <a:t>A good design increases the longevity of a product.</a:t>
            </a:r>
          </a:p>
          <a:p>
            <a:pPr lvl="0">
              <a:buFont typeface="Arial"/>
            </a:pP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Effect">
                      <p:stCondLst>
                        <p:cond delay="indefinite"/>
                      </p:stCondLst>
                      <p:childTnLst>
                        <p:par>
                          <p:cTn id="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Effect">
                      <p:stCondLst>
                        <p:cond delay="indefinite"/>
                      </p:stCondLst>
                      <p:childTnLst>
                        <p:par>
                          <p:cTn id="2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6">
            <a:extLst>
              <a:ext uri="{FF2B5EF4-FFF2-40B4-BE49-F238E27FC236}">
                <a16:creationId xmlns:a16="http://schemas.microsoft.com/office/drawing/2014/main" id="{C1D7AFF4-9D0D-18EA-42AB-620AB4523D0E}"/>
              </a:ext>
            </a:extLst>
          </p:cNvPr>
          <p:cNvGrpSpPr/>
          <p:nvPr/>
        </p:nvGrpSpPr>
        <p:grpSpPr>
          <a:xfrm>
            <a:off x="2652710" y="3394079"/>
            <a:ext cx="6276981" cy="3127376"/>
            <a:chOff x="2652710" y="3394079"/>
            <a:chExt cx="6276981" cy="3127376"/>
          </a:xfrm>
          <a:effectLst/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3B80815-2909-2FFC-DB5F-1B199BB56772}"/>
                </a:ext>
              </a:extLst>
            </p:cNvPr>
            <p:cNvSpPr/>
            <p:nvPr/>
          </p:nvSpPr>
          <p:spPr>
            <a:xfrm>
              <a:off x="2652710" y="3394079"/>
              <a:ext cx="4735147" cy="3127376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vert="horz" wrap="non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1" i="0" u="none" strike="noStrike" kern="1200" cap="none" spc="0" baseline="0" dirty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endParaRPr>
            </a:p>
          </p:txBody>
        </p:sp>
        <p:grpSp>
          <p:nvGrpSpPr>
            <p:cNvPr id="4" name="Group 18">
              <a:extLst>
                <a:ext uri="{FF2B5EF4-FFF2-40B4-BE49-F238E27FC236}">
                  <a16:creationId xmlns:a16="http://schemas.microsoft.com/office/drawing/2014/main" id="{664A725C-EBAC-3F79-6BDF-8255732BEE90}"/>
                </a:ext>
              </a:extLst>
            </p:cNvPr>
            <p:cNvGrpSpPr/>
            <p:nvPr/>
          </p:nvGrpSpPr>
          <p:grpSpPr>
            <a:xfrm>
              <a:off x="6612108" y="5705380"/>
              <a:ext cx="2317583" cy="797091"/>
              <a:chOff x="6612108" y="5705380"/>
              <a:chExt cx="2317583" cy="797091"/>
            </a:xfrm>
          </p:grpSpPr>
          <p:sp>
            <p:nvSpPr>
              <p:cNvPr id="5" name="Rectangle 16">
                <a:extLst>
                  <a:ext uri="{FF2B5EF4-FFF2-40B4-BE49-F238E27FC236}">
                    <a16:creationId xmlns:a16="http://schemas.microsoft.com/office/drawing/2014/main" id="{38702EB0-41AA-9392-10B4-2A81DE688E9C}"/>
                  </a:ext>
                </a:extLst>
              </p:cNvPr>
              <p:cNvSpPr/>
              <p:nvPr/>
            </p:nvSpPr>
            <p:spPr>
              <a:xfrm>
                <a:off x="6992727" y="5705380"/>
                <a:ext cx="1936964" cy="797091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  <a:effectLst>
                <a:outerShdw dist="22997" dir="5400000" algn="tl">
                  <a:srgbClr val="000000">
                    <a:alpha val="35000"/>
                  </a:srgbClr>
                </a:outerShdw>
              </a:effectLst>
            </p:spPr>
            <p:txBody>
              <a:bodyPr vert="horz" wrap="square" lIns="90489" tIns="44448" rIns="90489" bIns="44448" anchor="t" anchorCtr="0" compatLnSpc="1">
                <a:sp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400" b="1" i="0" u="none" strike="noStrike" kern="1200" cap="none" spc="0" baseline="0">
                    <a:solidFill>
                      <a:srgbClr val="0000CC"/>
                    </a:solidFill>
                    <a:uFillTx/>
                    <a:latin typeface="Verdana" pitchFamily="34"/>
                    <a:ea typeface="ＭＳ Ｐゴシック" pitchFamily="34"/>
                  </a:rPr>
                  <a:t> Developer/</a:t>
                </a:r>
              </a:p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600" b="1" i="0" u="none" strike="noStrike" kern="1200" cap="none" spc="0" baseline="0">
                    <a:solidFill>
                      <a:srgbClr val="0000CC"/>
                    </a:solidFill>
                    <a:uFillTx/>
                    <a:latin typeface="Verdana" pitchFamily="34"/>
                    <a:ea typeface="ＭＳ Ｐゴシック" pitchFamily="34"/>
                  </a:rPr>
                  <a:t>Maintainer</a:t>
                </a:r>
                <a:endParaRPr lang="en-US" sz="2000" b="1" i="0" u="none" strike="noStrike" kern="1200" cap="none" spc="0" baseline="0">
                  <a:solidFill>
                    <a:srgbClr val="FF0000"/>
                  </a:solidFill>
                  <a:uFillTx/>
                  <a:latin typeface="Times" pitchFamily="18"/>
                  <a:ea typeface="ＭＳ Ｐゴシック" pitchFamily="34"/>
                </a:endParaRPr>
              </a:p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600" b="1" i="0" u="none" strike="noStrike" kern="1200" cap="none" spc="0" baseline="0">
                  <a:solidFill>
                    <a:srgbClr val="000000"/>
                  </a:solidFill>
                  <a:uFillTx/>
                  <a:latin typeface="Times" pitchFamily="18"/>
                  <a:ea typeface="ＭＳ Ｐゴシック" pitchFamily="34"/>
                </a:endParaRPr>
              </a:p>
            </p:txBody>
          </p:sp>
          <p:sp>
            <p:nvSpPr>
              <p:cNvPr id="6" name="Rectangle 17">
                <a:extLst>
                  <a:ext uri="{FF2B5EF4-FFF2-40B4-BE49-F238E27FC236}">
                    <a16:creationId xmlns:a16="http://schemas.microsoft.com/office/drawing/2014/main" id="{6B332CB8-980D-997D-6DD7-A72435665D05}"/>
                  </a:ext>
                </a:extLst>
              </p:cNvPr>
              <p:cNvSpPr/>
              <p:nvPr/>
            </p:nvSpPr>
            <p:spPr>
              <a:xfrm>
                <a:off x="6612108" y="5977853"/>
                <a:ext cx="535445" cy="397187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  <a:effectLst>
                <a:outerShdw dist="22997" dir="5400000" algn="tl">
                  <a:srgbClr val="000000">
                    <a:alpha val="35000"/>
                  </a:srgbClr>
                </a:outerShdw>
              </a:effectLst>
            </p:spPr>
            <p:txBody>
              <a:bodyPr vert="horz" wrap="none" lIns="90489" tIns="44448" rIns="90489" bIns="44448" anchor="t" anchorCtr="0" compatLnSpc="1">
                <a:sp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2000" b="1" i="0" u="none" strike="noStrike" kern="1200" cap="none" spc="0" baseline="0">
                    <a:solidFill>
                      <a:srgbClr val="0000CC"/>
                    </a:solidFill>
                    <a:uFillTx/>
                    <a:latin typeface="Verdana" pitchFamily="34"/>
                    <a:ea typeface="ＭＳ Ｐゴシック" pitchFamily="34"/>
                  </a:rPr>
                  <a:t>    </a:t>
                </a:r>
                <a:endParaRPr lang="en-US" sz="2400" b="1" i="0" u="none" strike="noStrike" kern="1200" cap="none" spc="0" baseline="0">
                  <a:solidFill>
                    <a:srgbClr val="FF0000"/>
                  </a:solidFill>
                  <a:uFillTx/>
                  <a:latin typeface="Times" pitchFamily="18"/>
                  <a:ea typeface="ＭＳ Ｐゴシック" pitchFamily="34"/>
                </a:endParaRPr>
              </a:p>
            </p:txBody>
          </p:sp>
        </p:grpSp>
        <p:sp>
          <p:nvSpPr>
            <p:cNvPr id="7" name="Rectangle 21">
              <a:extLst>
                <a:ext uri="{FF2B5EF4-FFF2-40B4-BE49-F238E27FC236}">
                  <a16:creationId xmlns:a16="http://schemas.microsoft.com/office/drawing/2014/main" id="{5E5F502B-BAB5-0EC1-88D7-43921940F4AC}"/>
                </a:ext>
              </a:extLst>
            </p:cNvPr>
            <p:cNvSpPr/>
            <p:nvPr/>
          </p:nvSpPr>
          <p:spPr>
            <a:xfrm>
              <a:off x="3607481" y="5058753"/>
              <a:ext cx="2364345" cy="951634"/>
            </a:xfrm>
            <a:prstGeom prst="rect">
              <a:avLst/>
            </a:prstGeom>
            <a:noFill/>
            <a:ln cap="flat">
              <a:noFill/>
              <a:prstDash val="solid"/>
            </a:ln>
            <a:effectLst/>
          </p:spPr>
          <p:txBody>
            <a:bodyPr vert="horz" wrap="none" lIns="90489" tIns="44448" rIns="90489" bIns="44448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400" dirty="0">
                  <a:solidFill>
                    <a:srgbClr val="000000"/>
                  </a:solidFill>
                  <a:latin typeface="Verdana" pitchFamily="34"/>
                  <a:ea typeface="ＭＳ Ｐゴシック" pitchFamily="34"/>
                </a:rPr>
                <a:t>Minimum # of errors</a:t>
              </a:r>
            </a:p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400" dirty="0">
                  <a:solidFill>
                    <a:srgbClr val="000000"/>
                  </a:solidFill>
                  <a:latin typeface="Verdana" pitchFamily="34"/>
                  <a:ea typeface="ＭＳ Ｐゴシック" pitchFamily="34"/>
                </a:rPr>
                <a:t>Modifiability, Readability</a:t>
              </a:r>
            </a:p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Verdana" pitchFamily="34"/>
                  <a:ea typeface="ＭＳ Ｐゴシック" pitchFamily="34"/>
                </a:rPr>
                <a:t>Reusability, Adaptability</a:t>
              </a:r>
            </a:p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Verdana" pitchFamily="34"/>
                  <a:ea typeface="ＭＳ Ｐゴシック" pitchFamily="34"/>
                </a:rPr>
                <a:t>Well-defined interfaces</a:t>
              </a:r>
              <a:endParaRPr lang="en-US" sz="1600" b="0" i="0" u="none" strike="noStrike" kern="1200" cap="none" spc="0" baseline="0" dirty="0">
                <a:solidFill>
                  <a:srgbClr val="000000"/>
                </a:solidFill>
                <a:uFillTx/>
                <a:latin typeface="Verdana" pitchFamily="34"/>
                <a:ea typeface="ＭＳ Ｐゴシック" pitchFamily="34"/>
              </a:endParaRPr>
            </a:p>
          </p:txBody>
        </p:sp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DE0D1A10-0847-53EF-D284-09B10312BA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6753" y="633414"/>
            <a:ext cx="7881935" cy="863595"/>
          </a:xfrm>
          <a:effectLst/>
        </p:spPr>
        <p:txBody>
          <a:bodyPr/>
          <a:lstStyle/>
          <a:p>
            <a:pPr lvl="0" hangingPunct="1"/>
            <a:r>
              <a:rPr lang="en-US">
                <a:ea typeface="ＭＳ Ｐゴシック" pitchFamily="34"/>
              </a:rPr>
              <a:t>Design Goals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EA4BFB3-2E63-93EA-5C47-BBCC587BBDE5}"/>
              </a:ext>
            </a:extLst>
          </p:cNvPr>
          <p:cNvSpPr/>
          <p:nvPr/>
        </p:nvSpPr>
        <p:spPr>
          <a:xfrm>
            <a:off x="3887791" y="3556001"/>
            <a:ext cx="1054102" cy="304796"/>
          </a:xfrm>
          <a:prstGeom prst="rect">
            <a:avLst/>
          </a:prstGeom>
          <a:noFill/>
          <a:ln cap="flat">
            <a:noFill/>
            <a:prstDash val="solid"/>
          </a:ln>
          <a:effectLst/>
        </p:spPr>
        <p:txBody>
          <a:bodyPr vert="horz" wrap="none" lIns="90489" tIns="44448" rIns="90489" bIns="44448" anchor="t" anchorCtr="0" compatLnSpc="1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000000"/>
                </a:solidFill>
                <a:uFillTx/>
                <a:latin typeface="Verdana" pitchFamily="34"/>
                <a:ea typeface="ＭＳ Ｐゴシック" pitchFamily="34"/>
              </a:rPr>
              <a:t>Reliability</a:t>
            </a:r>
            <a:endParaRPr lang="en-US" sz="1600" b="1" i="0" u="none" strike="noStrike" kern="1200" cap="none" spc="0" baseline="0" dirty="0">
              <a:solidFill>
                <a:srgbClr val="000000"/>
              </a:solidFill>
              <a:uFillTx/>
              <a:latin typeface="Verdana" pitchFamily="34"/>
              <a:ea typeface="ＭＳ Ｐゴシック" pitchFamily="34"/>
            </a:endParaRPr>
          </a:p>
        </p:txBody>
      </p:sp>
      <p:grpSp>
        <p:nvGrpSpPr>
          <p:cNvPr id="10" name="Group 51">
            <a:extLst>
              <a:ext uri="{FF2B5EF4-FFF2-40B4-BE49-F238E27FC236}">
                <a16:creationId xmlns:a16="http://schemas.microsoft.com/office/drawing/2014/main" id="{F0339FBD-95DD-F900-5D32-4B00899D43A1}"/>
              </a:ext>
            </a:extLst>
          </p:cNvPr>
          <p:cNvGrpSpPr/>
          <p:nvPr/>
        </p:nvGrpSpPr>
        <p:grpSpPr>
          <a:xfrm>
            <a:off x="166685" y="1565279"/>
            <a:ext cx="5605464" cy="3262304"/>
            <a:chOff x="166685" y="1565279"/>
            <a:chExt cx="5605464" cy="3262304"/>
          </a:xfrm>
          <a:effectLst/>
        </p:grpSpPr>
        <p:grpSp>
          <p:nvGrpSpPr>
            <p:cNvPr id="11" name="Group 50">
              <a:extLst>
                <a:ext uri="{FF2B5EF4-FFF2-40B4-BE49-F238E27FC236}">
                  <a16:creationId xmlns:a16="http://schemas.microsoft.com/office/drawing/2014/main" id="{A6520C15-F049-2F27-8FB9-8F6BFC7193C6}"/>
                </a:ext>
              </a:extLst>
            </p:cNvPr>
            <p:cNvGrpSpPr/>
            <p:nvPr/>
          </p:nvGrpSpPr>
          <p:grpSpPr>
            <a:xfrm>
              <a:off x="166685" y="1565279"/>
              <a:ext cx="5605464" cy="2704776"/>
              <a:chOff x="166685" y="1565279"/>
              <a:chExt cx="5605464" cy="2704776"/>
            </a:xfrm>
          </p:grpSpPr>
          <p:sp>
            <p:nvSpPr>
              <p:cNvPr id="12" name="Oval 4">
                <a:extLst>
                  <a:ext uri="{FF2B5EF4-FFF2-40B4-BE49-F238E27FC236}">
                    <a16:creationId xmlns:a16="http://schemas.microsoft.com/office/drawing/2014/main" id="{511F3385-EDD0-81AF-2322-4BC0EB45F8F4}"/>
                  </a:ext>
                </a:extLst>
              </p:cNvPr>
              <p:cNvSpPr/>
              <p:nvPr/>
            </p:nvSpPr>
            <p:spPr>
              <a:xfrm>
                <a:off x="166685" y="1565279"/>
                <a:ext cx="5605464" cy="2704776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noFill/>
              <a:ln w="12701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vert="horz" wrap="none" lIns="91440" tIns="45720" rIns="91440" bIns="45720" anchor="ctr" anchorCtr="0" compatLnSpc="1">
                <a:no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1" i="0" u="none" strike="noStrike" kern="1200" cap="none" spc="0" baseline="0" dirty="0">
                  <a:solidFill>
                    <a:srgbClr val="000000"/>
                  </a:solidFill>
                  <a:uFillTx/>
                  <a:latin typeface="Times" pitchFamily="18"/>
                  <a:ea typeface="ＭＳ Ｐゴシック" pitchFamily="34"/>
                </a:endParaRPr>
              </a:p>
            </p:txBody>
          </p:sp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7720512C-7EA4-1B1B-FCB3-F3AEF466C787}"/>
                  </a:ext>
                </a:extLst>
              </p:cNvPr>
              <p:cNvSpPr/>
              <p:nvPr/>
            </p:nvSpPr>
            <p:spPr>
              <a:xfrm>
                <a:off x="787006" y="2076557"/>
                <a:ext cx="2701933" cy="1381731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  <a:effectLst/>
            </p:spPr>
            <p:txBody>
              <a:bodyPr vert="horz" wrap="none" lIns="90489" tIns="44448" rIns="90489" bIns="44448" anchor="t" anchorCtr="0" compatLnSpc="1">
                <a:spAutoFit/>
              </a:bodyPr>
              <a:lstStyle/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4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Verdana" pitchFamily="34"/>
                    <a:ea typeface="ＭＳ Ｐゴシック" pitchFamily="34"/>
                  </a:rPr>
                  <a:t>Low cost </a:t>
                </a:r>
              </a:p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4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Verdana" pitchFamily="34"/>
                    <a:ea typeface="ＭＳ Ｐゴシック" pitchFamily="34"/>
                  </a:rPr>
                  <a:t>Increased productivity</a:t>
                </a:r>
              </a:p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4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Verdana" pitchFamily="34"/>
                    <a:ea typeface="ＭＳ Ｐゴシック" pitchFamily="34"/>
                  </a:rPr>
                  <a:t>Backward compatibility</a:t>
                </a:r>
              </a:p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4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Verdana" pitchFamily="34"/>
                    <a:ea typeface="ＭＳ Ｐゴシック" pitchFamily="34"/>
                  </a:rPr>
                  <a:t>Traceability of requirements</a:t>
                </a:r>
              </a:p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4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Verdana" pitchFamily="34"/>
                    <a:ea typeface="ＭＳ Ｐゴシック" pitchFamily="34"/>
                  </a:rPr>
                  <a:t>Rapid development</a:t>
                </a:r>
              </a:p>
              <a:p>
                <a:pPr marL="0" marR="0" lvl="0" indent="0" algn="l" defTabSz="914400" rtl="0" fontAlgn="auto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4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Verdana" pitchFamily="34"/>
                    <a:ea typeface="ＭＳ Ｐゴシック" pitchFamily="34"/>
                  </a:rPr>
                  <a:t>Flexibility</a:t>
                </a:r>
              </a:p>
            </p:txBody>
          </p:sp>
        </p:grp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F62260C9-59B2-F03D-E5CE-00CCB11D3C6E}"/>
                </a:ext>
              </a:extLst>
            </p:cNvPr>
            <p:cNvSpPr/>
            <p:nvPr/>
          </p:nvSpPr>
          <p:spPr>
            <a:xfrm>
              <a:off x="447937" y="4183288"/>
              <a:ext cx="1677741" cy="644295"/>
            </a:xfrm>
            <a:prstGeom prst="rect">
              <a:avLst/>
            </a:prstGeom>
            <a:noFill/>
            <a:ln cap="flat">
              <a:noFill/>
              <a:prstDash val="solid"/>
            </a:ln>
            <a:effectLst>
              <a:outerShdw dist="22997" dir="5400000" algn="tl">
                <a:srgbClr val="000000">
                  <a:alpha val="35000"/>
                </a:srgbClr>
              </a:outerShdw>
            </a:effectLst>
          </p:spPr>
          <p:txBody>
            <a:bodyPr vert="horz" wrap="none" lIns="90489" tIns="44448" rIns="90489" bIns="44448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CC"/>
                  </a:solidFill>
                  <a:uFillTx/>
                  <a:latin typeface="Verdana" pitchFamily="34"/>
                  <a:ea typeface="ＭＳ Ｐゴシック" pitchFamily="34"/>
                </a:rPr>
                <a:t>Client</a:t>
              </a:r>
            </a:p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1" i="0" u="none" strike="noStrike" kern="1200" cap="none" spc="0" baseline="0">
                  <a:solidFill>
                    <a:srgbClr val="0000CC"/>
                  </a:solidFill>
                  <a:uFillTx/>
                  <a:latin typeface="Verdana" pitchFamily="34"/>
                  <a:ea typeface="ＭＳ Ｐゴシック" pitchFamily="34"/>
                </a:rPr>
                <a:t>(Customer)</a:t>
              </a:r>
              <a:endParaRPr lang="en-US" sz="1800" b="1" i="0" u="none" strike="noStrike" kern="1200" cap="none" spc="0" baseline="0">
                <a:solidFill>
                  <a:srgbClr val="0000CC"/>
                </a:solidFill>
                <a:uFillTx/>
                <a:latin typeface="Times" pitchFamily="18"/>
                <a:ea typeface="ＭＳ Ｐゴシック" pitchFamily="34"/>
              </a:endParaRPr>
            </a:p>
          </p:txBody>
        </p:sp>
      </p:grpSp>
      <p:sp>
        <p:nvSpPr>
          <p:cNvPr id="15" name="Rectangle 13">
            <a:extLst>
              <a:ext uri="{FF2B5EF4-FFF2-40B4-BE49-F238E27FC236}">
                <a16:creationId xmlns:a16="http://schemas.microsoft.com/office/drawing/2014/main" id="{154B2C74-2082-8291-4F3A-4EAFA44620F0}"/>
              </a:ext>
            </a:extLst>
          </p:cNvPr>
          <p:cNvSpPr/>
          <p:nvPr/>
        </p:nvSpPr>
        <p:spPr>
          <a:xfrm>
            <a:off x="4849813" y="3922711"/>
            <a:ext cx="2058991" cy="520695"/>
          </a:xfrm>
          <a:prstGeom prst="rect">
            <a:avLst/>
          </a:prstGeom>
          <a:noFill/>
          <a:ln cap="flat">
            <a:noFill/>
            <a:prstDash val="solid"/>
          </a:ln>
          <a:effectLst/>
        </p:spPr>
        <p:txBody>
          <a:bodyPr vert="horz" wrap="none" lIns="90489" tIns="44448" rIns="90489" bIns="44448" anchor="t" anchorCtr="1" compatLnSpc="1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Verdana" pitchFamily="34"/>
                <a:ea typeface="ＭＳ Ｐゴシック" pitchFamily="34"/>
              </a:rPr>
              <a:t>Portability</a:t>
            </a:r>
          </a:p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Verdana" pitchFamily="34"/>
                <a:ea typeface="ＭＳ Ｐゴシック" pitchFamily="34"/>
              </a:rPr>
              <a:t>Good documentation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Times" pitchFamily="18"/>
              <a:ea typeface="ＭＳ Ｐゴシック" pitchFamily="34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F76818B3-D1F0-852B-B203-E91FD375F751}"/>
              </a:ext>
            </a:extLst>
          </p:cNvPr>
          <p:cNvSpPr/>
          <p:nvPr/>
        </p:nvSpPr>
        <p:spPr>
          <a:xfrm>
            <a:off x="4076696" y="2420938"/>
            <a:ext cx="1035045" cy="520695"/>
          </a:xfrm>
          <a:prstGeom prst="rect">
            <a:avLst/>
          </a:prstGeom>
          <a:noFill/>
          <a:ln cap="flat">
            <a:noFill/>
            <a:prstDash val="solid"/>
          </a:ln>
          <a:effectLst/>
        </p:spPr>
        <p:txBody>
          <a:bodyPr vert="horz" wrap="none" lIns="90489" tIns="44448" rIns="90489" bIns="44448" anchor="t" anchorCtr="1" compatLnSpc="1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000000"/>
                </a:solidFill>
                <a:uFillTx/>
                <a:latin typeface="Verdana" pitchFamily="34"/>
                <a:ea typeface="ＭＳ Ｐゴシック" pitchFamily="34"/>
              </a:rPr>
              <a:t>Runtime</a:t>
            </a:r>
          </a:p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000000"/>
                </a:solidFill>
                <a:uFillTx/>
                <a:latin typeface="Verdana" pitchFamily="34"/>
                <a:ea typeface="ＭＳ Ｐゴシック" pitchFamily="34"/>
              </a:rPr>
              <a:t>Efficiency</a:t>
            </a:r>
            <a:endParaRPr lang="en-US" sz="1600" b="0" i="0" u="none" strike="noStrike" kern="1200" cap="none" spc="0" baseline="0" dirty="0">
              <a:solidFill>
                <a:srgbClr val="000000"/>
              </a:solidFill>
              <a:uFillTx/>
              <a:latin typeface="Times" pitchFamily="18"/>
              <a:ea typeface="ＭＳ Ｐゴシック" pitchFamily="34"/>
            </a:endParaRPr>
          </a:p>
        </p:txBody>
      </p:sp>
      <p:grpSp>
        <p:nvGrpSpPr>
          <p:cNvPr id="17" name="Group 49">
            <a:extLst>
              <a:ext uri="{FF2B5EF4-FFF2-40B4-BE49-F238E27FC236}">
                <a16:creationId xmlns:a16="http://schemas.microsoft.com/office/drawing/2014/main" id="{17F8506C-950B-AD88-AE77-01836B7D00E1}"/>
              </a:ext>
            </a:extLst>
          </p:cNvPr>
          <p:cNvGrpSpPr/>
          <p:nvPr/>
        </p:nvGrpSpPr>
        <p:grpSpPr>
          <a:xfrm>
            <a:off x="3344866" y="1787671"/>
            <a:ext cx="5399161" cy="2943077"/>
            <a:chOff x="3344866" y="1787671"/>
            <a:chExt cx="5399161" cy="2943077"/>
          </a:xfrm>
          <a:effectLst/>
        </p:grpSpPr>
        <p:sp>
          <p:nvSpPr>
            <p:cNvPr id="18" name="Oval 5">
              <a:extLst>
                <a:ext uri="{FF2B5EF4-FFF2-40B4-BE49-F238E27FC236}">
                  <a16:creationId xmlns:a16="http://schemas.microsoft.com/office/drawing/2014/main" id="{A529EF12-B03B-34EA-A1B3-4276199DED55}"/>
                </a:ext>
              </a:extLst>
            </p:cNvPr>
            <p:cNvSpPr/>
            <p:nvPr/>
          </p:nvSpPr>
          <p:spPr>
            <a:xfrm>
              <a:off x="3344866" y="1820863"/>
              <a:ext cx="5012128" cy="2909885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noFill/>
            <a:ln w="12701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vert="horz" wrap="non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1" i="0" u="none" strike="noStrike" kern="1200" cap="none" spc="0" baseline="0" dirty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endParaRPr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4B4BC865-1C2B-4F54-10B7-5ED82AB8FC49}"/>
                </a:ext>
              </a:extLst>
            </p:cNvPr>
            <p:cNvSpPr/>
            <p:nvPr/>
          </p:nvSpPr>
          <p:spPr>
            <a:xfrm>
              <a:off x="7869239" y="1787671"/>
              <a:ext cx="874788" cy="577772"/>
            </a:xfrm>
            <a:prstGeom prst="rect">
              <a:avLst/>
            </a:prstGeom>
            <a:noFill/>
            <a:ln cap="flat">
              <a:noFill/>
              <a:prstDash val="solid"/>
            </a:ln>
            <a:effectLst>
              <a:outerShdw dist="22997" dir="5400000" algn="tl">
                <a:srgbClr val="000000">
                  <a:alpha val="35000"/>
                </a:srgbClr>
              </a:outerShdw>
            </a:effectLst>
          </p:spPr>
          <p:txBody>
            <a:bodyPr vert="horz" wrap="none" lIns="90489" tIns="44448" rIns="90489" bIns="44448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000" b="1" i="0" u="none" strike="noStrike" kern="1200" cap="none" spc="0" baseline="0" dirty="0">
                  <a:solidFill>
                    <a:srgbClr val="0000CC"/>
                  </a:solidFill>
                  <a:uFillTx/>
                  <a:latin typeface="Verdana" pitchFamily="34"/>
                  <a:ea typeface="ＭＳ Ｐゴシック" pitchFamily="34"/>
                </a:rPr>
                <a:t>End</a:t>
              </a:r>
            </a:p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000" b="1" i="0" u="none" strike="noStrike" kern="1200" cap="none" spc="0" baseline="0" dirty="0">
                  <a:solidFill>
                    <a:srgbClr val="0000CC"/>
                  </a:solidFill>
                  <a:uFillTx/>
                  <a:latin typeface="Verdana" pitchFamily="34"/>
                  <a:ea typeface="ＭＳ Ｐゴシック" pitchFamily="34"/>
                </a:rPr>
                <a:t>User</a:t>
              </a:r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E1B7779D-08E3-EC07-2FA1-50387DBBA717}"/>
                </a:ext>
              </a:extLst>
            </p:cNvPr>
            <p:cNvSpPr/>
            <p:nvPr/>
          </p:nvSpPr>
          <p:spPr>
            <a:xfrm>
              <a:off x="5985891" y="2199040"/>
              <a:ext cx="1701259" cy="1382719"/>
            </a:xfrm>
            <a:prstGeom prst="rect">
              <a:avLst/>
            </a:prstGeom>
            <a:noFill/>
            <a:ln cap="flat">
              <a:noFill/>
              <a:prstDash val="solid"/>
            </a:ln>
            <a:effectLst/>
          </p:spPr>
          <p:txBody>
            <a:bodyPr vert="horz" wrap="none" lIns="90489" tIns="44448" rIns="90489" bIns="44448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Verdana" pitchFamily="34"/>
                  <a:ea typeface="ＭＳ Ｐゴシック" pitchFamily="34"/>
                </a:rPr>
                <a:t>Functionality</a:t>
              </a:r>
            </a:p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Verdana" pitchFamily="34"/>
                  <a:ea typeface="ＭＳ Ｐゴシック" pitchFamily="34"/>
                </a:rPr>
                <a:t>User-friendliness</a:t>
              </a:r>
            </a:p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Verdana" pitchFamily="34"/>
                  <a:ea typeface="ＭＳ Ｐゴシック" pitchFamily="34"/>
                </a:rPr>
                <a:t>Usability </a:t>
              </a:r>
            </a:p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Verdana" pitchFamily="34"/>
                  <a:ea typeface="ＭＳ Ｐゴシック" pitchFamily="34"/>
                </a:rPr>
                <a:t>Ease of learning</a:t>
              </a:r>
            </a:p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Verdana" pitchFamily="34"/>
                  <a:ea typeface="ＭＳ Ｐゴシック" pitchFamily="34"/>
                </a:rPr>
                <a:t>Fault tolerant</a:t>
              </a:r>
            </a:p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400" b="0" i="0" u="none" strike="noStrike" kern="1200" cap="none" spc="0" baseline="0" dirty="0">
                  <a:solidFill>
                    <a:srgbClr val="000000"/>
                  </a:solidFill>
                  <a:uFillTx/>
                  <a:latin typeface="Verdana" pitchFamily="34"/>
                  <a:ea typeface="ＭＳ Ｐゴシック" pitchFamily="34"/>
                </a:rPr>
                <a:t>Robustness</a:t>
              </a:r>
            </a:p>
          </p:txBody>
        </p:sp>
      </p:grpSp>
      <p:sp>
        <p:nvSpPr>
          <p:cNvPr id="21" name="Text Box 41">
            <a:extLst>
              <a:ext uri="{FF2B5EF4-FFF2-40B4-BE49-F238E27FC236}">
                <a16:creationId xmlns:a16="http://schemas.microsoft.com/office/drawing/2014/main" id="{33F9A2B3-DA1E-ED31-E7B1-BB2BC2A4A9A1}"/>
              </a:ext>
            </a:extLst>
          </p:cNvPr>
          <p:cNvSpPr txBox="1"/>
          <p:nvPr/>
        </p:nvSpPr>
        <p:spPr>
          <a:xfrm>
            <a:off x="7777164" y="633414"/>
            <a:ext cx="184151" cy="366710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none" lIns="91440" tIns="45720" rIns="91440" bIns="45720" anchor="ctr" anchorCtr="1" compatLnSpc="1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1" i="1" u="none" strike="noStrike" kern="1200" cap="none" spc="0" baseline="0">
              <a:solidFill>
                <a:srgbClr val="000000"/>
              </a:solidFill>
              <a:uFillTx/>
              <a:latin typeface="Times" pitchFamily="18"/>
              <a:ea typeface="ＭＳ Ｐゴシック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Effect">
                      <p:stCondLst>
                        <p:cond delay="indefinite"/>
                      </p:stCondLst>
                      <p:childTnLst>
                        <p:par>
                          <p:cTn id="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4B1E838-C92B-BB0C-CCB5-9CA6F3A44C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2584" y="1252535"/>
            <a:ext cx="8324853" cy="823910"/>
          </a:xfrm>
        </p:spPr>
        <p:txBody>
          <a:bodyPr/>
          <a:lstStyle/>
          <a:p>
            <a:pPr lvl="0" hangingPunct="1"/>
            <a:r>
              <a:rPr lang="en-GB" sz="4000"/>
              <a:t>The Project: A Development Life Cycle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7A2A4121-1F81-07F8-A253-FEECF081CD82}"/>
              </a:ext>
            </a:extLst>
          </p:cNvPr>
          <p:cNvSpPr txBox="1"/>
          <p:nvPr/>
        </p:nvSpPr>
        <p:spPr>
          <a:xfrm>
            <a:off x="1219196" y="2514600"/>
            <a:ext cx="1295403" cy="466728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miter/>
          </a:ln>
          <a:effectLst/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rPr>
              <a:t>Analysis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6DD20CDF-C14E-59A0-FC84-7D3A2E62240A}"/>
              </a:ext>
            </a:extLst>
          </p:cNvPr>
          <p:cNvSpPr txBox="1"/>
          <p:nvPr/>
        </p:nvSpPr>
        <p:spPr>
          <a:xfrm>
            <a:off x="2362196" y="3200400"/>
            <a:ext cx="1057275" cy="466728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miter/>
          </a:ln>
          <a:effectLst/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rPr>
              <a:t>Design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C3AA8892-18BD-F374-4E11-04DB0F094001}"/>
              </a:ext>
            </a:extLst>
          </p:cNvPr>
          <p:cNvSpPr txBox="1"/>
          <p:nvPr/>
        </p:nvSpPr>
        <p:spPr>
          <a:xfrm>
            <a:off x="3276596" y="3886200"/>
            <a:ext cx="2119314" cy="466728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miter/>
          </a:ln>
          <a:effectLst/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rPr>
              <a:t>Implementation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B6D02E12-B96B-1FF6-AAAD-CD0FBF1D0A0D}"/>
              </a:ext>
            </a:extLst>
          </p:cNvPr>
          <p:cNvSpPr txBox="1"/>
          <p:nvPr/>
        </p:nvSpPr>
        <p:spPr>
          <a:xfrm>
            <a:off x="5181603" y="4648196"/>
            <a:ext cx="1106488" cy="466728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miter/>
          </a:ln>
          <a:effectLst/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rPr>
              <a:t>Testing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065BC8F5-E23B-9F35-D13C-FAFB0721C9E2}"/>
              </a:ext>
            </a:extLst>
          </p:cNvPr>
          <p:cNvSpPr txBox="1"/>
          <p:nvPr/>
        </p:nvSpPr>
        <p:spPr>
          <a:xfrm>
            <a:off x="5943600" y="5333996"/>
            <a:ext cx="1765304" cy="466728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miter/>
          </a:ln>
          <a:effectLst/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rPr>
              <a:t>Maintenance</a:t>
            </a:r>
          </a:p>
        </p:txBody>
      </p: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E70CA2CE-2BD3-4B29-20BA-08FC555B7E7C}"/>
              </a:ext>
            </a:extLst>
          </p:cNvPr>
          <p:cNvCxnSpPr>
            <a:stCxn id="3" idx="3"/>
            <a:endCxn id="4" idx="0"/>
          </p:cNvCxnSpPr>
          <p:nvPr/>
        </p:nvCxnSpPr>
        <p:spPr>
          <a:xfrm>
            <a:off x="2514599" y="2747964"/>
            <a:ext cx="376235" cy="452436"/>
          </a:xfrm>
          <a:prstGeom prst="curvedConnector2">
            <a:avLst/>
          </a:prstGeom>
          <a:noFill/>
          <a:ln w="9528" cap="flat">
            <a:solidFill>
              <a:srgbClr val="000000"/>
            </a:solidFill>
            <a:prstDash val="solid"/>
            <a:miter/>
            <a:tailEnd type="arrow"/>
          </a:ln>
          <a:effectLst/>
        </p:spPr>
      </p:cxnSp>
      <p:cxnSp>
        <p:nvCxnSpPr>
          <p:cNvPr id="9" name="AutoShape 9">
            <a:extLst>
              <a:ext uri="{FF2B5EF4-FFF2-40B4-BE49-F238E27FC236}">
                <a16:creationId xmlns:a16="http://schemas.microsoft.com/office/drawing/2014/main" id="{3830F188-D5A8-0674-AB2A-DB1706C13203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3419471" y="3433764"/>
            <a:ext cx="916782" cy="452436"/>
          </a:xfrm>
          <a:prstGeom prst="curvedConnector2">
            <a:avLst/>
          </a:prstGeom>
          <a:noFill/>
          <a:ln w="9528" cap="flat">
            <a:solidFill>
              <a:srgbClr val="000000"/>
            </a:solidFill>
            <a:prstDash val="solid"/>
            <a:miter/>
            <a:tailEnd type="arrow"/>
          </a:ln>
          <a:effectLst/>
        </p:spPr>
      </p:cxnSp>
      <p:cxnSp>
        <p:nvCxnSpPr>
          <p:cNvPr id="10" name="AutoShape 10">
            <a:extLst>
              <a:ext uri="{FF2B5EF4-FFF2-40B4-BE49-F238E27FC236}">
                <a16:creationId xmlns:a16="http://schemas.microsoft.com/office/drawing/2014/main" id="{CB7D6680-6E93-05B6-2A0E-68ED96FB659E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5395910" y="4119564"/>
            <a:ext cx="338937" cy="528632"/>
          </a:xfrm>
          <a:prstGeom prst="curvedConnector2">
            <a:avLst/>
          </a:prstGeom>
          <a:noFill/>
          <a:ln w="9528" cap="flat">
            <a:solidFill>
              <a:srgbClr val="000000"/>
            </a:solidFill>
            <a:prstDash val="solid"/>
            <a:miter/>
            <a:tailEnd type="arrow"/>
          </a:ln>
          <a:effectLst/>
        </p:spPr>
      </p:cxnSp>
      <p:cxnSp>
        <p:nvCxnSpPr>
          <p:cNvPr id="11" name="AutoShape 11">
            <a:extLst>
              <a:ext uri="{FF2B5EF4-FFF2-40B4-BE49-F238E27FC236}">
                <a16:creationId xmlns:a16="http://schemas.microsoft.com/office/drawing/2014/main" id="{CE70CEEE-1522-E6B1-A5E9-48DB5D0577AB}"/>
              </a:ext>
            </a:extLst>
          </p:cNvPr>
          <p:cNvCxnSpPr>
            <a:stCxn id="6" idx="3"/>
            <a:endCxn id="7" idx="0"/>
          </p:cNvCxnSpPr>
          <p:nvPr/>
        </p:nvCxnSpPr>
        <p:spPr>
          <a:xfrm>
            <a:off x="6288091" y="4881560"/>
            <a:ext cx="538161" cy="452436"/>
          </a:xfrm>
          <a:prstGeom prst="curvedConnector2">
            <a:avLst/>
          </a:prstGeom>
          <a:noFill/>
          <a:ln w="9528" cap="flat">
            <a:solidFill>
              <a:srgbClr val="000000"/>
            </a:solidFill>
            <a:prstDash val="solid"/>
            <a:miter/>
            <a:tailEnd type="arrow"/>
          </a:ln>
          <a:effectLst/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A020B27-C923-819B-FFB1-99020843316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 hangingPunct="1"/>
            <a:r>
              <a:rPr lang="en-GB" sz="4000"/>
              <a:t>THE SOFTWARE LIFECYCLE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D6A4300-6EBD-499F-C1BF-A1E88710C2DB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 hangingPunct="1">
              <a:lnSpc>
                <a:spcPct val="90000"/>
              </a:lnSpc>
              <a:spcBef>
                <a:spcPts val="700"/>
              </a:spcBef>
            </a:pPr>
            <a:r>
              <a:rPr lang="en-GB" sz="2800" b="1"/>
              <a:t>Requirements Analysis </a:t>
            </a:r>
          </a:p>
          <a:p>
            <a:pPr lvl="1" hangingPunct="1">
              <a:lnSpc>
                <a:spcPct val="90000"/>
              </a:lnSpc>
              <a:spcBef>
                <a:spcPts val="600"/>
              </a:spcBef>
            </a:pPr>
            <a:r>
              <a:rPr lang="en-GB" sz="2400"/>
              <a:t>Define the purpose of the system</a:t>
            </a:r>
          </a:p>
          <a:p>
            <a:pPr lvl="1" hangingPunct="1">
              <a:lnSpc>
                <a:spcPct val="90000"/>
              </a:lnSpc>
              <a:spcBef>
                <a:spcPts val="600"/>
              </a:spcBef>
            </a:pPr>
            <a:r>
              <a:rPr lang="en-GB" sz="2400"/>
              <a:t>Produce a model of the system </a:t>
            </a:r>
          </a:p>
          <a:p>
            <a:pPr lvl="1" hangingPunct="1">
              <a:lnSpc>
                <a:spcPct val="90000"/>
              </a:lnSpc>
              <a:spcBef>
                <a:spcPts val="600"/>
              </a:spcBef>
              <a:buNone/>
            </a:pPr>
            <a:endParaRPr lang="en-GB" sz="2400"/>
          </a:p>
          <a:p>
            <a:pPr lvl="0" hangingPunct="1">
              <a:lnSpc>
                <a:spcPct val="90000"/>
              </a:lnSpc>
              <a:spcBef>
                <a:spcPts val="700"/>
              </a:spcBef>
            </a:pPr>
            <a:r>
              <a:rPr lang="en-GB" sz="2800" b="1"/>
              <a:t>Design</a:t>
            </a:r>
            <a:endParaRPr lang="en-GB" sz="2800"/>
          </a:p>
          <a:p>
            <a:pPr lvl="1" hangingPunct="1">
              <a:lnSpc>
                <a:spcPct val="90000"/>
              </a:lnSpc>
              <a:spcBef>
                <a:spcPts val="600"/>
              </a:spcBef>
            </a:pPr>
            <a:r>
              <a:rPr lang="en-GB" sz="2400"/>
              <a:t>Refine the model</a:t>
            </a:r>
          </a:p>
          <a:p>
            <a:pPr lvl="1" hangingPunct="1">
              <a:lnSpc>
                <a:spcPct val="90000"/>
              </a:lnSpc>
              <a:spcBef>
                <a:spcPts val="600"/>
              </a:spcBef>
            </a:pPr>
            <a:r>
              <a:rPr lang="en-GB" sz="2400"/>
              <a:t>System design</a:t>
            </a:r>
          </a:p>
          <a:p>
            <a:pPr lvl="2" hangingPunct="1">
              <a:lnSpc>
                <a:spcPct val="90000"/>
              </a:lnSpc>
              <a:spcBef>
                <a:spcPts val="500"/>
              </a:spcBef>
            </a:pPr>
            <a:r>
              <a:rPr lang="en-GB" sz="2000"/>
              <a:t>Data management strategy</a:t>
            </a:r>
          </a:p>
          <a:p>
            <a:pPr lvl="2" hangingPunct="1">
              <a:lnSpc>
                <a:spcPct val="90000"/>
              </a:lnSpc>
              <a:spcBef>
                <a:spcPts val="500"/>
              </a:spcBef>
            </a:pPr>
            <a:r>
              <a:rPr lang="en-GB" sz="2000"/>
              <a:t>Global control flow </a:t>
            </a:r>
          </a:p>
          <a:p>
            <a:pPr lvl="2" hangingPunct="1">
              <a:lnSpc>
                <a:spcPct val="90000"/>
              </a:lnSpc>
              <a:spcBef>
                <a:spcPts val="500"/>
              </a:spcBef>
            </a:pPr>
            <a:r>
              <a:rPr lang="en-GB" sz="2000"/>
              <a:t>Software architecture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5CD6388-A161-8C01-0251-61A5F52044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2147889"/>
            <a:ext cx="7773991" cy="4114800"/>
          </a:xfrm>
        </p:spPr>
        <p:txBody>
          <a:bodyPr/>
          <a:lstStyle/>
          <a:p>
            <a:pPr lvl="0" hangingPunct="1">
              <a:spcBef>
                <a:spcPts val="700"/>
              </a:spcBef>
            </a:pPr>
            <a:r>
              <a:rPr lang="en-GB" sz="2800" b="1"/>
              <a:t>Implementation</a:t>
            </a:r>
          </a:p>
          <a:p>
            <a:pPr lvl="1" hangingPunct="1">
              <a:spcBef>
                <a:spcPts val="600"/>
              </a:spcBef>
            </a:pPr>
            <a:r>
              <a:rPr lang="en-GB" sz="2400"/>
              <a:t>Program design</a:t>
            </a:r>
          </a:p>
          <a:p>
            <a:pPr lvl="1" hangingPunct="1">
              <a:spcBef>
                <a:spcPts val="600"/>
              </a:spcBef>
            </a:pPr>
            <a:r>
              <a:rPr lang="en-GB" sz="2400"/>
              <a:t>Interface design </a:t>
            </a:r>
          </a:p>
          <a:p>
            <a:pPr lvl="1" hangingPunct="1">
              <a:spcBef>
                <a:spcPts val="600"/>
              </a:spcBef>
            </a:pPr>
            <a:r>
              <a:rPr lang="en-GB" sz="2400"/>
              <a:t>Linkage to existing systems</a:t>
            </a:r>
            <a:r>
              <a:rPr lang="en-GB" sz="1800"/>
              <a:t> </a:t>
            </a:r>
          </a:p>
          <a:p>
            <a:pPr lvl="0" hangingPunct="1">
              <a:spcBef>
                <a:spcPts val="600"/>
              </a:spcBef>
            </a:pPr>
            <a:r>
              <a:rPr lang="en-GB" sz="2400" b="1"/>
              <a:t>Testing</a:t>
            </a:r>
          </a:p>
          <a:p>
            <a:pPr lvl="1" hangingPunct="1">
              <a:spcBef>
                <a:spcPts val="600"/>
              </a:spcBef>
            </a:pPr>
            <a:r>
              <a:rPr lang="en-GB" sz="2400"/>
              <a:t>A number of levels of testing need to be carried out. </a:t>
            </a:r>
          </a:p>
          <a:p>
            <a:pPr lvl="1" hangingPunct="1">
              <a:spcBef>
                <a:spcPts val="400"/>
              </a:spcBef>
              <a:buNone/>
            </a:pPr>
            <a:endParaRPr lang="en-GB" sz="1800"/>
          </a:p>
          <a:p>
            <a:pPr lvl="0" hangingPunct="1">
              <a:spcBef>
                <a:spcPts val="600"/>
              </a:spcBef>
            </a:pPr>
            <a:r>
              <a:rPr lang="en-GB" sz="2400" b="1"/>
              <a:t>Maintenance.</a:t>
            </a:r>
          </a:p>
          <a:p>
            <a:pPr lvl="1" hangingPunct="1">
              <a:spcBef>
                <a:spcPts val="600"/>
              </a:spcBef>
            </a:pPr>
            <a:r>
              <a:rPr lang="en-GB" sz="2400"/>
              <a:t>Update and debug software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7A2429-E40A-2343-9BA9-1FDC0E34C8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252535"/>
            <a:ext cx="8324853" cy="823910"/>
          </a:xfrm>
        </p:spPr>
        <p:txBody>
          <a:bodyPr/>
          <a:lstStyle/>
          <a:p>
            <a:pPr lvl="0" hangingPunct="1"/>
            <a:r>
              <a:rPr lang="en-GB" sz="4000"/>
              <a:t>THE SOFTWARE LIFECYCLE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45546F9-52AF-D50B-F39B-5BC84D5516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065" y="1285875"/>
            <a:ext cx="8429624" cy="787398"/>
          </a:xfrm>
          <a:effectLst/>
        </p:spPr>
        <p:txBody>
          <a:bodyPr/>
          <a:lstStyle/>
          <a:p>
            <a:pPr lvl="0"/>
            <a:r>
              <a:rPr lang="en-GB"/>
              <a:t>A Typical Project </a:t>
            </a:r>
            <a:br>
              <a:rPr lang="en-GB"/>
            </a:br>
            <a:r>
              <a:rPr lang="en-GB" sz="2400"/>
              <a:t>(adapted from Pressman)</a:t>
            </a: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B53A36EE-25AF-BFAF-2268-90081BA2224D}"/>
              </a:ext>
            </a:extLst>
          </p:cNvPr>
          <p:cNvGrpSpPr/>
          <p:nvPr/>
        </p:nvGrpSpPr>
        <p:grpSpPr>
          <a:xfrm>
            <a:off x="803272" y="3046415"/>
            <a:ext cx="7583484" cy="2644763"/>
            <a:chOff x="803272" y="3046415"/>
            <a:chExt cx="7583484" cy="2644763"/>
          </a:xfrm>
          <a:effectLst/>
        </p:grpSpPr>
        <p:sp>
          <p:nvSpPr>
            <p:cNvPr id="4" name="Text Box 3">
              <a:extLst>
                <a:ext uri="{FF2B5EF4-FFF2-40B4-BE49-F238E27FC236}">
                  <a16:creationId xmlns:a16="http://schemas.microsoft.com/office/drawing/2014/main" id="{B5AB0FE1-11CD-406B-F64E-65CB3B7D94C1}"/>
                </a:ext>
              </a:extLst>
            </p:cNvPr>
            <p:cNvSpPr txBox="1"/>
            <p:nvPr/>
          </p:nvSpPr>
          <p:spPr>
            <a:xfrm>
              <a:off x="5603872" y="4598983"/>
              <a:ext cx="687391" cy="406395"/>
            </a:xfrm>
            <a:prstGeom prst="rect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</a:ln>
            <a:effectLst/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1" i="0" u="none" strike="noStrike" kern="1200" cap="none" spc="0" baseline="0">
                  <a:solidFill>
                    <a:srgbClr val="000000"/>
                  </a:solidFill>
                  <a:uFillTx/>
                  <a:latin typeface="Arial Unicode MS" pitchFamily="34"/>
                  <a:ea typeface="ＭＳ Ｐゴシック" pitchFamily="34"/>
                </a:rPr>
                <a:t>Test</a:t>
              </a:r>
            </a:p>
          </p:txBody>
        </p:sp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F79826B9-9539-C585-1F47-E08E1899BB6B}"/>
                </a:ext>
              </a:extLst>
            </p:cNvPr>
            <p:cNvSpPr txBox="1"/>
            <p:nvPr/>
          </p:nvSpPr>
          <p:spPr>
            <a:xfrm>
              <a:off x="2479679" y="3046415"/>
              <a:ext cx="1055683" cy="406395"/>
            </a:xfrm>
            <a:prstGeom prst="rect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</a:ln>
            <a:effectLst/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1" i="0" u="none" strike="noStrike" kern="1200" cap="none" spc="0" baseline="0" dirty="0">
                  <a:solidFill>
                    <a:srgbClr val="000000"/>
                  </a:solidFill>
                  <a:uFillTx/>
                  <a:latin typeface="Arial Unicode MS" pitchFamily="34"/>
                  <a:ea typeface="ＭＳ Ｐゴシック" pitchFamily="34"/>
                </a:rPr>
                <a:t>Design </a:t>
              </a:r>
            </a:p>
          </p:txBody>
        </p:sp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174EAC4F-66F8-C937-9EEC-31B2864E2839}"/>
                </a:ext>
              </a:extLst>
            </p:cNvPr>
            <p:cNvSpPr txBox="1"/>
            <p:nvPr/>
          </p:nvSpPr>
          <p:spPr>
            <a:xfrm>
              <a:off x="1031872" y="3760790"/>
              <a:ext cx="1141408" cy="406395"/>
            </a:xfrm>
            <a:prstGeom prst="rect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</a:ln>
            <a:effectLst/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1" i="0" u="none" strike="noStrike" kern="1200" cap="none" spc="0" baseline="0">
                  <a:solidFill>
                    <a:srgbClr val="000000"/>
                  </a:solidFill>
                  <a:uFillTx/>
                  <a:latin typeface="Arial Unicode MS" pitchFamily="34"/>
                  <a:ea typeface="ＭＳ Ｐゴシック" pitchFamily="34"/>
                </a:rPr>
                <a:t>Analysis</a:t>
              </a: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C5D1CE99-CCAB-2BBD-0B7E-1DC9A3402979}"/>
                </a:ext>
              </a:extLst>
            </p:cNvPr>
            <p:cNvSpPr txBox="1"/>
            <p:nvPr/>
          </p:nvSpPr>
          <p:spPr>
            <a:xfrm>
              <a:off x="803272" y="3046415"/>
              <a:ext cx="1141408" cy="406395"/>
            </a:xfrm>
            <a:prstGeom prst="rect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</a:ln>
            <a:effectLst/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1" i="0" u="none" strike="noStrike" kern="1200" cap="none" spc="0" baseline="0" dirty="0">
                  <a:solidFill>
                    <a:srgbClr val="000000"/>
                  </a:solidFill>
                  <a:uFillTx/>
                  <a:latin typeface="Arial Unicode MS" pitchFamily="34"/>
                  <a:ea typeface="ＭＳ Ｐゴシック" pitchFamily="34"/>
                </a:rPr>
                <a:t>Analysis</a:t>
              </a: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0607A56A-D222-AB3F-41BC-4D41EF201201}"/>
                </a:ext>
              </a:extLst>
            </p:cNvPr>
            <p:cNvSpPr txBox="1"/>
            <p:nvPr/>
          </p:nvSpPr>
          <p:spPr>
            <a:xfrm>
              <a:off x="1412876" y="4598983"/>
              <a:ext cx="1141408" cy="406395"/>
            </a:xfrm>
            <a:prstGeom prst="rect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</a:ln>
            <a:effectLst/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1" i="0" u="none" strike="noStrike" kern="1200" cap="none" spc="0" baseline="0" dirty="0">
                  <a:solidFill>
                    <a:srgbClr val="000000"/>
                  </a:solidFill>
                  <a:uFillTx/>
                  <a:latin typeface="Arial Unicode MS" pitchFamily="34"/>
                  <a:ea typeface="ＭＳ Ｐゴシック" pitchFamily="34"/>
                </a:rPr>
                <a:t>Analysis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EA1A04C8-A87C-CD36-D11E-60A4CF92DA12}"/>
                </a:ext>
              </a:extLst>
            </p:cNvPr>
            <p:cNvSpPr txBox="1"/>
            <p:nvPr/>
          </p:nvSpPr>
          <p:spPr>
            <a:xfrm>
              <a:off x="2860672" y="4598983"/>
              <a:ext cx="985842" cy="406395"/>
            </a:xfrm>
            <a:prstGeom prst="rect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</a:ln>
            <a:effectLst/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1" i="0" u="none" strike="noStrike" kern="1200" cap="none" spc="0" baseline="0">
                  <a:solidFill>
                    <a:srgbClr val="000000"/>
                  </a:solidFill>
                  <a:uFillTx/>
                  <a:latin typeface="Arial Unicode MS" pitchFamily="34"/>
                  <a:ea typeface="ＭＳ Ｐゴシック" pitchFamily="34"/>
                </a:rPr>
                <a:t>Design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371A4A17-FA94-1C86-315D-F42B33C29509}"/>
                </a:ext>
              </a:extLst>
            </p:cNvPr>
            <p:cNvSpPr txBox="1"/>
            <p:nvPr/>
          </p:nvSpPr>
          <p:spPr>
            <a:xfrm>
              <a:off x="4156076" y="4598983"/>
              <a:ext cx="1127126" cy="406395"/>
            </a:xfrm>
            <a:prstGeom prst="rect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</a:ln>
            <a:effectLst/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1" i="0" u="none" strike="noStrike" kern="1200" cap="none" spc="0" baseline="0">
                  <a:solidFill>
                    <a:srgbClr val="000000"/>
                  </a:solidFill>
                  <a:uFillTx/>
                  <a:latin typeface="Arial Unicode MS" pitchFamily="34"/>
                  <a:ea typeface="ＭＳ Ｐゴシック" pitchFamily="34"/>
                </a:rPr>
                <a:t>Develop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8B9E4517-DC5D-DD3A-4538-6900C66A3715}"/>
                </a:ext>
              </a:extLst>
            </p:cNvPr>
            <p:cNvSpPr txBox="1"/>
            <p:nvPr/>
          </p:nvSpPr>
          <p:spPr>
            <a:xfrm>
              <a:off x="2708279" y="3760790"/>
              <a:ext cx="985842" cy="406395"/>
            </a:xfrm>
            <a:prstGeom prst="rect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</a:ln>
            <a:effectLst/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1" i="0" u="none" strike="noStrike" kern="1200" cap="none" spc="0" baseline="0">
                  <a:solidFill>
                    <a:srgbClr val="000000"/>
                  </a:solidFill>
                  <a:uFillTx/>
                  <a:latin typeface="Arial Unicode MS" pitchFamily="34"/>
                  <a:ea typeface="ＭＳ Ｐゴシック" pitchFamily="34"/>
                </a:rPr>
                <a:t>Design</a:t>
              </a: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54418B53-531F-1DA7-EF73-05447D1905E8}"/>
                </a:ext>
              </a:extLst>
            </p:cNvPr>
            <p:cNvSpPr txBox="1"/>
            <p:nvPr/>
          </p:nvSpPr>
          <p:spPr>
            <a:xfrm>
              <a:off x="6594479" y="4598983"/>
              <a:ext cx="1182684" cy="406395"/>
            </a:xfrm>
            <a:prstGeom prst="rect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</a:ln>
            <a:effectLst/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1" i="0" u="none" strike="noStrike" kern="1200" cap="none" spc="0" baseline="0">
                  <a:solidFill>
                    <a:srgbClr val="000000"/>
                  </a:solidFill>
                  <a:uFillTx/>
                  <a:latin typeface="Arial Unicode MS" pitchFamily="34"/>
                  <a:ea typeface="ＭＳ Ｐゴシック" pitchFamily="34"/>
                </a:rPr>
                <a:t>Evaluate</a:t>
              </a:r>
            </a:p>
          </p:txBody>
        </p:sp>
        <p:cxnSp>
          <p:nvCxnSpPr>
            <p:cNvPr id="13" name="AutoShape 12">
              <a:extLst>
                <a:ext uri="{FF2B5EF4-FFF2-40B4-BE49-F238E27FC236}">
                  <a16:creationId xmlns:a16="http://schemas.microsoft.com/office/drawing/2014/main" id="{E8A06189-432B-17C0-4D9D-DB9D4F829B8A}"/>
                </a:ext>
              </a:extLst>
            </p:cNvPr>
            <p:cNvCxnSpPr>
              <a:stCxn id="7" idx="3"/>
              <a:endCxn id="5" idx="1"/>
            </p:cNvCxnSpPr>
            <p:nvPr/>
          </p:nvCxnSpPr>
          <p:spPr>
            <a:xfrm>
              <a:off x="1944680" y="3249613"/>
              <a:ext cx="534999" cy="0"/>
            </a:xfrm>
            <a:prstGeom prst="straightConnector1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  <a:tailEnd type="arrow"/>
            </a:ln>
            <a:effectLst/>
          </p:spPr>
        </p:cxnSp>
        <p:cxnSp>
          <p:nvCxnSpPr>
            <p:cNvPr id="14" name="AutoShape 13">
              <a:extLst>
                <a:ext uri="{FF2B5EF4-FFF2-40B4-BE49-F238E27FC236}">
                  <a16:creationId xmlns:a16="http://schemas.microsoft.com/office/drawing/2014/main" id="{F9584100-B53B-09AD-D1DE-ECBD0E00BF72}"/>
                </a:ext>
              </a:extLst>
            </p:cNvPr>
            <p:cNvCxnSpPr>
              <a:stCxn id="6" idx="3"/>
              <a:endCxn id="11" idx="1"/>
            </p:cNvCxnSpPr>
            <p:nvPr/>
          </p:nvCxnSpPr>
          <p:spPr>
            <a:xfrm>
              <a:off x="2173280" y="3963988"/>
              <a:ext cx="534999" cy="0"/>
            </a:xfrm>
            <a:prstGeom prst="straightConnector1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  <a:tailEnd type="arrow"/>
            </a:ln>
            <a:effectLst/>
          </p:spPr>
        </p:cxnSp>
        <p:cxnSp>
          <p:nvCxnSpPr>
            <p:cNvPr id="15" name="AutoShape 14">
              <a:extLst>
                <a:ext uri="{FF2B5EF4-FFF2-40B4-BE49-F238E27FC236}">
                  <a16:creationId xmlns:a16="http://schemas.microsoft.com/office/drawing/2014/main" id="{D0983703-7110-58CE-6BDA-B195B92E2057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 rot="5400000">
              <a:off x="2151059" y="2904328"/>
              <a:ext cx="307980" cy="1404945"/>
            </a:xfrm>
            <a:prstGeom prst="curvedConnector3">
              <a:avLst>
                <a:gd name="adj1" fmla="val 50000"/>
              </a:avLst>
            </a:prstGeom>
            <a:noFill/>
            <a:ln w="9528" cap="flat">
              <a:solidFill>
                <a:srgbClr val="000000"/>
              </a:solidFill>
              <a:prstDash val="solid"/>
              <a:miter/>
              <a:tailEnd type="arrow"/>
            </a:ln>
            <a:effectLst/>
          </p:spPr>
        </p:cxnSp>
        <p:cxnSp>
          <p:nvCxnSpPr>
            <p:cNvPr id="16" name="AutoShape 15">
              <a:extLst>
                <a:ext uri="{FF2B5EF4-FFF2-40B4-BE49-F238E27FC236}">
                  <a16:creationId xmlns:a16="http://schemas.microsoft.com/office/drawing/2014/main" id="{E94E2FD0-B929-0E12-71BF-94B9F7B3090D}"/>
                </a:ext>
              </a:extLst>
            </p:cNvPr>
            <p:cNvCxnSpPr>
              <a:stCxn id="11" idx="2"/>
              <a:endCxn id="8" idx="0"/>
            </p:cNvCxnSpPr>
            <p:nvPr/>
          </p:nvCxnSpPr>
          <p:spPr>
            <a:xfrm rot="5400000">
              <a:off x="2376491" y="3774274"/>
              <a:ext cx="431798" cy="1217620"/>
            </a:xfrm>
            <a:prstGeom prst="curvedConnector3">
              <a:avLst>
                <a:gd name="adj1" fmla="val 50000"/>
              </a:avLst>
            </a:prstGeom>
            <a:noFill/>
            <a:ln w="9528" cap="flat">
              <a:solidFill>
                <a:srgbClr val="000000"/>
              </a:solidFill>
              <a:prstDash val="solid"/>
              <a:miter/>
              <a:tailEnd type="arrow"/>
            </a:ln>
            <a:effectLst/>
          </p:spPr>
        </p:cxnSp>
        <p:cxnSp>
          <p:nvCxnSpPr>
            <p:cNvPr id="17" name="AutoShape 16">
              <a:extLst>
                <a:ext uri="{FF2B5EF4-FFF2-40B4-BE49-F238E27FC236}">
                  <a16:creationId xmlns:a16="http://schemas.microsoft.com/office/drawing/2014/main" id="{DAC3CA88-49B4-C5B9-1B45-50EC4F74060C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2554284" y="4802181"/>
              <a:ext cx="306388" cy="0"/>
            </a:xfrm>
            <a:prstGeom prst="straightConnector1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  <a:tailEnd type="arrow"/>
            </a:ln>
            <a:effectLst/>
          </p:spPr>
        </p:cxnSp>
        <p:cxnSp>
          <p:nvCxnSpPr>
            <p:cNvPr id="18" name="AutoShape 17">
              <a:extLst>
                <a:ext uri="{FF2B5EF4-FFF2-40B4-BE49-F238E27FC236}">
                  <a16:creationId xmlns:a16="http://schemas.microsoft.com/office/drawing/2014/main" id="{E5CB62F8-5BE9-6E65-8BE7-CE9FA71B8F90}"/>
                </a:ext>
              </a:extLst>
            </p:cNvPr>
            <p:cNvCxnSpPr>
              <a:stCxn id="9" idx="3"/>
              <a:endCxn id="10" idx="1"/>
            </p:cNvCxnSpPr>
            <p:nvPr/>
          </p:nvCxnSpPr>
          <p:spPr>
            <a:xfrm>
              <a:off x="3846514" y="4802181"/>
              <a:ext cx="309562" cy="0"/>
            </a:xfrm>
            <a:prstGeom prst="straightConnector1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  <a:tailEnd type="arrow"/>
            </a:ln>
            <a:effectLst/>
          </p:spPr>
        </p:cxnSp>
        <p:cxnSp>
          <p:nvCxnSpPr>
            <p:cNvPr id="19" name="AutoShape 18">
              <a:extLst>
                <a:ext uri="{FF2B5EF4-FFF2-40B4-BE49-F238E27FC236}">
                  <a16:creationId xmlns:a16="http://schemas.microsoft.com/office/drawing/2014/main" id="{77934221-E1BD-4A0A-5824-A3359D709AAE}"/>
                </a:ext>
              </a:extLst>
            </p:cNvPr>
            <p:cNvCxnSpPr>
              <a:stCxn id="10" idx="3"/>
              <a:endCxn id="4" idx="1"/>
            </p:cNvCxnSpPr>
            <p:nvPr/>
          </p:nvCxnSpPr>
          <p:spPr>
            <a:xfrm>
              <a:off x="5283202" y="4802181"/>
              <a:ext cx="320670" cy="0"/>
            </a:xfrm>
            <a:prstGeom prst="straightConnector1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  <a:tailEnd type="arrow"/>
            </a:ln>
            <a:effectLst/>
          </p:spPr>
        </p:cxnSp>
        <p:cxnSp>
          <p:nvCxnSpPr>
            <p:cNvPr id="20" name="AutoShape 19">
              <a:extLst>
                <a:ext uri="{FF2B5EF4-FFF2-40B4-BE49-F238E27FC236}">
                  <a16:creationId xmlns:a16="http://schemas.microsoft.com/office/drawing/2014/main" id="{F5275F5C-EFF5-9B43-443E-42132877069A}"/>
                </a:ext>
              </a:extLst>
            </p:cNvPr>
            <p:cNvCxnSpPr>
              <a:stCxn id="4" idx="3"/>
              <a:endCxn id="12" idx="1"/>
            </p:cNvCxnSpPr>
            <p:nvPr/>
          </p:nvCxnSpPr>
          <p:spPr>
            <a:xfrm>
              <a:off x="6291263" y="4802181"/>
              <a:ext cx="303216" cy="0"/>
            </a:xfrm>
            <a:prstGeom prst="straightConnector1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  <a:tailEnd type="arrow"/>
            </a:ln>
            <a:effectLst/>
          </p:spPr>
        </p:cxn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7B45DC1E-1ECF-C6D3-F2A4-B87DDA9207B9}"/>
                </a:ext>
              </a:extLst>
            </p:cNvPr>
            <p:cNvSpPr txBox="1"/>
            <p:nvPr/>
          </p:nvSpPr>
          <p:spPr>
            <a:xfrm>
              <a:off x="1717672" y="5284783"/>
              <a:ext cx="1141408" cy="406395"/>
            </a:xfrm>
            <a:prstGeom prst="rect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</a:ln>
            <a:effectLst/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1" i="0" u="none" strike="noStrike" kern="1200" cap="none" spc="0" baseline="0">
                  <a:solidFill>
                    <a:srgbClr val="000000"/>
                  </a:solidFill>
                  <a:uFillTx/>
                  <a:latin typeface="Arial Unicode MS" pitchFamily="34"/>
                  <a:ea typeface="ＭＳ Ｐゴシック" pitchFamily="34"/>
                </a:rPr>
                <a:t>Analysis</a:t>
              </a: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CD9CFF75-635A-D66A-DEEB-44588C633854}"/>
                </a:ext>
              </a:extLst>
            </p:cNvPr>
            <p:cNvSpPr txBox="1"/>
            <p:nvPr/>
          </p:nvSpPr>
          <p:spPr>
            <a:xfrm>
              <a:off x="3241676" y="5284783"/>
              <a:ext cx="985842" cy="406395"/>
            </a:xfrm>
            <a:prstGeom prst="rect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</a:ln>
            <a:effectLst/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1" i="0" u="none" strike="noStrike" kern="1200" cap="none" spc="0" baseline="0">
                  <a:solidFill>
                    <a:srgbClr val="000000"/>
                  </a:solidFill>
                  <a:uFillTx/>
                  <a:latin typeface="Arial Unicode MS" pitchFamily="34"/>
                  <a:ea typeface="ＭＳ Ｐゴシック" pitchFamily="34"/>
                </a:rPr>
                <a:t>Design</a:t>
              </a: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6B1702C5-9924-8001-BB19-534D811020AE}"/>
                </a:ext>
              </a:extLst>
            </p:cNvPr>
            <p:cNvSpPr txBox="1"/>
            <p:nvPr/>
          </p:nvSpPr>
          <p:spPr>
            <a:xfrm>
              <a:off x="4613276" y="5284783"/>
              <a:ext cx="1127126" cy="406395"/>
            </a:xfrm>
            <a:prstGeom prst="rect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</a:ln>
            <a:effectLst/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1" i="0" u="none" strike="noStrike" kern="1200" cap="none" spc="0" baseline="0">
                  <a:solidFill>
                    <a:srgbClr val="000000"/>
                  </a:solidFill>
                  <a:uFillTx/>
                  <a:latin typeface="Arial Unicode MS" pitchFamily="34"/>
                  <a:ea typeface="ＭＳ Ｐゴシック" pitchFamily="34"/>
                </a:rPr>
                <a:t>Develop</a:t>
              </a:r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54734538-ADDE-8ADE-4754-C1C1B53504D3}"/>
                </a:ext>
              </a:extLst>
            </p:cNvPr>
            <p:cNvSpPr txBox="1"/>
            <p:nvPr/>
          </p:nvSpPr>
          <p:spPr>
            <a:xfrm>
              <a:off x="6137279" y="5284783"/>
              <a:ext cx="687391" cy="406395"/>
            </a:xfrm>
            <a:prstGeom prst="rect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</a:ln>
            <a:effectLst/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1" i="0" u="none" strike="noStrike" kern="1200" cap="none" spc="0" baseline="0">
                  <a:solidFill>
                    <a:srgbClr val="000000"/>
                  </a:solidFill>
                  <a:uFillTx/>
                  <a:latin typeface="Arial Unicode MS" pitchFamily="34"/>
                  <a:ea typeface="ＭＳ Ｐゴシック" pitchFamily="34"/>
                </a:rPr>
                <a:t>Test</a:t>
              </a: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7C282900-4FC8-E735-227C-19AB47BEFC21}"/>
                </a:ext>
              </a:extLst>
            </p:cNvPr>
            <p:cNvSpPr txBox="1"/>
            <p:nvPr/>
          </p:nvSpPr>
          <p:spPr>
            <a:xfrm>
              <a:off x="7204072" y="5284783"/>
              <a:ext cx="1182684" cy="406395"/>
            </a:xfrm>
            <a:prstGeom prst="rect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</a:ln>
            <a:effectLst/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2000" b="1" i="0" u="none" strike="noStrike" kern="1200" cap="none" spc="0" baseline="0">
                  <a:solidFill>
                    <a:srgbClr val="000000"/>
                  </a:solidFill>
                  <a:uFillTx/>
                  <a:latin typeface="Arial Unicode MS" pitchFamily="34"/>
                  <a:ea typeface="ＭＳ Ｐゴシック" pitchFamily="34"/>
                </a:rPr>
                <a:t>Evaluate</a:t>
              </a:r>
            </a:p>
          </p:txBody>
        </p:sp>
        <p:cxnSp>
          <p:nvCxnSpPr>
            <p:cNvPr id="26" name="AutoShape 25">
              <a:extLst>
                <a:ext uri="{FF2B5EF4-FFF2-40B4-BE49-F238E27FC236}">
                  <a16:creationId xmlns:a16="http://schemas.microsoft.com/office/drawing/2014/main" id="{3D711927-1920-1C5B-F4F2-42B538B09293}"/>
                </a:ext>
              </a:extLst>
            </p:cNvPr>
            <p:cNvCxnSpPr>
              <a:stCxn id="12" idx="2"/>
              <a:endCxn id="21" idx="0"/>
            </p:cNvCxnSpPr>
            <p:nvPr/>
          </p:nvCxnSpPr>
          <p:spPr>
            <a:xfrm rot="5400000">
              <a:off x="4597397" y="2696358"/>
              <a:ext cx="279405" cy="4897445"/>
            </a:xfrm>
            <a:prstGeom prst="curvedConnector3">
              <a:avLst>
                <a:gd name="adj1" fmla="val 50000"/>
              </a:avLst>
            </a:prstGeom>
            <a:noFill/>
            <a:ln w="9528" cap="flat">
              <a:solidFill>
                <a:srgbClr val="000000"/>
              </a:solidFill>
              <a:prstDash val="solid"/>
              <a:miter/>
              <a:tailEnd type="arrow"/>
            </a:ln>
            <a:effectLst/>
          </p:spPr>
        </p:cxnSp>
        <p:cxnSp>
          <p:nvCxnSpPr>
            <p:cNvPr id="27" name="AutoShape 26">
              <a:extLst>
                <a:ext uri="{FF2B5EF4-FFF2-40B4-BE49-F238E27FC236}">
                  <a16:creationId xmlns:a16="http://schemas.microsoft.com/office/drawing/2014/main" id="{81C0DE6B-9928-8D2D-5403-BAC6778DBE46}"/>
                </a:ext>
              </a:extLst>
            </p:cNvPr>
            <p:cNvCxnSpPr>
              <a:stCxn id="21" idx="3"/>
              <a:endCxn id="22" idx="1"/>
            </p:cNvCxnSpPr>
            <p:nvPr/>
          </p:nvCxnSpPr>
          <p:spPr>
            <a:xfrm>
              <a:off x="2859080" y="5487981"/>
              <a:ext cx="382596" cy="0"/>
            </a:xfrm>
            <a:prstGeom prst="straightConnector1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  <a:tailEnd type="arrow"/>
            </a:ln>
            <a:effectLst/>
          </p:spPr>
        </p:cxnSp>
        <p:cxnSp>
          <p:nvCxnSpPr>
            <p:cNvPr id="28" name="AutoShape 27">
              <a:extLst>
                <a:ext uri="{FF2B5EF4-FFF2-40B4-BE49-F238E27FC236}">
                  <a16:creationId xmlns:a16="http://schemas.microsoft.com/office/drawing/2014/main" id="{0DB8EDE4-45AE-DA56-F9EF-807ABC005C61}"/>
                </a:ext>
              </a:extLst>
            </p:cNvPr>
            <p:cNvCxnSpPr>
              <a:stCxn id="22" idx="3"/>
              <a:endCxn id="23" idx="1"/>
            </p:cNvCxnSpPr>
            <p:nvPr/>
          </p:nvCxnSpPr>
          <p:spPr>
            <a:xfrm>
              <a:off x="4227518" y="5487981"/>
              <a:ext cx="385758" cy="0"/>
            </a:xfrm>
            <a:prstGeom prst="straightConnector1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  <a:tailEnd type="arrow"/>
            </a:ln>
            <a:effectLst/>
          </p:spPr>
        </p:cxnSp>
        <p:cxnSp>
          <p:nvCxnSpPr>
            <p:cNvPr id="29" name="AutoShape 28">
              <a:extLst>
                <a:ext uri="{FF2B5EF4-FFF2-40B4-BE49-F238E27FC236}">
                  <a16:creationId xmlns:a16="http://schemas.microsoft.com/office/drawing/2014/main" id="{45406DFE-5036-2A9D-A3B0-DD7D2E8928B6}"/>
                </a:ext>
              </a:extLst>
            </p:cNvPr>
            <p:cNvCxnSpPr>
              <a:stCxn id="23" idx="3"/>
              <a:endCxn id="24" idx="1"/>
            </p:cNvCxnSpPr>
            <p:nvPr/>
          </p:nvCxnSpPr>
          <p:spPr>
            <a:xfrm>
              <a:off x="5740402" y="5487981"/>
              <a:ext cx="396877" cy="0"/>
            </a:xfrm>
            <a:prstGeom prst="straightConnector1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  <a:tailEnd type="arrow"/>
            </a:ln>
            <a:effectLst/>
          </p:spPr>
        </p:cxnSp>
        <p:cxnSp>
          <p:nvCxnSpPr>
            <p:cNvPr id="30" name="AutoShape 29">
              <a:extLst>
                <a:ext uri="{FF2B5EF4-FFF2-40B4-BE49-F238E27FC236}">
                  <a16:creationId xmlns:a16="http://schemas.microsoft.com/office/drawing/2014/main" id="{8CD012F6-5BAE-1A9B-61AD-17A6292E2898}"/>
                </a:ext>
              </a:extLst>
            </p:cNvPr>
            <p:cNvCxnSpPr>
              <a:stCxn id="24" idx="3"/>
              <a:endCxn id="25" idx="1"/>
            </p:cNvCxnSpPr>
            <p:nvPr/>
          </p:nvCxnSpPr>
          <p:spPr>
            <a:xfrm>
              <a:off x="6824670" y="5487981"/>
              <a:ext cx="379402" cy="0"/>
            </a:xfrm>
            <a:prstGeom prst="straightConnector1">
              <a:avLst/>
            </a:prstGeom>
            <a:noFill/>
            <a:ln w="9528" cap="flat">
              <a:solidFill>
                <a:srgbClr val="000000"/>
              </a:solidFill>
              <a:prstDash val="solid"/>
              <a:miter/>
              <a:tailEnd type="arrow"/>
            </a:ln>
            <a:effectLst/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0CD25A9-2F31-CFB1-67ED-9BC73221BF7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 hangingPunct="1"/>
            <a:r>
              <a:rPr lang="en-US"/>
              <a:t>System Design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6DA7116-E5B3-62C1-24CE-01E9923804C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2293936"/>
            <a:ext cx="8324853" cy="3402016"/>
          </a:xfrm>
        </p:spPr>
        <p:txBody>
          <a:bodyPr/>
          <a:lstStyle/>
          <a:p>
            <a:pPr marL="0" lvl="0" indent="0" hangingPunct="1">
              <a:buNone/>
            </a:pPr>
            <a:r>
              <a:rPr lang="en-US" b="1"/>
              <a:t>Systems design</a:t>
            </a:r>
            <a:r>
              <a:rPr lang="en-US"/>
              <a:t> is the specification of a detailed computer-based solution. </a:t>
            </a:r>
          </a:p>
          <a:p>
            <a:pPr lvl="1" hangingPunct="1"/>
            <a:r>
              <a:rPr lang="en-US"/>
              <a:t>Systems </a:t>
            </a:r>
            <a:r>
              <a:rPr lang="en-US" b="1"/>
              <a:t>analysis</a:t>
            </a:r>
            <a:r>
              <a:rPr lang="en-US"/>
              <a:t> emphasizes the business problem.</a:t>
            </a:r>
          </a:p>
          <a:p>
            <a:pPr lvl="1" hangingPunct="1"/>
            <a:r>
              <a:rPr lang="en-US"/>
              <a:t>Systems </a:t>
            </a:r>
            <a:r>
              <a:rPr lang="en-US" b="1"/>
              <a:t>design</a:t>
            </a:r>
            <a:r>
              <a:rPr lang="en-US"/>
              <a:t> emphasizes the technical or implementation concerns of the system.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2F5A9DF-8CBB-AF7A-13EF-662FEA5510F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 hangingPunct="1"/>
            <a:r>
              <a:rPr lang="en-US">
                <a:ea typeface="ＭＳ Ｐゴシック" pitchFamily="34"/>
              </a:rPr>
              <a:t>Analysis and Design Models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996CF25-19BD-70EC-B38B-FF1B551EBB8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79404" y="2149470"/>
            <a:ext cx="8686800" cy="4341808"/>
          </a:xfrm>
        </p:spPr>
        <p:txBody>
          <a:bodyPr/>
          <a:lstStyle/>
          <a:p>
            <a:pPr lvl="0" hangingPunct="1">
              <a:spcBef>
                <a:spcPts val="700"/>
              </a:spcBef>
            </a:pPr>
            <a:r>
              <a:rPr lang="en-US" sz="2800" dirty="0">
                <a:ea typeface="ＭＳ Ｐゴシック" pitchFamily="34"/>
              </a:rPr>
              <a:t>Analysis:</a:t>
            </a:r>
          </a:p>
          <a:p>
            <a:pPr lvl="1" hangingPunct="1">
              <a:spcBef>
                <a:spcPts val="600"/>
              </a:spcBef>
            </a:pPr>
            <a:r>
              <a:rPr lang="en-US" sz="2400" dirty="0">
                <a:ea typeface="ＭＳ Ｐゴシック" pitchFamily="34"/>
              </a:rPr>
              <a:t>Focuses on the </a:t>
            </a:r>
            <a:r>
              <a:rPr lang="en-US" sz="2400" b="1" u="sng" dirty="0">
                <a:ea typeface="ＭＳ Ｐゴシック" pitchFamily="34"/>
              </a:rPr>
              <a:t>application domain</a:t>
            </a:r>
            <a:r>
              <a:rPr lang="en-US" sz="2400" dirty="0">
                <a:ea typeface="ＭＳ Ｐゴシック" pitchFamily="34"/>
              </a:rPr>
              <a:t> - </a:t>
            </a:r>
            <a:r>
              <a:rPr lang="en-GB" sz="2400" dirty="0">
                <a:ea typeface="ＭＳ Ｐゴシック" pitchFamily="34"/>
              </a:rPr>
              <a:t>the part of an organization for which we are to develop application software.</a:t>
            </a:r>
            <a:endParaRPr lang="en-US" sz="2400" dirty="0">
              <a:ea typeface="ＭＳ Ｐゴシック" pitchFamily="34"/>
            </a:endParaRPr>
          </a:p>
          <a:p>
            <a:pPr lvl="1" hangingPunct="1">
              <a:spcBef>
                <a:spcPts val="600"/>
              </a:spcBef>
            </a:pPr>
            <a:r>
              <a:rPr lang="en-US" sz="2400" dirty="0">
                <a:ea typeface="ＭＳ Ｐゴシック" pitchFamily="34"/>
              </a:rPr>
              <a:t>Nonfunctional requirements define </a:t>
            </a:r>
            <a:r>
              <a:rPr lang="en-US" sz="2400" b="1" u="sng" dirty="0">
                <a:ea typeface="ＭＳ Ｐゴシック" pitchFamily="34"/>
              </a:rPr>
              <a:t>design goals</a:t>
            </a:r>
            <a:r>
              <a:rPr lang="en-US" sz="2400" dirty="0">
                <a:ea typeface="ＭＳ Ｐゴシック" pitchFamily="34"/>
              </a:rPr>
              <a:t> </a:t>
            </a:r>
          </a:p>
          <a:p>
            <a:pPr lvl="1" hangingPunct="1">
              <a:spcBef>
                <a:spcPts val="600"/>
              </a:spcBef>
            </a:pPr>
            <a:r>
              <a:rPr lang="en-US" sz="2400" dirty="0">
                <a:ea typeface="ＭＳ Ｐゴシック" pitchFamily="34"/>
              </a:rPr>
              <a:t>Functional requirements create functional models through </a:t>
            </a:r>
            <a:r>
              <a:rPr lang="en-US" sz="2400" b="1" u="sng" dirty="0">
                <a:ea typeface="ＭＳ Ｐゴシック" pitchFamily="34"/>
              </a:rPr>
              <a:t>decomposition</a:t>
            </a:r>
            <a:r>
              <a:rPr lang="en-US" sz="2400" dirty="0">
                <a:ea typeface="ＭＳ Ｐゴシック" pitchFamily="34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6D60276-C5AE-131F-0510-3FB7F382B99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 hangingPunct="1"/>
            <a:r>
              <a:rPr lang="en-US">
                <a:ea typeface="ＭＳ Ｐゴシック" pitchFamily="34"/>
              </a:rPr>
              <a:t>Analysis and Design Models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07B3F65-AE08-129C-096A-5D48E15343F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79404" y="2149470"/>
            <a:ext cx="8686800" cy="4341808"/>
          </a:xfrm>
        </p:spPr>
        <p:txBody>
          <a:bodyPr/>
          <a:lstStyle/>
          <a:p>
            <a:pPr lvl="0" hangingPunct="1">
              <a:spcBef>
                <a:spcPts val="700"/>
              </a:spcBef>
            </a:pPr>
            <a:r>
              <a:rPr lang="en-US" sz="2800">
                <a:ea typeface="ＭＳ Ｐゴシック" pitchFamily="34"/>
              </a:rPr>
              <a:t>Design:</a:t>
            </a:r>
          </a:p>
          <a:p>
            <a:pPr lvl="1" hangingPunct="1">
              <a:spcBef>
                <a:spcPts val="600"/>
              </a:spcBef>
            </a:pPr>
            <a:r>
              <a:rPr lang="en-US" sz="2400">
                <a:ea typeface="ＭＳ Ｐゴシック" pitchFamily="34"/>
              </a:rPr>
              <a:t>Focuses on the </a:t>
            </a:r>
            <a:r>
              <a:rPr lang="en-US" sz="2400" b="1" u="sng">
                <a:ea typeface="ＭＳ Ｐゴシック" pitchFamily="34"/>
              </a:rPr>
              <a:t>solution domain</a:t>
            </a:r>
            <a:r>
              <a:rPr lang="en-US" sz="2400">
                <a:ea typeface="ＭＳ Ｐゴシック" pitchFamily="34"/>
              </a:rPr>
              <a:t>. </a:t>
            </a:r>
          </a:p>
          <a:p>
            <a:pPr lvl="1" hangingPunct="1">
              <a:spcBef>
                <a:spcPts val="600"/>
              </a:spcBef>
            </a:pPr>
            <a:r>
              <a:rPr lang="en-US" sz="2400">
                <a:ea typeface="ＭＳ Ｐゴシック" pitchFamily="34"/>
              </a:rPr>
              <a:t>Object model - Hardware/Software mapping, Data management (aka </a:t>
            </a:r>
            <a:r>
              <a:rPr lang="en-US" sz="2400" b="1">
                <a:ea typeface="ＭＳ Ｐゴシック" pitchFamily="34"/>
              </a:rPr>
              <a:t>static</a:t>
            </a:r>
            <a:r>
              <a:rPr lang="en-US" sz="2400">
                <a:ea typeface="ＭＳ Ｐゴシック" pitchFamily="34"/>
              </a:rPr>
              <a:t> aspects)</a:t>
            </a:r>
          </a:p>
          <a:p>
            <a:pPr lvl="1" hangingPunct="1">
              <a:spcBef>
                <a:spcPts val="600"/>
              </a:spcBef>
            </a:pPr>
            <a:r>
              <a:rPr lang="en-US" sz="2400">
                <a:ea typeface="ＭＳ Ｐゴシック" pitchFamily="34"/>
              </a:rPr>
              <a:t>Dynamic model – help to identify Concurrency, Global Resource Handling, Software Control (</a:t>
            </a:r>
            <a:r>
              <a:rPr lang="en-US" sz="2400" b="1">
                <a:ea typeface="ＭＳ Ｐゴシック" pitchFamily="34"/>
              </a:rPr>
              <a:t>temporal/behavioral </a:t>
            </a:r>
            <a:r>
              <a:rPr lang="en-US" sz="2400">
                <a:ea typeface="ＭＳ Ｐゴシック" pitchFamily="34"/>
              </a:rPr>
              <a:t>aspect)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25403CA-FC36-B725-E95D-435EE40731D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 hangingPunct="1"/>
            <a:r>
              <a:rPr lang="en-US">
                <a:ea typeface="ＭＳ Ｐゴシック" pitchFamily="34"/>
              </a:rPr>
              <a:t>Typical Design Trade-offs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8EFE717-E354-648B-BE12-83264B4CAC9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2255833"/>
            <a:ext cx="8324853" cy="4341808"/>
          </a:xfrm>
        </p:spPr>
        <p:txBody>
          <a:bodyPr/>
          <a:lstStyle/>
          <a:p>
            <a:pPr lvl="0" hangingPunct="1"/>
            <a:r>
              <a:rPr lang="en-US">
                <a:ea typeface="ＭＳ Ｐゴシック" pitchFamily="34"/>
              </a:rPr>
              <a:t>Functionality v. Usability</a:t>
            </a:r>
          </a:p>
          <a:p>
            <a:pPr lvl="0" hangingPunct="1"/>
            <a:r>
              <a:rPr lang="en-US">
                <a:ea typeface="ＭＳ Ｐゴシック" pitchFamily="34"/>
              </a:rPr>
              <a:t>Cost v. Robustness</a:t>
            </a:r>
          </a:p>
          <a:p>
            <a:pPr lvl="0" hangingPunct="1"/>
            <a:r>
              <a:rPr lang="en-US">
                <a:ea typeface="ＭＳ Ｐゴシック" pitchFamily="34"/>
              </a:rPr>
              <a:t>Efficiency v. Portability</a:t>
            </a:r>
          </a:p>
          <a:p>
            <a:pPr lvl="0" hangingPunct="1"/>
            <a:r>
              <a:rPr lang="en-US">
                <a:ea typeface="ＭＳ Ｐゴシック" pitchFamily="34"/>
              </a:rPr>
              <a:t>Rapid development v. Functionality</a:t>
            </a:r>
          </a:p>
          <a:p>
            <a:pPr lvl="0" hangingPunct="1"/>
            <a:r>
              <a:rPr lang="en-US">
                <a:ea typeface="ＭＳ Ｐゴシック" pitchFamily="34"/>
              </a:rPr>
              <a:t>Cost v. Reusability</a:t>
            </a:r>
          </a:p>
          <a:p>
            <a:pPr lvl="0" hangingPunct="1"/>
            <a:r>
              <a:rPr lang="en-US">
                <a:ea typeface="ＭＳ Ｐゴシック" pitchFamily="34"/>
              </a:rPr>
              <a:t>Backward Compatibility v. Readability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E793B-0D0F-4963-29E4-9D953B03CB1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 hangingPunct="1"/>
            <a:r>
              <a:rPr lang="en-GB"/>
              <a:t>Design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B9747-B49D-3067-18CA-0F27FA26CEC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81053" y="2322511"/>
            <a:ext cx="7464420" cy="3625852"/>
          </a:xfrm>
        </p:spPr>
        <p:txBody>
          <a:bodyPr>
            <a:normAutofit fontScale="92500" lnSpcReduction="10000"/>
          </a:bodyPr>
          <a:lstStyle/>
          <a:p>
            <a:pPr lvl="0" hangingPunct="1"/>
            <a:r>
              <a:rPr lang="en-GB"/>
              <a:t>Prototypes &amp; Models</a:t>
            </a:r>
          </a:p>
          <a:p>
            <a:pPr lvl="0" hangingPunct="1"/>
            <a:r>
              <a:rPr lang="en-GB"/>
              <a:t>Software components</a:t>
            </a:r>
          </a:p>
          <a:p>
            <a:pPr lvl="0" hangingPunct="1"/>
            <a:r>
              <a:rPr lang="en-GB"/>
              <a:t>Algorithms</a:t>
            </a:r>
          </a:p>
          <a:p>
            <a:pPr lvl="0" hangingPunct="1"/>
            <a:r>
              <a:rPr lang="en-GB"/>
              <a:t>Architectures</a:t>
            </a:r>
          </a:p>
          <a:p>
            <a:pPr lvl="0" hangingPunct="1"/>
            <a:r>
              <a:rPr lang="en-GB"/>
              <a:t>Files &amp; Databases</a:t>
            </a:r>
          </a:p>
          <a:p>
            <a:pPr lvl="0" hangingPunct="1"/>
            <a:r>
              <a:rPr lang="en-GB"/>
              <a:t>Interfaces &amp; Interactions</a:t>
            </a:r>
          </a:p>
          <a:p>
            <a:pPr lvl="0" hangingPunct="1"/>
            <a:r>
              <a:rPr lang="en-GB"/>
              <a:t>Hardware &amp; Firmware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2FC60-07C0-6CC2-3702-5EC33F90C3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1815" y="1746247"/>
            <a:ext cx="8323261" cy="2719389"/>
          </a:xfrm>
        </p:spPr>
        <p:txBody>
          <a:bodyPr/>
          <a:lstStyle/>
          <a:p>
            <a:pPr lvl="0" hangingPunct="1"/>
            <a:r>
              <a:rPr lang="en-GB"/>
              <a:t>Project Report: </a:t>
            </a:r>
            <a:br>
              <a:rPr lang="en-GB"/>
            </a:br>
            <a:r>
              <a:rPr lang="en-GB"/>
              <a:t>Design Documentation</a:t>
            </a:r>
            <a:br>
              <a:rPr lang="en-GB"/>
            </a:br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A44969E-CB65-8FCA-C81A-386DF9036A1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 hangingPunct="1"/>
            <a:r>
              <a:rPr lang="en-US">
                <a:ea typeface="ＭＳ Ｐゴシック" pitchFamily="34"/>
              </a:rPr>
              <a:t>UML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86A3FDC-B239-B887-7E96-47C5C320BDF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2286" y="2182809"/>
            <a:ext cx="8001000" cy="1063620"/>
          </a:xfrm>
        </p:spPr>
        <p:txBody>
          <a:bodyPr/>
          <a:lstStyle/>
          <a:p>
            <a:pPr lvl="0" hangingPunct="1">
              <a:spcBef>
                <a:spcPts val="700"/>
              </a:spcBef>
            </a:pPr>
            <a:r>
              <a:rPr lang="en-US" sz="2800">
                <a:ea typeface="ＭＳ Ｐゴシック" pitchFamily="34"/>
              </a:rPr>
              <a:t>UML diagrams can be useful to describe your artefact’s architecture (Deployment Diagram, Class Diagram)</a:t>
            </a:r>
          </a:p>
        </p:txBody>
      </p:sp>
      <p:pic>
        <p:nvPicPr>
          <p:cNvPr id="4" name="Picture 2" descr="Blog - Create UML class diagrams">
            <a:extLst>
              <a:ext uri="{FF2B5EF4-FFF2-40B4-BE49-F238E27FC236}">
                <a16:creationId xmlns:a16="http://schemas.microsoft.com/office/drawing/2014/main" id="{2F569B6B-8574-7134-0D40-5BD981D80D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752978" y="3762371"/>
            <a:ext cx="3841751" cy="2662239"/>
          </a:xfrm>
          <a:prstGeom prst="rect">
            <a:avLst/>
          </a:prstGeom>
          <a:noFill/>
          <a:ln cap="flat">
            <a:noFill/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989C54-63CF-F77E-DCEE-E31D5CC178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0241" y="3998908"/>
            <a:ext cx="3719514" cy="2189165"/>
          </a:xfrm>
          <a:prstGeom prst="rect">
            <a:avLst/>
          </a:prstGeom>
          <a:noFill/>
          <a:ln cap="flat">
            <a:noFill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98DA85F-070E-94D9-D097-89325666D33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 hangingPunct="1"/>
            <a:r>
              <a:rPr lang="en-US">
                <a:ea typeface="ＭＳ Ｐゴシック" pitchFamily="34"/>
              </a:rPr>
              <a:t>UML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875C805-C2CF-2D37-6560-471DCA1CBCF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2286" y="2182809"/>
            <a:ext cx="5248271" cy="1776414"/>
          </a:xfrm>
        </p:spPr>
        <p:txBody>
          <a:bodyPr/>
          <a:lstStyle/>
          <a:p>
            <a:pPr lvl="0" hangingPunct="1">
              <a:spcBef>
                <a:spcPts val="700"/>
              </a:spcBef>
            </a:pPr>
            <a:r>
              <a:rPr lang="en-US" sz="2800">
                <a:ea typeface="ＭＳ Ｐゴシック" pitchFamily="34"/>
              </a:rPr>
              <a:t>UML can also be useful to describe interactions between the users and your app (e.g., Use Case and Activity diagrams)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48EA7ED-9C9A-DB83-6646-E0C1906EA3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49413" y="4083052"/>
            <a:ext cx="2997202" cy="2649538"/>
          </a:xfrm>
          <a:prstGeom prst="rect">
            <a:avLst/>
          </a:prstGeom>
          <a:noFill/>
          <a:ln cap="flat">
            <a:noFill/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05D979-DC7C-CDFC-D48A-793DD4DDBE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584826" y="2397127"/>
            <a:ext cx="3390896" cy="4157667"/>
          </a:xfrm>
          <a:prstGeom prst="rect">
            <a:avLst/>
          </a:prstGeom>
          <a:noFill/>
          <a:ln cap="flat">
            <a:noFill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eployment Diagram in UML Diagram Hierarchy">
            <a:extLst>
              <a:ext uri="{FF2B5EF4-FFF2-40B4-BE49-F238E27FC236}">
                <a16:creationId xmlns:a16="http://schemas.microsoft.com/office/drawing/2014/main" id="{D4E53F16-11E6-52E2-36C4-6A4AC82B08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0117" y="1765304"/>
            <a:ext cx="7056433" cy="4249738"/>
          </a:xfrm>
          <a:prstGeom prst="rect">
            <a:avLst/>
          </a:prstGeom>
          <a:noFill/>
          <a:ln cap="flat">
            <a:noFill/>
          </a:ln>
          <a:effectLst/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A9F22B19-5726-4911-FA80-79FA980CE4B4}"/>
              </a:ext>
            </a:extLst>
          </p:cNvPr>
          <p:cNvSpPr txBox="1"/>
          <p:nvPr/>
        </p:nvSpPr>
        <p:spPr>
          <a:xfrm>
            <a:off x="900117" y="6111877"/>
            <a:ext cx="7056433" cy="261939"/>
          </a:xfrm>
          <a:prstGeom prst="rect">
            <a:avLst/>
          </a:prstGeom>
          <a:noFill/>
          <a:ln cap="flat">
            <a:noFill/>
          </a:ln>
          <a:effectLst/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https://www.visual-paradigm.com/guide/uml-unified-modeling-language/what-is-deployment-diagram/</a:t>
            </a:r>
            <a:r>
              <a:rPr lang="en-GB" sz="1100" b="1" i="0" u="none" strike="noStrike" kern="1200" cap="none" spc="0" baseline="0">
                <a:solidFill>
                  <a:srgbClr val="000000"/>
                </a:solidFill>
                <a:uFillTx/>
                <a:latin typeface="Times" pitchFamily="18"/>
                <a:ea typeface="ＭＳ Ｐゴシック" pitchFamily="34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1F02D14-6619-CA5A-AE60-734525CE054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 hangingPunct="1"/>
            <a:r>
              <a:rPr lang="en-US">
                <a:ea typeface="ＭＳ Ｐゴシック" pitchFamily="34"/>
              </a:rPr>
              <a:t>Databases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133875-BB4F-8BB9-AB04-880ABECB669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2286" y="2182809"/>
            <a:ext cx="8001000" cy="1063620"/>
          </a:xfrm>
        </p:spPr>
        <p:txBody>
          <a:bodyPr/>
          <a:lstStyle/>
          <a:p>
            <a:pPr lvl="0" hangingPunct="1">
              <a:spcBef>
                <a:spcPts val="700"/>
              </a:spcBef>
            </a:pPr>
            <a:r>
              <a:rPr lang="en-US" sz="2800">
                <a:ea typeface="ＭＳ Ｐゴシック" pitchFamily="34"/>
              </a:rPr>
              <a:t>You should include a diagram of your database or data store, e.g., ERD.</a:t>
            </a:r>
          </a:p>
        </p:txBody>
      </p:sp>
      <p:pic>
        <p:nvPicPr>
          <p:cNvPr id="4" name="Picture 2" descr="What is Entity Relationship Diagram (ERD)?">
            <a:extLst>
              <a:ext uri="{FF2B5EF4-FFF2-40B4-BE49-F238E27FC236}">
                <a16:creationId xmlns:a16="http://schemas.microsoft.com/office/drawing/2014/main" id="{F7F5DE5E-B2D5-FD10-AE40-3F5A4EBAC4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16123" y="3263895"/>
            <a:ext cx="5548314" cy="3252785"/>
          </a:xfrm>
          <a:prstGeom prst="rect">
            <a:avLst/>
          </a:prstGeom>
          <a:noFill/>
          <a:ln cap="flat">
            <a:noFill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4E9E727-C002-4610-4691-84363900F48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 hangingPunct="1"/>
            <a:r>
              <a:rPr lang="en-US">
                <a:ea typeface="ＭＳ Ｐゴシック" pitchFamily="34"/>
              </a:rPr>
              <a:t>Wireframes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474FEC0-00E6-F41C-C6AE-BC94252C252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2286" y="2182809"/>
            <a:ext cx="6056308" cy="1536704"/>
          </a:xfrm>
        </p:spPr>
        <p:txBody>
          <a:bodyPr/>
          <a:lstStyle/>
          <a:p>
            <a:pPr lvl="0" hangingPunct="1">
              <a:spcBef>
                <a:spcPts val="700"/>
              </a:spcBef>
            </a:pPr>
            <a:r>
              <a:rPr lang="en-US" sz="2800">
                <a:ea typeface="ＭＳ Ｐゴシック" pitchFamily="34"/>
              </a:rPr>
              <a:t>Wireframes and screen mockups should be included.</a:t>
            </a:r>
          </a:p>
        </p:txBody>
      </p:sp>
      <p:pic>
        <p:nvPicPr>
          <p:cNvPr id="4" name="Picture 2" descr="What Is A Wireframe? Everything You Need To Know (And More)">
            <a:extLst>
              <a:ext uri="{FF2B5EF4-FFF2-40B4-BE49-F238E27FC236}">
                <a16:creationId xmlns:a16="http://schemas.microsoft.com/office/drawing/2014/main" id="{302B194C-EC8C-A191-B7DC-1456E2AE11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4641" y="3376614"/>
            <a:ext cx="6311902" cy="2809878"/>
          </a:xfrm>
          <a:prstGeom prst="rect">
            <a:avLst/>
          </a:prstGeom>
          <a:noFill/>
          <a:ln cap="flat">
            <a:noFill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2DBED24-6314-F6F0-F527-2ECBDDC682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 hangingPunct="1"/>
            <a:r>
              <a:rPr lang="en-US">
                <a:ea typeface="ＭＳ Ｐゴシック" pitchFamily="34"/>
              </a:rPr>
              <a:t>More!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C749B4D-83B3-EA6B-A715-30AFF6BBC6C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2286" y="2182809"/>
            <a:ext cx="8001000" cy="2193929"/>
          </a:xfrm>
        </p:spPr>
        <p:txBody>
          <a:bodyPr/>
          <a:lstStyle/>
          <a:p>
            <a:pPr lvl="0" hangingPunct="1">
              <a:spcBef>
                <a:spcPts val="700"/>
              </a:spcBef>
            </a:pPr>
            <a:r>
              <a:rPr lang="en-US" sz="2800">
                <a:ea typeface="ＭＳ Ｐゴシック" pitchFamily="34"/>
              </a:rPr>
              <a:t>There are many more types of diagrams and tools, depending on the nature of your project (games, cybersecurity, networking etc.)</a:t>
            </a:r>
          </a:p>
          <a:p>
            <a:pPr lvl="1" hangingPunct="1">
              <a:spcBef>
                <a:spcPts val="600"/>
              </a:spcBef>
            </a:pPr>
            <a:r>
              <a:rPr lang="en-US" sz="2400">
                <a:ea typeface="ＭＳ Ｐゴシック" pitchFamily="34"/>
              </a:rPr>
              <a:t>Please always refer back to your previous modules.</a:t>
            </a:r>
          </a:p>
          <a:p>
            <a:pPr lvl="1" hangingPunct="1">
              <a:spcBef>
                <a:spcPts val="600"/>
              </a:spcBef>
            </a:pPr>
            <a:r>
              <a:rPr lang="en-US" sz="2400">
                <a:ea typeface="ＭＳ Ｐゴシック" pitchFamily="34"/>
              </a:rPr>
              <a:t>Example: Unity Visual Scripting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BD2E45E-E636-26DF-7686-D7911DFBC9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97127" y="4574232"/>
            <a:ext cx="5316541" cy="2025652"/>
          </a:xfrm>
          <a:prstGeom prst="rect">
            <a:avLst/>
          </a:prstGeom>
          <a:noFill/>
          <a:ln cap="flat">
            <a:noFill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25ABBAB-B27E-6923-4BAF-50BC0FC581F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 hangingPunct="1"/>
            <a:r>
              <a:rPr lang="en-US">
                <a:ea typeface="ＭＳ Ｐゴシック" pitchFamily="34"/>
              </a:rPr>
              <a:t>Summary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66258AE-CB0B-AA04-04AC-01E4DA464C6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22286" y="2182809"/>
            <a:ext cx="8001000" cy="4214807"/>
          </a:xfrm>
        </p:spPr>
        <p:txBody>
          <a:bodyPr/>
          <a:lstStyle/>
          <a:p>
            <a:pPr lvl="0" hangingPunct="1">
              <a:spcBef>
                <a:spcPts val="700"/>
              </a:spcBef>
            </a:pPr>
            <a:r>
              <a:rPr lang="en-US" sz="2800">
                <a:ea typeface="ＭＳ Ｐゴシック" pitchFamily="34"/>
              </a:rPr>
              <a:t>System Design - an essential activity that reduces the gap in comprehension between the problem and its solution.</a:t>
            </a:r>
          </a:p>
          <a:p>
            <a:pPr lvl="0" hangingPunct="1">
              <a:spcBef>
                <a:spcPts val="700"/>
              </a:spcBef>
            </a:pPr>
            <a:r>
              <a:rPr lang="en-US" sz="2800">
                <a:ea typeface="ＭＳ Ｐゴシック" pitchFamily="34"/>
              </a:rPr>
              <a:t>Design Goals describes the important system qualities</a:t>
            </a:r>
          </a:p>
          <a:p>
            <a:pPr lvl="0" hangingPunct="1">
              <a:spcBef>
                <a:spcPts val="700"/>
              </a:spcBef>
            </a:pPr>
            <a:r>
              <a:rPr lang="en-US" sz="2800">
                <a:ea typeface="ＭＳ Ｐゴシック" pitchFamily="34"/>
              </a:rPr>
              <a:t>Decomposition an important design technique for reducing the overall system into manageable parts.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</TotalTime>
  <Pages>60</Pages>
  <Words>549</Words>
  <Application>Microsoft Office PowerPoint</Application>
  <PresentationFormat>Widescreen</PresentationFormat>
  <Paragraphs>128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ＭＳ Ｐゴシック</vt:lpstr>
      <vt:lpstr>Arial</vt:lpstr>
      <vt:lpstr>Arial Unicode MS</vt:lpstr>
      <vt:lpstr>Book Antiqua</vt:lpstr>
      <vt:lpstr>Calibri</vt:lpstr>
      <vt:lpstr>Times</vt:lpstr>
      <vt:lpstr>Times New Roman</vt:lpstr>
      <vt:lpstr>Verdana</vt:lpstr>
      <vt:lpstr>1_Office Theme</vt:lpstr>
      <vt:lpstr>Custom Design</vt:lpstr>
      <vt:lpstr>Final Year Projects:  The Design Process</vt:lpstr>
      <vt:lpstr>What does it matter?  And to whom?</vt:lpstr>
      <vt:lpstr>Design Goals</vt:lpstr>
      <vt:lpstr>The Project: A Development Life Cycle</vt:lpstr>
      <vt:lpstr>THE SOFTWARE LIFECYCLE</vt:lpstr>
      <vt:lpstr>THE SOFTWARE LIFECYCLE</vt:lpstr>
      <vt:lpstr>A Typical Project  (adapted from Pressman)</vt:lpstr>
      <vt:lpstr>System Design</vt:lpstr>
      <vt:lpstr>Analysis and Design Models</vt:lpstr>
      <vt:lpstr>Analysis and Design Models</vt:lpstr>
      <vt:lpstr>Typical Design Trade-offs</vt:lpstr>
      <vt:lpstr>Design What?</vt:lpstr>
      <vt:lpstr>Project Report:  Design Documentation </vt:lpstr>
      <vt:lpstr>UML</vt:lpstr>
      <vt:lpstr>UML</vt:lpstr>
      <vt:lpstr>PowerPoint Presentation</vt:lpstr>
      <vt:lpstr>Databases</vt:lpstr>
      <vt:lpstr>Wireframes</vt:lpstr>
      <vt:lpstr>More!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for Chapter 6, System Design</dc:title>
  <dc:subject>Object-Oriented Software Engineering</dc:subject>
  <dc:creator>Bernd Bruegge &amp; Allen Dutoit</dc:creator>
  <cp:lastModifiedBy>Bergeret, Alix</cp:lastModifiedBy>
  <cp:revision>323</cp:revision>
  <cp:lastPrinted>1999-10-27T14:17:10Z</cp:lastPrinted>
  <dcterms:created xsi:type="dcterms:W3CDTF">2009-07-27T13:28:27Z</dcterms:created>
  <dcterms:modified xsi:type="dcterms:W3CDTF">2024-09-16T13:27:02Z</dcterms:modified>
</cp:coreProperties>
</file>