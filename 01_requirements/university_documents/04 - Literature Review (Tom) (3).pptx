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2"/>
  </p:notesMasterIdLst>
  <p:sldIdLst>
    <p:sldId id="256" r:id="rId2"/>
    <p:sldId id="257" r:id="rId3"/>
    <p:sldId id="507" r:id="rId4"/>
    <p:sldId id="508" r:id="rId5"/>
    <p:sldId id="509" r:id="rId6"/>
    <p:sldId id="516" r:id="rId7"/>
    <p:sldId id="510" r:id="rId8"/>
    <p:sldId id="512" r:id="rId9"/>
    <p:sldId id="511" r:id="rId10"/>
    <p:sldId id="513" r:id="rId11"/>
    <p:sldId id="517" r:id="rId12"/>
    <p:sldId id="514" r:id="rId13"/>
    <p:sldId id="515" r:id="rId14"/>
    <p:sldId id="522" r:id="rId15"/>
    <p:sldId id="519" r:id="rId16"/>
    <p:sldId id="520" r:id="rId17"/>
    <p:sldId id="523" r:id="rId18"/>
    <p:sldId id="524" r:id="rId19"/>
    <p:sldId id="521" r:id="rId20"/>
    <p:sldId id="525" r:id="rId21"/>
    <p:sldId id="526" r:id="rId22"/>
    <p:sldId id="529" r:id="rId23"/>
    <p:sldId id="531" r:id="rId24"/>
    <p:sldId id="535" r:id="rId25"/>
    <p:sldId id="530" r:id="rId26"/>
    <p:sldId id="533" r:id="rId27"/>
    <p:sldId id="532" r:id="rId28"/>
    <p:sldId id="527" r:id="rId29"/>
    <p:sldId id="528" r:id="rId30"/>
    <p:sldId id="315"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om Hartley" initials="TH" lastIdx="1" clrIdx="0">
    <p:extLst>
      <p:ext uri="{19B8F6BF-5375-455C-9EA6-DF929625EA0E}">
        <p15:presenceInfo xmlns:p15="http://schemas.microsoft.com/office/powerpoint/2012/main" userId="f9a9e95579b5c8e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1ED0C3-2AC8-4977-A972-444C185C5168}" v="5" dt="2023-11-02T21:21:06.0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834"/>
    <p:restoredTop sz="94376" autoAdjust="0"/>
  </p:normalViewPr>
  <p:slideViewPr>
    <p:cSldViewPr>
      <p:cViewPr varScale="1">
        <p:scale>
          <a:sx n="145" d="100"/>
          <a:sy n="145" d="100"/>
        </p:scale>
        <p:origin x="684" y="120"/>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ommentAuthors" Target="commentAuthors.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m Hartley" userId="f9a9e95579b5c8ee" providerId="LiveId" clId="{5B9C5765-3491-4846-9426-4B552C9ED0D7}"/>
    <pc:docChg chg="custSel modSld">
      <pc:chgData name="Tom Hartley" userId="f9a9e95579b5c8ee" providerId="LiveId" clId="{5B9C5765-3491-4846-9426-4B552C9ED0D7}" dt="2023-09-05T12:51:38.906" v="2" actId="33524"/>
      <pc:docMkLst>
        <pc:docMk/>
      </pc:docMkLst>
      <pc:sldChg chg="modSp mod">
        <pc:chgData name="Tom Hartley" userId="f9a9e95579b5c8ee" providerId="LiveId" clId="{5B9C5765-3491-4846-9426-4B552C9ED0D7}" dt="2023-09-05T12:51:05.935" v="0" actId="33524"/>
        <pc:sldMkLst>
          <pc:docMk/>
          <pc:sldMk cId="2579396489" sldId="257"/>
        </pc:sldMkLst>
        <pc:spChg chg="mod">
          <ac:chgData name="Tom Hartley" userId="f9a9e95579b5c8ee" providerId="LiveId" clId="{5B9C5765-3491-4846-9426-4B552C9ED0D7}" dt="2023-09-05T12:51:05.935" v="0" actId="33524"/>
          <ac:spMkLst>
            <pc:docMk/>
            <pc:sldMk cId="2579396489" sldId="257"/>
            <ac:spMk id="3" creationId="{00000000-0000-0000-0000-000000000000}"/>
          </ac:spMkLst>
        </pc:spChg>
      </pc:sldChg>
      <pc:sldChg chg="modSp mod">
        <pc:chgData name="Tom Hartley" userId="f9a9e95579b5c8ee" providerId="LiveId" clId="{5B9C5765-3491-4846-9426-4B552C9ED0D7}" dt="2023-09-05T12:51:38.906" v="2" actId="33524"/>
        <pc:sldMkLst>
          <pc:docMk/>
          <pc:sldMk cId="3984578066" sldId="315"/>
        </pc:sldMkLst>
        <pc:spChg chg="mod">
          <ac:chgData name="Tom Hartley" userId="f9a9e95579b5c8ee" providerId="LiveId" clId="{5B9C5765-3491-4846-9426-4B552C9ED0D7}" dt="2023-09-05T12:51:38.906" v="2" actId="33524"/>
          <ac:spMkLst>
            <pc:docMk/>
            <pc:sldMk cId="3984578066" sldId="315"/>
            <ac:spMk id="3" creationId="{00000000-0000-0000-0000-000000000000}"/>
          </ac:spMkLst>
        </pc:spChg>
      </pc:sldChg>
      <pc:sldChg chg="modSp mod">
        <pc:chgData name="Tom Hartley" userId="f9a9e95579b5c8ee" providerId="LiveId" clId="{5B9C5765-3491-4846-9426-4B552C9ED0D7}" dt="2023-09-05T12:51:35.607" v="1" actId="33524"/>
        <pc:sldMkLst>
          <pc:docMk/>
          <pc:sldMk cId="332973052" sldId="527"/>
        </pc:sldMkLst>
        <pc:spChg chg="mod">
          <ac:chgData name="Tom Hartley" userId="f9a9e95579b5c8ee" providerId="LiveId" clId="{5B9C5765-3491-4846-9426-4B552C9ED0D7}" dt="2023-09-05T12:51:35.607" v="1" actId="33524"/>
          <ac:spMkLst>
            <pc:docMk/>
            <pc:sldMk cId="332973052" sldId="527"/>
            <ac:spMk id="3" creationId="{5C4E5858-E211-03C0-3DAA-42286861991E}"/>
          </ac:spMkLst>
        </pc:spChg>
      </pc:sldChg>
    </pc:docChg>
  </pc:docChgLst>
  <pc:docChgLst>
    <pc:chgData name="Tom Hartley" userId="f9a9e95579b5c8ee" providerId="LiveId" clId="{9086521A-BA82-48CF-B0E7-FA4A6F3ED904}"/>
    <pc:docChg chg="addSld delSld modSld">
      <pc:chgData name="Tom Hartley" userId="f9a9e95579b5c8ee" providerId="LiveId" clId="{9086521A-BA82-48CF-B0E7-FA4A6F3ED904}" dt="2020-07-13T20:06:05.829" v="27" actId="20577"/>
      <pc:docMkLst>
        <pc:docMk/>
      </pc:docMkLst>
      <pc:sldChg chg="modSp">
        <pc:chgData name="Tom Hartley" userId="f9a9e95579b5c8ee" providerId="LiveId" clId="{9086521A-BA82-48CF-B0E7-FA4A6F3ED904}" dt="2020-07-13T20:05:36.514" v="7" actId="20577"/>
        <pc:sldMkLst>
          <pc:docMk/>
          <pc:sldMk cId="367599832" sldId="256"/>
        </pc:sldMkLst>
        <pc:spChg chg="mod">
          <ac:chgData name="Tom Hartley" userId="f9a9e95579b5c8ee" providerId="LiveId" clId="{9086521A-BA82-48CF-B0E7-FA4A6F3ED904}" dt="2020-07-13T20:05:36.514" v="7" actId="20577"/>
          <ac:spMkLst>
            <pc:docMk/>
            <pc:sldMk cId="367599832" sldId="256"/>
            <ac:spMk id="3" creationId="{00000000-0000-0000-0000-000000000000}"/>
          </ac:spMkLst>
        </pc:spChg>
      </pc:sldChg>
      <pc:sldChg chg="modSp">
        <pc:chgData name="Tom Hartley" userId="f9a9e95579b5c8ee" providerId="LiveId" clId="{9086521A-BA82-48CF-B0E7-FA4A6F3ED904}" dt="2020-07-13T20:06:05.829" v="27" actId="20577"/>
        <pc:sldMkLst>
          <pc:docMk/>
          <pc:sldMk cId="2579396489" sldId="257"/>
        </pc:sldMkLst>
        <pc:spChg chg="mod">
          <ac:chgData name="Tom Hartley" userId="f9a9e95579b5c8ee" providerId="LiveId" clId="{9086521A-BA82-48CF-B0E7-FA4A6F3ED904}" dt="2020-07-13T20:06:05.829" v="27" actId="20577"/>
          <ac:spMkLst>
            <pc:docMk/>
            <pc:sldMk cId="2579396489" sldId="257"/>
            <ac:spMk id="3" creationId="{00000000-0000-0000-0000-000000000000}"/>
          </ac:spMkLst>
        </pc:spChg>
      </pc:sldChg>
      <pc:sldChg chg="del">
        <pc:chgData name="Tom Hartley" userId="f9a9e95579b5c8ee" providerId="LiveId" clId="{9086521A-BA82-48CF-B0E7-FA4A6F3ED904}" dt="2020-07-13T20:05:46.771" v="8" actId="2696"/>
        <pc:sldMkLst>
          <pc:docMk/>
          <pc:sldMk cId="1904537840" sldId="350"/>
        </pc:sldMkLst>
      </pc:sldChg>
      <pc:sldChg chg="del">
        <pc:chgData name="Tom Hartley" userId="f9a9e95579b5c8ee" providerId="LiveId" clId="{9086521A-BA82-48CF-B0E7-FA4A6F3ED904}" dt="2020-07-13T20:05:46.779" v="9" actId="2696"/>
        <pc:sldMkLst>
          <pc:docMk/>
          <pc:sldMk cId="204047847" sldId="351"/>
        </pc:sldMkLst>
      </pc:sldChg>
      <pc:sldChg chg="del">
        <pc:chgData name="Tom Hartley" userId="f9a9e95579b5c8ee" providerId="LiveId" clId="{9086521A-BA82-48CF-B0E7-FA4A6F3ED904}" dt="2020-07-13T20:05:46.784" v="10" actId="2696"/>
        <pc:sldMkLst>
          <pc:docMk/>
          <pc:sldMk cId="2980281637" sldId="352"/>
        </pc:sldMkLst>
      </pc:sldChg>
      <pc:sldChg chg="del">
        <pc:chgData name="Tom Hartley" userId="f9a9e95579b5c8ee" providerId="LiveId" clId="{9086521A-BA82-48CF-B0E7-FA4A6F3ED904}" dt="2020-07-13T20:05:46.796" v="11" actId="2696"/>
        <pc:sldMkLst>
          <pc:docMk/>
          <pc:sldMk cId="2312170804" sldId="353"/>
        </pc:sldMkLst>
      </pc:sldChg>
      <pc:sldChg chg="del">
        <pc:chgData name="Tom Hartley" userId="f9a9e95579b5c8ee" providerId="LiveId" clId="{9086521A-BA82-48CF-B0E7-FA4A6F3ED904}" dt="2020-07-13T20:05:46.803" v="12" actId="2696"/>
        <pc:sldMkLst>
          <pc:docMk/>
          <pc:sldMk cId="3946846581" sldId="354"/>
        </pc:sldMkLst>
      </pc:sldChg>
      <pc:sldChg chg="del">
        <pc:chgData name="Tom Hartley" userId="f9a9e95579b5c8ee" providerId="LiveId" clId="{9086521A-BA82-48CF-B0E7-FA4A6F3ED904}" dt="2020-07-13T20:05:46.815" v="13" actId="2696"/>
        <pc:sldMkLst>
          <pc:docMk/>
          <pc:sldMk cId="4061125265" sldId="355"/>
        </pc:sldMkLst>
      </pc:sldChg>
      <pc:sldChg chg="del">
        <pc:chgData name="Tom Hartley" userId="f9a9e95579b5c8ee" providerId="LiveId" clId="{9086521A-BA82-48CF-B0E7-FA4A6F3ED904}" dt="2020-07-13T20:05:46.824" v="14" actId="2696"/>
        <pc:sldMkLst>
          <pc:docMk/>
          <pc:sldMk cId="831540997" sldId="358"/>
        </pc:sldMkLst>
      </pc:sldChg>
      <pc:sldChg chg="del">
        <pc:chgData name="Tom Hartley" userId="f9a9e95579b5c8ee" providerId="LiveId" clId="{9086521A-BA82-48CF-B0E7-FA4A6F3ED904}" dt="2020-07-13T20:05:46.833" v="15" actId="2696"/>
        <pc:sldMkLst>
          <pc:docMk/>
          <pc:sldMk cId="2983269856" sldId="359"/>
        </pc:sldMkLst>
      </pc:sldChg>
      <pc:sldChg chg="del">
        <pc:chgData name="Tom Hartley" userId="f9a9e95579b5c8ee" providerId="LiveId" clId="{9086521A-BA82-48CF-B0E7-FA4A6F3ED904}" dt="2020-07-13T20:05:46.837" v="16" actId="2696"/>
        <pc:sldMkLst>
          <pc:docMk/>
          <pc:sldMk cId="2531268729" sldId="360"/>
        </pc:sldMkLst>
      </pc:sldChg>
      <pc:sldChg chg="del">
        <pc:chgData name="Tom Hartley" userId="f9a9e95579b5c8ee" providerId="LiveId" clId="{9086521A-BA82-48CF-B0E7-FA4A6F3ED904}" dt="2020-07-13T20:05:46.842" v="17" actId="2696"/>
        <pc:sldMkLst>
          <pc:docMk/>
          <pc:sldMk cId="1813350135" sldId="361"/>
        </pc:sldMkLst>
      </pc:sldChg>
      <pc:sldChg chg="modSp add">
        <pc:chgData name="Tom Hartley" userId="f9a9e95579b5c8ee" providerId="LiveId" clId="{9086521A-BA82-48CF-B0E7-FA4A6F3ED904}" dt="2020-07-13T20:05:53.600" v="20" actId="403"/>
        <pc:sldMkLst>
          <pc:docMk/>
          <pc:sldMk cId="1190540744" sldId="442"/>
        </pc:sldMkLst>
        <pc:spChg chg="mod">
          <ac:chgData name="Tom Hartley" userId="f9a9e95579b5c8ee" providerId="LiveId" clId="{9086521A-BA82-48CF-B0E7-FA4A6F3ED904}" dt="2020-07-13T20:05:53.600" v="20" actId="403"/>
          <ac:spMkLst>
            <pc:docMk/>
            <pc:sldMk cId="1190540744" sldId="442"/>
            <ac:spMk id="3" creationId="{22E8B1A1-9544-4A41-8405-7AC5FCC3BEAF}"/>
          </ac:spMkLst>
        </pc:spChg>
      </pc:sldChg>
      <pc:sldChg chg="add">
        <pc:chgData name="Tom Hartley" userId="f9a9e95579b5c8ee" providerId="LiveId" clId="{9086521A-BA82-48CF-B0E7-FA4A6F3ED904}" dt="2020-07-13T20:05:56.718" v="21"/>
        <pc:sldMkLst>
          <pc:docMk/>
          <pc:sldMk cId="458440758" sldId="443"/>
        </pc:sldMkLst>
      </pc:sldChg>
      <pc:sldChg chg="add">
        <pc:chgData name="Tom Hartley" userId="f9a9e95579b5c8ee" providerId="LiveId" clId="{9086521A-BA82-48CF-B0E7-FA4A6F3ED904}" dt="2020-07-13T20:05:57.042" v="22"/>
        <pc:sldMkLst>
          <pc:docMk/>
          <pc:sldMk cId="422484362" sldId="444"/>
        </pc:sldMkLst>
      </pc:sldChg>
      <pc:sldChg chg="add">
        <pc:chgData name="Tom Hartley" userId="f9a9e95579b5c8ee" providerId="LiveId" clId="{9086521A-BA82-48CF-B0E7-FA4A6F3ED904}" dt="2020-07-13T20:05:57.330" v="23"/>
        <pc:sldMkLst>
          <pc:docMk/>
          <pc:sldMk cId="115108451" sldId="445"/>
        </pc:sldMkLst>
      </pc:sldChg>
      <pc:sldChg chg="add">
        <pc:chgData name="Tom Hartley" userId="f9a9e95579b5c8ee" providerId="LiveId" clId="{9086521A-BA82-48CF-B0E7-FA4A6F3ED904}" dt="2020-07-13T20:05:57.655" v="24"/>
        <pc:sldMkLst>
          <pc:docMk/>
          <pc:sldMk cId="3930787895" sldId="446"/>
        </pc:sldMkLst>
      </pc:sldChg>
      <pc:sldChg chg="add">
        <pc:chgData name="Tom Hartley" userId="f9a9e95579b5c8ee" providerId="LiveId" clId="{9086521A-BA82-48CF-B0E7-FA4A6F3ED904}" dt="2020-07-13T20:05:58.005" v="25"/>
        <pc:sldMkLst>
          <pc:docMk/>
          <pc:sldMk cId="4073869332" sldId="447"/>
        </pc:sldMkLst>
      </pc:sldChg>
      <pc:sldChg chg="add">
        <pc:chgData name="Tom Hartley" userId="f9a9e95579b5c8ee" providerId="LiveId" clId="{9086521A-BA82-48CF-B0E7-FA4A6F3ED904}" dt="2020-07-13T20:05:58.892" v="26"/>
        <pc:sldMkLst>
          <pc:docMk/>
          <pc:sldMk cId="3348522178" sldId="448"/>
        </pc:sldMkLst>
      </pc:sldChg>
    </pc:docChg>
  </pc:docChgLst>
  <pc:docChgLst>
    <pc:chgData name="Tom Hartley" userId="f9a9e95579b5c8ee" providerId="LiveId" clId="{D837B870-E640-4958-B1D4-621B260DE670}"/>
    <pc:docChg chg="undo custSel addSld delSld modSld sldOrd">
      <pc:chgData name="Tom Hartley" userId="f9a9e95579b5c8ee" providerId="LiveId" clId="{D837B870-E640-4958-B1D4-621B260DE670}" dt="2023-03-07T14:42:36.417" v="1130" actId="1076"/>
      <pc:docMkLst>
        <pc:docMk/>
      </pc:docMkLst>
      <pc:sldChg chg="modSp mod">
        <pc:chgData name="Tom Hartley" userId="f9a9e95579b5c8ee" providerId="LiveId" clId="{D837B870-E640-4958-B1D4-621B260DE670}" dt="2023-01-04T13:39:04.327" v="1" actId="20577"/>
        <pc:sldMkLst>
          <pc:docMk/>
          <pc:sldMk cId="367599832" sldId="256"/>
        </pc:sldMkLst>
        <pc:spChg chg="mod">
          <ac:chgData name="Tom Hartley" userId="f9a9e95579b5c8ee" providerId="LiveId" clId="{D837B870-E640-4958-B1D4-621B260DE670}" dt="2023-01-04T13:39:04.327" v="1" actId="20577"/>
          <ac:spMkLst>
            <pc:docMk/>
            <pc:sldMk cId="367599832" sldId="256"/>
            <ac:spMk id="3" creationId="{00000000-0000-0000-0000-000000000000}"/>
          </ac:spMkLst>
        </pc:spChg>
      </pc:sldChg>
      <pc:sldChg chg="modSp mod">
        <pc:chgData name="Tom Hartley" userId="f9a9e95579b5c8ee" providerId="LiveId" clId="{D837B870-E640-4958-B1D4-621B260DE670}" dt="2023-01-04T13:55:03.338" v="382" actId="20577"/>
        <pc:sldMkLst>
          <pc:docMk/>
          <pc:sldMk cId="2579396489" sldId="257"/>
        </pc:sldMkLst>
        <pc:spChg chg="mod">
          <ac:chgData name="Tom Hartley" userId="f9a9e95579b5c8ee" providerId="LiveId" clId="{D837B870-E640-4958-B1D4-621B260DE670}" dt="2023-01-04T13:55:03.338" v="382" actId="20577"/>
          <ac:spMkLst>
            <pc:docMk/>
            <pc:sldMk cId="2579396489" sldId="257"/>
            <ac:spMk id="3" creationId="{00000000-0000-0000-0000-000000000000}"/>
          </ac:spMkLst>
        </pc:spChg>
      </pc:sldChg>
      <pc:sldChg chg="modSp mod ord">
        <pc:chgData name="Tom Hartley" userId="f9a9e95579b5c8ee" providerId="LiveId" clId="{D837B870-E640-4958-B1D4-621B260DE670}" dt="2023-01-04T13:56:17.847" v="414"/>
        <pc:sldMkLst>
          <pc:docMk/>
          <pc:sldMk cId="3984578066" sldId="315"/>
        </pc:sldMkLst>
        <pc:spChg chg="mod">
          <ac:chgData name="Tom Hartley" userId="f9a9e95579b5c8ee" providerId="LiveId" clId="{D837B870-E640-4958-B1D4-621B260DE670}" dt="2023-01-04T13:56:12.120" v="412" actId="20577"/>
          <ac:spMkLst>
            <pc:docMk/>
            <pc:sldMk cId="3984578066" sldId="315"/>
            <ac:spMk id="3" creationId="{00000000-0000-0000-0000-000000000000}"/>
          </ac:spMkLst>
        </pc:spChg>
      </pc:sldChg>
      <pc:sldChg chg="addSp delSp modSp add mod">
        <pc:chgData name="Tom Hartley" userId="f9a9e95579b5c8ee" providerId="LiveId" clId="{D837B870-E640-4958-B1D4-621B260DE670}" dt="2023-03-07T12:52:12.174" v="894" actId="20577"/>
        <pc:sldMkLst>
          <pc:docMk/>
          <pc:sldMk cId="648096584" sldId="433"/>
        </pc:sldMkLst>
        <pc:spChg chg="mod">
          <ac:chgData name="Tom Hartley" userId="f9a9e95579b5c8ee" providerId="LiveId" clId="{D837B870-E640-4958-B1D4-621B260DE670}" dt="2023-01-04T13:50:48.124" v="288" actId="27636"/>
          <ac:spMkLst>
            <pc:docMk/>
            <pc:sldMk cId="648096584" sldId="433"/>
            <ac:spMk id="3" creationId="{1021D72B-D60F-4726-9CBE-867C8D3AD078}"/>
          </ac:spMkLst>
        </pc:spChg>
        <pc:spChg chg="del mod">
          <ac:chgData name="Tom Hartley" userId="f9a9e95579b5c8ee" providerId="LiveId" clId="{D837B870-E640-4958-B1D4-621B260DE670}" dt="2023-01-04T13:50:44.968" v="285" actId="478"/>
          <ac:spMkLst>
            <pc:docMk/>
            <pc:sldMk cId="648096584" sldId="433"/>
            <ac:spMk id="4" creationId="{47730247-D77D-4A87-89C1-09549F7C643C}"/>
          </ac:spMkLst>
        </pc:spChg>
        <pc:spChg chg="del">
          <ac:chgData name="Tom Hartley" userId="f9a9e95579b5c8ee" providerId="LiveId" clId="{D837B870-E640-4958-B1D4-621B260DE670}" dt="2023-01-04T13:44:31.118" v="20" actId="478"/>
          <ac:spMkLst>
            <pc:docMk/>
            <pc:sldMk cId="648096584" sldId="433"/>
            <ac:spMk id="5" creationId="{E81EF336-25D4-461B-8B60-47F0D369614F}"/>
          </ac:spMkLst>
        </pc:spChg>
        <pc:spChg chg="add del mod">
          <ac:chgData name="Tom Hartley" userId="f9a9e95579b5c8ee" providerId="LiveId" clId="{D837B870-E640-4958-B1D4-621B260DE670}" dt="2023-01-04T13:50:39.042" v="284" actId="478"/>
          <ac:spMkLst>
            <pc:docMk/>
            <pc:sldMk cId="648096584" sldId="433"/>
            <ac:spMk id="6" creationId="{2D2E571D-4A0F-3014-2AD1-0C1547FA05B1}"/>
          </ac:spMkLst>
        </pc:spChg>
        <pc:spChg chg="add mod">
          <ac:chgData name="Tom Hartley" userId="f9a9e95579b5c8ee" providerId="LiveId" clId="{D837B870-E640-4958-B1D4-621B260DE670}" dt="2023-03-07T12:52:12.174" v="894" actId="20577"/>
          <ac:spMkLst>
            <pc:docMk/>
            <pc:sldMk cId="648096584" sldId="433"/>
            <ac:spMk id="7" creationId="{96989B35-B7CB-05E8-4B45-BACD0757F905}"/>
          </ac:spMkLst>
        </pc:spChg>
      </pc:sldChg>
      <pc:sldChg chg="addSp delSp modSp add mod">
        <pc:chgData name="Tom Hartley" userId="f9a9e95579b5c8ee" providerId="LiveId" clId="{D837B870-E640-4958-B1D4-621B260DE670}" dt="2023-01-04T13:50:27.534" v="283" actId="1076"/>
        <pc:sldMkLst>
          <pc:docMk/>
          <pc:sldMk cId="3591920573" sldId="436"/>
        </pc:sldMkLst>
        <pc:spChg chg="mod">
          <ac:chgData name="Tom Hartley" userId="f9a9e95579b5c8ee" providerId="LiveId" clId="{D837B870-E640-4958-B1D4-621B260DE670}" dt="2023-01-04T13:50:19.622" v="280" actId="14100"/>
          <ac:spMkLst>
            <pc:docMk/>
            <pc:sldMk cId="3591920573" sldId="436"/>
            <ac:spMk id="3" creationId="{1021D72B-D60F-4726-9CBE-867C8D3AD078}"/>
          </ac:spMkLst>
        </pc:spChg>
        <pc:spChg chg="add del mod">
          <ac:chgData name="Tom Hartley" userId="f9a9e95579b5c8ee" providerId="LiveId" clId="{D837B870-E640-4958-B1D4-621B260DE670}" dt="2023-01-04T13:50:03.342" v="274" actId="478"/>
          <ac:spMkLst>
            <pc:docMk/>
            <pc:sldMk cId="3591920573" sldId="436"/>
            <ac:spMk id="4" creationId="{E51EA15C-963A-BFBA-4D0D-64B6B7573EC5}"/>
          </ac:spMkLst>
        </pc:spChg>
        <pc:spChg chg="mod">
          <ac:chgData name="Tom Hartley" userId="f9a9e95579b5c8ee" providerId="LiveId" clId="{D837B870-E640-4958-B1D4-621B260DE670}" dt="2023-01-04T13:50:16.526" v="279" actId="1076"/>
          <ac:spMkLst>
            <pc:docMk/>
            <pc:sldMk cId="3591920573" sldId="436"/>
            <ac:spMk id="5" creationId="{05B069E2-E1B6-4B70-AB8F-89A5D0E2E68D}"/>
          </ac:spMkLst>
        </pc:spChg>
        <pc:spChg chg="mod">
          <ac:chgData name="Tom Hartley" userId="f9a9e95579b5c8ee" providerId="LiveId" clId="{D837B870-E640-4958-B1D4-621B260DE670}" dt="2023-01-04T13:50:27.534" v="283" actId="1076"/>
          <ac:spMkLst>
            <pc:docMk/>
            <pc:sldMk cId="3591920573" sldId="436"/>
            <ac:spMk id="6" creationId="{8DD01EAA-E89A-4026-ABA2-E2A0DBA41CCA}"/>
          </ac:spMkLst>
        </pc:spChg>
      </pc:sldChg>
      <pc:sldChg chg="modSp mod ord">
        <pc:chgData name="Tom Hartley" userId="f9a9e95579b5c8ee" providerId="LiveId" clId="{D837B870-E640-4958-B1D4-621B260DE670}" dt="2023-01-04T13:55:43.396" v="408" actId="20577"/>
        <pc:sldMkLst>
          <pc:docMk/>
          <pc:sldMk cId="2043590837" sldId="441"/>
        </pc:sldMkLst>
        <pc:spChg chg="mod">
          <ac:chgData name="Tom Hartley" userId="f9a9e95579b5c8ee" providerId="LiveId" clId="{D837B870-E640-4958-B1D4-621B260DE670}" dt="2023-01-04T13:55:43.396" v="408" actId="20577"/>
          <ac:spMkLst>
            <pc:docMk/>
            <pc:sldMk cId="2043590837" sldId="441"/>
            <ac:spMk id="3" creationId="{6A8F7ABA-B866-4F3B-B364-216FDD631FF0}"/>
          </ac:spMkLst>
        </pc:spChg>
      </pc:sldChg>
      <pc:sldChg chg="modSp mod">
        <pc:chgData name="Tom Hartley" userId="f9a9e95579b5c8ee" providerId="LiveId" clId="{D837B870-E640-4958-B1D4-621B260DE670}" dt="2023-01-04T13:39:29.765" v="8" actId="113"/>
        <pc:sldMkLst>
          <pc:docMk/>
          <pc:sldMk cId="1190540744" sldId="442"/>
        </pc:sldMkLst>
        <pc:spChg chg="mod">
          <ac:chgData name="Tom Hartley" userId="f9a9e95579b5c8ee" providerId="LiveId" clId="{D837B870-E640-4958-B1D4-621B260DE670}" dt="2023-01-04T13:39:29.765" v="8" actId="113"/>
          <ac:spMkLst>
            <pc:docMk/>
            <pc:sldMk cId="1190540744" sldId="442"/>
            <ac:spMk id="3" creationId="{22E8B1A1-9544-4A41-8405-7AC5FCC3BEAF}"/>
          </ac:spMkLst>
        </pc:spChg>
      </pc:sldChg>
      <pc:sldChg chg="del">
        <pc:chgData name="Tom Hartley" userId="f9a9e95579b5c8ee" providerId="LiveId" clId="{D837B870-E640-4958-B1D4-621B260DE670}" dt="2023-01-04T13:53:11.663" v="342" actId="2696"/>
        <pc:sldMkLst>
          <pc:docMk/>
          <pc:sldMk cId="4073869332" sldId="447"/>
        </pc:sldMkLst>
      </pc:sldChg>
      <pc:sldChg chg="del">
        <pc:chgData name="Tom Hartley" userId="f9a9e95579b5c8ee" providerId="LiveId" clId="{D837B870-E640-4958-B1D4-621B260DE670}" dt="2023-01-04T13:53:11.663" v="342" actId="2696"/>
        <pc:sldMkLst>
          <pc:docMk/>
          <pc:sldMk cId="2377665532" sldId="451"/>
        </pc:sldMkLst>
      </pc:sldChg>
      <pc:sldChg chg="del">
        <pc:chgData name="Tom Hartley" userId="f9a9e95579b5c8ee" providerId="LiveId" clId="{D837B870-E640-4958-B1D4-621B260DE670}" dt="2023-01-04T13:53:11.663" v="342" actId="2696"/>
        <pc:sldMkLst>
          <pc:docMk/>
          <pc:sldMk cId="862337446" sldId="452"/>
        </pc:sldMkLst>
      </pc:sldChg>
      <pc:sldChg chg="ord">
        <pc:chgData name="Tom Hartley" userId="f9a9e95579b5c8ee" providerId="LiveId" clId="{D837B870-E640-4958-B1D4-621B260DE670}" dt="2023-01-04T13:56:17.847" v="414"/>
        <pc:sldMkLst>
          <pc:docMk/>
          <pc:sldMk cId="1511038294" sldId="453"/>
        </pc:sldMkLst>
      </pc:sldChg>
      <pc:sldChg chg="del">
        <pc:chgData name="Tom Hartley" userId="f9a9e95579b5c8ee" providerId="LiveId" clId="{D837B870-E640-4958-B1D4-621B260DE670}" dt="2023-01-04T13:53:11.663" v="342" actId="2696"/>
        <pc:sldMkLst>
          <pc:docMk/>
          <pc:sldMk cId="785827806" sldId="454"/>
        </pc:sldMkLst>
      </pc:sldChg>
      <pc:sldChg chg="del">
        <pc:chgData name="Tom Hartley" userId="f9a9e95579b5c8ee" providerId="LiveId" clId="{D837B870-E640-4958-B1D4-621B260DE670}" dt="2023-01-04T13:53:11.663" v="342" actId="2696"/>
        <pc:sldMkLst>
          <pc:docMk/>
          <pc:sldMk cId="224349125" sldId="455"/>
        </pc:sldMkLst>
      </pc:sldChg>
      <pc:sldChg chg="del">
        <pc:chgData name="Tom Hartley" userId="f9a9e95579b5c8ee" providerId="LiveId" clId="{D837B870-E640-4958-B1D4-621B260DE670}" dt="2023-01-04T13:53:11.663" v="342" actId="2696"/>
        <pc:sldMkLst>
          <pc:docMk/>
          <pc:sldMk cId="917941094" sldId="456"/>
        </pc:sldMkLst>
      </pc:sldChg>
      <pc:sldChg chg="del">
        <pc:chgData name="Tom Hartley" userId="f9a9e95579b5c8ee" providerId="LiveId" clId="{D837B870-E640-4958-B1D4-621B260DE670}" dt="2023-01-04T13:53:11.663" v="342" actId="2696"/>
        <pc:sldMkLst>
          <pc:docMk/>
          <pc:sldMk cId="282776434" sldId="457"/>
        </pc:sldMkLst>
      </pc:sldChg>
      <pc:sldChg chg="del">
        <pc:chgData name="Tom Hartley" userId="f9a9e95579b5c8ee" providerId="LiveId" clId="{D837B870-E640-4958-B1D4-621B260DE670}" dt="2023-01-04T13:53:11.663" v="342" actId="2696"/>
        <pc:sldMkLst>
          <pc:docMk/>
          <pc:sldMk cId="4023059141" sldId="458"/>
        </pc:sldMkLst>
      </pc:sldChg>
      <pc:sldChg chg="del">
        <pc:chgData name="Tom Hartley" userId="f9a9e95579b5c8ee" providerId="LiveId" clId="{D837B870-E640-4958-B1D4-621B260DE670}" dt="2023-01-04T13:53:11.663" v="342" actId="2696"/>
        <pc:sldMkLst>
          <pc:docMk/>
          <pc:sldMk cId="2924942979" sldId="460"/>
        </pc:sldMkLst>
      </pc:sldChg>
      <pc:sldChg chg="del">
        <pc:chgData name="Tom Hartley" userId="f9a9e95579b5c8ee" providerId="LiveId" clId="{D837B870-E640-4958-B1D4-621B260DE670}" dt="2023-01-04T13:53:11.663" v="342" actId="2696"/>
        <pc:sldMkLst>
          <pc:docMk/>
          <pc:sldMk cId="448994600" sldId="461"/>
        </pc:sldMkLst>
      </pc:sldChg>
      <pc:sldChg chg="del">
        <pc:chgData name="Tom Hartley" userId="f9a9e95579b5c8ee" providerId="LiveId" clId="{D837B870-E640-4958-B1D4-621B260DE670}" dt="2023-01-04T13:53:11.663" v="342" actId="2696"/>
        <pc:sldMkLst>
          <pc:docMk/>
          <pc:sldMk cId="90454" sldId="462"/>
        </pc:sldMkLst>
      </pc:sldChg>
      <pc:sldChg chg="del">
        <pc:chgData name="Tom Hartley" userId="f9a9e95579b5c8ee" providerId="LiveId" clId="{D837B870-E640-4958-B1D4-621B260DE670}" dt="2023-01-04T13:53:11.663" v="342" actId="2696"/>
        <pc:sldMkLst>
          <pc:docMk/>
          <pc:sldMk cId="3621413964" sldId="465"/>
        </pc:sldMkLst>
      </pc:sldChg>
      <pc:sldChg chg="del">
        <pc:chgData name="Tom Hartley" userId="f9a9e95579b5c8ee" providerId="LiveId" clId="{D837B870-E640-4958-B1D4-621B260DE670}" dt="2023-01-04T13:53:11.663" v="342" actId="2696"/>
        <pc:sldMkLst>
          <pc:docMk/>
          <pc:sldMk cId="4055841152" sldId="466"/>
        </pc:sldMkLst>
      </pc:sldChg>
      <pc:sldChg chg="del">
        <pc:chgData name="Tom Hartley" userId="f9a9e95579b5c8ee" providerId="LiveId" clId="{D837B870-E640-4958-B1D4-621B260DE670}" dt="2023-01-04T13:53:11.663" v="342" actId="2696"/>
        <pc:sldMkLst>
          <pc:docMk/>
          <pc:sldMk cId="2271701164" sldId="467"/>
        </pc:sldMkLst>
      </pc:sldChg>
      <pc:sldChg chg="del">
        <pc:chgData name="Tom Hartley" userId="f9a9e95579b5c8ee" providerId="LiveId" clId="{D837B870-E640-4958-B1D4-621B260DE670}" dt="2023-01-04T13:53:11.663" v="342" actId="2696"/>
        <pc:sldMkLst>
          <pc:docMk/>
          <pc:sldMk cId="3829282779" sldId="468"/>
        </pc:sldMkLst>
      </pc:sldChg>
      <pc:sldChg chg="del">
        <pc:chgData name="Tom Hartley" userId="f9a9e95579b5c8ee" providerId="LiveId" clId="{D837B870-E640-4958-B1D4-621B260DE670}" dt="2023-01-04T13:53:11.663" v="342" actId="2696"/>
        <pc:sldMkLst>
          <pc:docMk/>
          <pc:sldMk cId="2606438760" sldId="469"/>
        </pc:sldMkLst>
      </pc:sldChg>
      <pc:sldChg chg="del">
        <pc:chgData name="Tom Hartley" userId="f9a9e95579b5c8ee" providerId="LiveId" clId="{D837B870-E640-4958-B1D4-621B260DE670}" dt="2023-01-04T13:53:11.663" v="342" actId="2696"/>
        <pc:sldMkLst>
          <pc:docMk/>
          <pc:sldMk cId="2148783421" sldId="470"/>
        </pc:sldMkLst>
      </pc:sldChg>
      <pc:sldChg chg="del">
        <pc:chgData name="Tom Hartley" userId="f9a9e95579b5c8ee" providerId="LiveId" clId="{D837B870-E640-4958-B1D4-621B260DE670}" dt="2023-01-04T13:53:11.663" v="342" actId="2696"/>
        <pc:sldMkLst>
          <pc:docMk/>
          <pc:sldMk cId="938178870" sldId="471"/>
        </pc:sldMkLst>
      </pc:sldChg>
      <pc:sldChg chg="del">
        <pc:chgData name="Tom Hartley" userId="f9a9e95579b5c8ee" providerId="LiveId" clId="{D837B870-E640-4958-B1D4-621B260DE670}" dt="2023-01-04T13:53:11.663" v="342" actId="2696"/>
        <pc:sldMkLst>
          <pc:docMk/>
          <pc:sldMk cId="456172601" sldId="472"/>
        </pc:sldMkLst>
      </pc:sldChg>
      <pc:sldChg chg="del">
        <pc:chgData name="Tom Hartley" userId="f9a9e95579b5c8ee" providerId="LiveId" clId="{D837B870-E640-4958-B1D4-621B260DE670}" dt="2023-01-04T13:53:11.663" v="342" actId="2696"/>
        <pc:sldMkLst>
          <pc:docMk/>
          <pc:sldMk cId="1652663833" sldId="473"/>
        </pc:sldMkLst>
      </pc:sldChg>
      <pc:sldChg chg="del">
        <pc:chgData name="Tom Hartley" userId="f9a9e95579b5c8ee" providerId="LiveId" clId="{D837B870-E640-4958-B1D4-621B260DE670}" dt="2023-01-04T13:53:11.663" v="342" actId="2696"/>
        <pc:sldMkLst>
          <pc:docMk/>
          <pc:sldMk cId="2506075810" sldId="474"/>
        </pc:sldMkLst>
      </pc:sldChg>
      <pc:sldChg chg="del">
        <pc:chgData name="Tom Hartley" userId="f9a9e95579b5c8ee" providerId="LiveId" clId="{D837B870-E640-4958-B1D4-621B260DE670}" dt="2023-01-04T13:53:11.663" v="342" actId="2696"/>
        <pc:sldMkLst>
          <pc:docMk/>
          <pc:sldMk cId="25436535" sldId="475"/>
        </pc:sldMkLst>
      </pc:sldChg>
      <pc:sldChg chg="del">
        <pc:chgData name="Tom Hartley" userId="f9a9e95579b5c8ee" providerId="LiveId" clId="{D837B870-E640-4958-B1D4-621B260DE670}" dt="2023-01-04T13:53:11.663" v="342" actId="2696"/>
        <pc:sldMkLst>
          <pc:docMk/>
          <pc:sldMk cId="4031255497" sldId="476"/>
        </pc:sldMkLst>
      </pc:sldChg>
      <pc:sldChg chg="del">
        <pc:chgData name="Tom Hartley" userId="f9a9e95579b5c8ee" providerId="LiveId" clId="{D837B870-E640-4958-B1D4-621B260DE670}" dt="2023-01-04T13:53:11.663" v="342" actId="2696"/>
        <pc:sldMkLst>
          <pc:docMk/>
          <pc:sldMk cId="1844582738" sldId="477"/>
        </pc:sldMkLst>
      </pc:sldChg>
      <pc:sldChg chg="del">
        <pc:chgData name="Tom Hartley" userId="f9a9e95579b5c8ee" providerId="LiveId" clId="{D837B870-E640-4958-B1D4-621B260DE670}" dt="2023-01-04T13:53:11.663" v="342" actId="2696"/>
        <pc:sldMkLst>
          <pc:docMk/>
          <pc:sldMk cId="3078555146" sldId="478"/>
        </pc:sldMkLst>
      </pc:sldChg>
      <pc:sldChg chg="del">
        <pc:chgData name="Tom Hartley" userId="f9a9e95579b5c8ee" providerId="LiveId" clId="{D837B870-E640-4958-B1D4-621B260DE670}" dt="2023-01-04T13:53:11.663" v="342" actId="2696"/>
        <pc:sldMkLst>
          <pc:docMk/>
          <pc:sldMk cId="2048921508" sldId="479"/>
        </pc:sldMkLst>
      </pc:sldChg>
      <pc:sldChg chg="del">
        <pc:chgData name="Tom Hartley" userId="f9a9e95579b5c8ee" providerId="LiveId" clId="{D837B870-E640-4958-B1D4-621B260DE670}" dt="2023-01-04T13:53:11.663" v="342" actId="2696"/>
        <pc:sldMkLst>
          <pc:docMk/>
          <pc:sldMk cId="1987321423" sldId="480"/>
        </pc:sldMkLst>
      </pc:sldChg>
      <pc:sldChg chg="modSp mod">
        <pc:chgData name="Tom Hartley" userId="f9a9e95579b5c8ee" providerId="LiveId" clId="{D837B870-E640-4958-B1D4-621B260DE670}" dt="2023-01-04T13:54:47.894" v="362" actId="20577"/>
        <pc:sldMkLst>
          <pc:docMk/>
          <pc:sldMk cId="1592147557" sldId="485"/>
        </pc:sldMkLst>
        <pc:spChg chg="mod">
          <ac:chgData name="Tom Hartley" userId="f9a9e95579b5c8ee" providerId="LiveId" clId="{D837B870-E640-4958-B1D4-621B260DE670}" dt="2023-01-04T13:54:47.894" v="362" actId="20577"/>
          <ac:spMkLst>
            <pc:docMk/>
            <pc:sldMk cId="1592147557" sldId="485"/>
            <ac:spMk id="3" creationId="{9889CE0A-6A07-8EAC-9035-AE94C5DF4FA7}"/>
          </ac:spMkLst>
        </pc:spChg>
      </pc:sldChg>
      <pc:sldChg chg="del">
        <pc:chgData name="Tom Hartley" userId="f9a9e95579b5c8ee" providerId="LiveId" clId="{D837B870-E640-4958-B1D4-621B260DE670}" dt="2023-01-04T13:53:11.663" v="342" actId="2696"/>
        <pc:sldMkLst>
          <pc:docMk/>
          <pc:sldMk cId="3466019904" sldId="500"/>
        </pc:sldMkLst>
      </pc:sldChg>
      <pc:sldChg chg="del">
        <pc:chgData name="Tom Hartley" userId="f9a9e95579b5c8ee" providerId="LiveId" clId="{D837B870-E640-4958-B1D4-621B260DE670}" dt="2023-01-04T13:53:11.663" v="342" actId="2696"/>
        <pc:sldMkLst>
          <pc:docMk/>
          <pc:sldMk cId="2271874910" sldId="501"/>
        </pc:sldMkLst>
      </pc:sldChg>
      <pc:sldChg chg="del">
        <pc:chgData name="Tom Hartley" userId="f9a9e95579b5c8ee" providerId="LiveId" clId="{D837B870-E640-4958-B1D4-621B260DE670}" dt="2023-01-04T13:53:11.663" v="342" actId="2696"/>
        <pc:sldMkLst>
          <pc:docMk/>
          <pc:sldMk cId="1858918025" sldId="502"/>
        </pc:sldMkLst>
      </pc:sldChg>
      <pc:sldChg chg="addSp modSp new mod">
        <pc:chgData name="Tom Hartley" userId="f9a9e95579b5c8ee" providerId="LiveId" clId="{D837B870-E640-4958-B1D4-621B260DE670}" dt="2023-01-04T14:02:21.509" v="461" actId="1076"/>
        <pc:sldMkLst>
          <pc:docMk/>
          <pc:sldMk cId="3910324181" sldId="503"/>
        </pc:sldMkLst>
        <pc:spChg chg="mod">
          <ac:chgData name="Tom Hartley" userId="f9a9e95579b5c8ee" providerId="LiveId" clId="{D837B870-E640-4958-B1D4-621B260DE670}" dt="2023-01-04T13:59:13.629" v="419" actId="20577"/>
          <ac:spMkLst>
            <pc:docMk/>
            <pc:sldMk cId="3910324181" sldId="503"/>
            <ac:spMk id="2" creationId="{6C038B87-F7FE-9FA8-5A35-F6045FC8D8B6}"/>
          </ac:spMkLst>
        </pc:spChg>
        <pc:spChg chg="mod">
          <ac:chgData name="Tom Hartley" userId="f9a9e95579b5c8ee" providerId="LiveId" clId="{D837B870-E640-4958-B1D4-621B260DE670}" dt="2023-01-04T14:01:14.711" v="425" actId="403"/>
          <ac:spMkLst>
            <pc:docMk/>
            <pc:sldMk cId="3910324181" sldId="503"/>
            <ac:spMk id="3" creationId="{672DE1F7-6C28-F894-09FC-9CC6AF02A350}"/>
          </ac:spMkLst>
        </pc:spChg>
        <pc:spChg chg="add mod">
          <ac:chgData name="Tom Hartley" userId="f9a9e95579b5c8ee" providerId="LiveId" clId="{D837B870-E640-4958-B1D4-621B260DE670}" dt="2023-01-04T14:02:15.159" v="460" actId="13822"/>
          <ac:spMkLst>
            <pc:docMk/>
            <pc:sldMk cId="3910324181" sldId="503"/>
            <ac:spMk id="6" creationId="{FF5B0FF6-28A0-448D-7341-A980120710DF}"/>
          </ac:spMkLst>
        </pc:spChg>
        <pc:spChg chg="add mod">
          <ac:chgData name="Tom Hartley" userId="f9a9e95579b5c8ee" providerId="LiveId" clId="{D837B870-E640-4958-B1D4-621B260DE670}" dt="2023-01-04T14:02:21.509" v="461" actId="1076"/>
          <ac:spMkLst>
            <pc:docMk/>
            <pc:sldMk cId="3910324181" sldId="503"/>
            <ac:spMk id="7" creationId="{C63EE917-3C60-5834-A05A-6AA49DA69E24}"/>
          </ac:spMkLst>
        </pc:spChg>
        <pc:cxnChg chg="add mod">
          <ac:chgData name="Tom Hartley" userId="f9a9e95579b5c8ee" providerId="LiveId" clId="{D837B870-E640-4958-B1D4-621B260DE670}" dt="2023-01-04T14:02:08.249" v="459" actId="692"/>
          <ac:cxnSpMkLst>
            <pc:docMk/>
            <pc:sldMk cId="3910324181" sldId="503"/>
            <ac:cxnSpMk id="5" creationId="{3F1A52D4-9A90-AAB4-2EA8-1B45EDFD265C}"/>
          </ac:cxnSpMkLst>
        </pc:cxnChg>
      </pc:sldChg>
      <pc:sldChg chg="new del">
        <pc:chgData name="Tom Hartley" userId="f9a9e95579b5c8ee" providerId="LiveId" clId="{D837B870-E640-4958-B1D4-621B260DE670}" dt="2023-01-04T13:56:19.699" v="415" actId="2696"/>
        <pc:sldMkLst>
          <pc:docMk/>
          <pc:sldMk cId="273722530" sldId="504"/>
        </pc:sldMkLst>
      </pc:sldChg>
      <pc:sldChg chg="add del">
        <pc:chgData name="Tom Hartley" userId="f9a9e95579b5c8ee" providerId="LiveId" clId="{D837B870-E640-4958-B1D4-621B260DE670}" dt="2023-01-04T14:09:45.010" v="870" actId="47"/>
        <pc:sldMkLst>
          <pc:docMk/>
          <pc:sldMk cId="2945613155" sldId="504"/>
        </pc:sldMkLst>
      </pc:sldChg>
      <pc:sldChg chg="addSp delSp modSp add mod">
        <pc:chgData name="Tom Hartley" userId="f9a9e95579b5c8ee" providerId="LiveId" clId="{D837B870-E640-4958-B1D4-621B260DE670}" dt="2023-01-04T14:09:34.310" v="868" actId="20577"/>
        <pc:sldMkLst>
          <pc:docMk/>
          <pc:sldMk cId="1198491498" sldId="505"/>
        </pc:sldMkLst>
        <pc:spChg chg="mod">
          <ac:chgData name="Tom Hartley" userId="f9a9e95579b5c8ee" providerId="LiveId" clId="{D837B870-E640-4958-B1D4-621B260DE670}" dt="2023-01-04T14:05:22.160" v="469" actId="20577"/>
          <ac:spMkLst>
            <pc:docMk/>
            <pc:sldMk cId="1198491498" sldId="505"/>
            <ac:spMk id="2" creationId="{6C038B87-F7FE-9FA8-5A35-F6045FC8D8B6}"/>
          </ac:spMkLst>
        </pc:spChg>
        <pc:spChg chg="mod">
          <ac:chgData name="Tom Hartley" userId="f9a9e95579b5c8ee" providerId="LiveId" clId="{D837B870-E640-4958-B1D4-621B260DE670}" dt="2023-01-04T14:09:34.310" v="868" actId="20577"/>
          <ac:spMkLst>
            <pc:docMk/>
            <pc:sldMk cId="1198491498" sldId="505"/>
            <ac:spMk id="3" creationId="{672DE1F7-6C28-F894-09FC-9CC6AF02A350}"/>
          </ac:spMkLst>
        </pc:spChg>
        <pc:spChg chg="add del">
          <ac:chgData name="Tom Hartley" userId="f9a9e95579b5c8ee" providerId="LiveId" clId="{D837B870-E640-4958-B1D4-621B260DE670}" dt="2023-01-04T14:08:26.207" v="724"/>
          <ac:spMkLst>
            <pc:docMk/>
            <pc:sldMk cId="1198491498" sldId="505"/>
            <ac:spMk id="4" creationId="{EA6E735D-4E53-D8CF-2C69-FA4EFD7C630A}"/>
          </ac:spMkLst>
        </pc:spChg>
        <pc:spChg chg="add del">
          <ac:chgData name="Tom Hartley" userId="f9a9e95579b5c8ee" providerId="LiveId" clId="{D837B870-E640-4958-B1D4-621B260DE670}" dt="2023-01-04T14:08:37.918" v="737"/>
          <ac:spMkLst>
            <pc:docMk/>
            <pc:sldMk cId="1198491498" sldId="505"/>
            <ac:spMk id="5" creationId="{441CA511-B850-226D-C8E1-455FF2E9ACFD}"/>
          </ac:spMkLst>
        </pc:spChg>
      </pc:sldChg>
      <pc:sldChg chg="modSp add mod">
        <pc:chgData name="Tom Hartley" userId="f9a9e95579b5c8ee" providerId="LiveId" clId="{D837B870-E640-4958-B1D4-621B260DE670}" dt="2023-01-04T14:09:54.327" v="888" actId="20577"/>
        <pc:sldMkLst>
          <pc:docMk/>
          <pc:sldMk cId="2613945278" sldId="506"/>
        </pc:sldMkLst>
        <pc:spChg chg="mod">
          <ac:chgData name="Tom Hartley" userId="f9a9e95579b5c8ee" providerId="LiveId" clId="{D837B870-E640-4958-B1D4-621B260DE670}" dt="2023-01-04T14:09:54.327" v="888" actId="20577"/>
          <ac:spMkLst>
            <pc:docMk/>
            <pc:sldMk cId="2613945278" sldId="506"/>
            <ac:spMk id="3" creationId="{6A8F7ABA-B866-4F3B-B364-216FDD631FF0}"/>
          </ac:spMkLst>
        </pc:spChg>
      </pc:sldChg>
      <pc:sldChg chg="add ord">
        <pc:chgData name="Tom Hartley" userId="f9a9e95579b5c8ee" providerId="LiveId" clId="{D837B870-E640-4958-B1D4-621B260DE670}" dt="2023-03-07T12:41:14.190" v="891"/>
        <pc:sldMkLst>
          <pc:docMk/>
          <pc:sldMk cId="3378665139" sldId="507"/>
        </pc:sldMkLst>
      </pc:sldChg>
      <pc:sldChg chg="add ord">
        <pc:chgData name="Tom Hartley" userId="f9a9e95579b5c8ee" providerId="LiveId" clId="{D837B870-E640-4958-B1D4-621B260DE670}" dt="2023-03-07T12:41:17.927" v="893"/>
        <pc:sldMkLst>
          <pc:docMk/>
          <pc:sldMk cId="1906757687" sldId="509"/>
        </pc:sldMkLst>
      </pc:sldChg>
      <pc:sldChg chg="addSp modSp new mod">
        <pc:chgData name="Tom Hartley" userId="f9a9e95579b5c8ee" providerId="LiveId" clId="{D837B870-E640-4958-B1D4-621B260DE670}" dt="2023-03-07T14:38:42.852" v="1088" actId="20577"/>
        <pc:sldMkLst>
          <pc:docMk/>
          <pc:sldMk cId="2545997116" sldId="510"/>
        </pc:sldMkLst>
        <pc:spChg chg="mod">
          <ac:chgData name="Tom Hartley" userId="f9a9e95579b5c8ee" providerId="LiveId" clId="{D837B870-E640-4958-B1D4-621B260DE670}" dt="2023-03-07T14:38:42.852" v="1088" actId="20577"/>
          <ac:spMkLst>
            <pc:docMk/>
            <pc:sldMk cId="2545997116" sldId="510"/>
            <ac:spMk id="2" creationId="{A874324D-08B8-BDB4-090D-F478E8264826}"/>
          </ac:spMkLst>
        </pc:spChg>
        <pc:spChg chg="add mod">
          <ac:chgData name="Tom Hartley" userId="f9a9e95579b5c8ee" providerId="LiveId" clId="{D837B870-E640-4958-B1D4-621B260DE670}" dt="2023-03-07T14:37:59.241" v="1084" actId="1076"/>
          <ac:spMkLst>
            <pc:docMk/>
            <pc:sldMk cId="2545997116" sldId="510"/>
            <ac:spMk id="4" creationId="{9E7761CE-118A-A77A-A1FA-068167E01559}"/>
          </ac:spMkLst>
        </pc:spChg>
        <pc:spChg chg="add mod">
          <ac:chgData name="Tom Hartley" userId="f9a9e95579b5c8ee" providerId="LiveId" clId="{D837B870-E640-4958-B1D4-621B260DE670}" dt="2023-03-07T14:38:02.730" v="1085" actId="1076"/>
          <ac:spMkLst>
            <pc:docMk/>
            <pc:sldMk cId="2545997116" sldId="510"/>
            <ac:spMk id="5" creationId="{9B5388AD-63F1-5212-1760-6C4952890DA1}"/>
          </ac:spMkLst>
        </pc:spChg>
      </pc:sldChg>
      <pc:sldChg chg="delSp modSp add mod">
        <pc:chgData name="Tom Hartley" userId="f9a9e95579b5c8ee" providerId="LiveId" clId="{D837B870-E640-4958-B1D4-621B260DE670}" dt="2023-03-07T14:42:36.417" v="1130" actId="1076"/>
        <pc:sldMkLst>
          <pc:docMk/>
          <pc:sldMk cId="2587071591" sldId="511"/>
        </pc:sldMkLst>
        <pc:spChg chg="mod">
          <ac:chgData name="Tom Hartley" userId="f9a9e95579b5c8ee" providerId="LiveId" clId="{D837B870-E640-4958-B1D4-621B260DE670}" dt="2023-03-07T14:38:49.824" v="1091" actId="20577"/>
          <ac:spMkLst>
            <pc:docMk/>
            <pc:sldMk cId="2587071591" sldId="511"/>
            <ac:spMk id="2" creationId="{A874324D-08B8-BDB4-090D-F478E8264826}"/>
          </ac:spMkLst>
        </pc:spChg>
        <pc:spChg chg="mod">
          <ac:chgData name="Tom Hartley" userId="f9a9e95579b5c8ee" providerId="LiveId" clId="{D837B870-E640-4958-B1D4-621B260DE670}" dt="2023-03-07T14:42:36.417" v="1130" actId="1076"/>
          <ac:spMkLst>
            <pc:docMk/>
            <pc:sldMk cId="2587071591" sldId="511"/>
            <ac:spMk id="4" creationId="{9E7761CE-118A-A77A-A1FA-068167E01559}"/>
          </ac:spMkLst>
        </pc:spChg>
        <pc:spChg chg="del">
          <ac:chgData name="Tom Hartley" userId="f9a9e95579b5c8ee" providerId="LiveId" clId="{D837B870-E640-4958-B1D4-621B260DE670}" dt="2023-03-07T14:40:37.719" v="1093" actId="478"/>
          <ac:spMkLst>
            <pc:docMk/>
            <pc:sldMk cId="2587071591" sldId="511"/>
            <ac:spMk id="5" creationId="{9B5388AD-63F1-5212-1760-6C4952890DA1}"/>
          </ac:spMkLst>
        </pc:spChg>
      </pc:sldChg>
    </pc:docChg>
  </pc:docChgLst>
  <pc:docChgLst>
    <pc:chgData name="Tom Hartley" userId="f9a9e95579b5c8ee" providerId="LiveId" clId="{3412CA95-671A-4219-85EA-F065EC7410CD}"/>
    <pc:docChg chg="custSel addSld delSld modSld sldOrd">
      <pc:chgData name="Tom Hartley" userId="f9a9e95579b5c8ee" providerId="LiveId" clId="{3412CA95-671A-4219-85EA-F065EC7410CD}" dt="2020-07-13T19:53:50.859" v="306" actId="113"/>
      <pc:docMkLst>
        <pc:docMk/>
      </pc:docMkLst>
      <pc:sldChg chg="modSp">
        <pc:chgData name="Tom Hartley" userId="f9a9e95579b5c8ee" providerId="LiveId" clId="{3412CA95-671A-4219-85EA-F065EC7410CD}" dt="2020-07-13T16:26:20.952" v="43" actId="20577"/>
        <pc:sldMkLst>
          <pc:docMk/>
          <pc:sldMk cId="367599832" sldId="256"/>
        </pc:sldMkLst>
        <pc:spChg chg="mod">
          <ac:chgData name="Tom Hartley" userId="f9a9e95579b5c8ee" providerId="LiveId" clId="{3412CA95-671A-4219-85EA-F065EC7410CD}" dt="2020-07-13T16:26:20.952" v="43" actId="20577"/>
          <ac:spMkLst>
            <pc:docMk/>
            <pc:sldMk cId="367599832" sldId="256"/>
            <ac:spMk id="3" creationId="{00000000-0000-0000-0000-000000000000}"/>
          </ac:spMkLst>
        </pc:spChg>
      </pc:sldChg>
      <pc:sldChg chg="modSp">
        <pc:chgData name="Tom Hartley" userId="f9a9e95579b5c8ee" providerId="LiveId" clId="{3412CA95-671A-4219-85EA-F065EC7410CD}" dt="2020-07-13T16:27:55.541" v="105" actId="20577"/>
        <pc:sldMkLst>
          <pc:docMk/>
          <pc:sldMk cId="2579396489" sldId="257"/>
        </pc:sldMkLst>
        <pc:spChg chg="mod">
          <ac:chgData name="Tom Hartley" userId="f9a9e95579b5c8ee" providerId="LiveId" clId="{3412CA95-671A-4219-85EA-F065EC7410CD}" dt="2020-07-13T16:27:55.541" v="105" actId="20577"/>
          <ac:spMkLst>
            <pc:docMk/>
            <pc:sldMk cId="2579396489" sldId="257"/>
            <ac:spMk id="3" creationId="{00000000-0000-0000-0000-000000000000}"/>
          </ac:spMkLst>
        </pc:spChg>
      </pc:sldChg>
      <pc:sldChg chg="modSp ord">
        <pc:chgData name="Tom Hartley" userId="f9a9e95579b5c8ee" providerId="LiveId" clId="{3412CA95-671A-4219-85EA-F065EC7410CD}" dt="2020-07-13T19:52:12.759" v="236"/>
        <pc:sldMkLst>
          <pc:docMk/>
          <pc:sldMk cId="3984578066" sldId="315"/>
        </pc:sldMkLst>
        <pc:spChg chg="mod">
          <ac:chgData name="Tom Hartley" userId="f9a9e95579b5c8ee" providerId="LiveId" clId="{3412CA95-671A-4219-85EA-F065EC7410CD}" dt="2020-07-13T19:52:10.248" v="235" actId="27636"/>
          <ac:spMkLst>
            <pc:docMk/>
            <pc:sldMk cId="3984578066" sldId="315"/>
            <ac:spMk id="3" creationId="{00000000-0000-0000-0000-000000000000}"/>
          </ac:spMkLst>
        </pc:spChg>
      </pc:sldChg>
      <pc:sldChg chg="del">
        <pc:chgData name="Tom Hartley" userId="f9a9e95579b5c8ee" providerId="LiveId" clId="{3412CA95-671A-4219-85EA-F065EC7410CD}" dt="2020-07-13T19:52:29.417" v="240" actId="2696"/>
        <pc:sldMkLst>
          <pc:docMk/>
          <pc:sldMk cId="3707045471" sldId="316"/>
        </pc:sldMkLst>
      </pc:sldChg>
      <pc:sldChg chg="modSp ord">
        <pc:chgData name="Tom Hartley" userId="f9a9e95579b5c8ee" providerId="LiveId" clId="{3412CA95-671A-4219-85EA-F065EC7410CD}" dt="2020-07-13T19:52:40.384" v="242" actId="20577"/>
        <pc:sldMkLst>
          <pc:docMk/>
          <pc:sldMk cId="3246675837" sldId="338"/>
        </pc:sldMkLst>
        <pc:spChg chg="mod">
          <ac:chgData name="Tom Hartley" userId="f9a9e95579b5c8ee" providerId="LiveId" clId="{3412CA95-671A-4219-85EA-F065EC7410CD}" dt="2020-07-13T19:52:40.384" v="242" actId="20577"/>
          <ac:spMkLst>
            <pc:docMk/>
            <pc:sldMk cId="3246675837" sldId="338"/>
            <ac:spMk id="3" creationId="{43B0F680-B6C8-4E2F-A37B-81E9794C149B}"/>
          </ac:spMkLst>
        </pc:spChg>
      </pc:sldChg>
      <pc:sldChg chg="del">
        <pc:chgData name="Tom Hartley" userId="f9a9e95579b5c8ee" providerId="LiveId" clId="{3412CA95-671A-4219-85EA-F065EC7410CD}" dt="2020-07-13T19:52:29.424" v="241" actId="2696"/>
        <pc:sldMkLst>
          <pc:docMk/>
          <pc:sldMk cId="4187159100" sldId="348"/>
        </pc:sldMkLst>
      </pc:sldChg>
      <pc:sldChg chg="modSp add">
        <pc:chgData name="Tom Hartley" userId="f9a9e95579b5c8ee" providerId="LiveId" clId="{3412CA95-671A-4219-85EA-F065EC7410CD}" dt="2020-07-13T16:28:17.742" v="106" actId="20577"/>
        <pc:sldMkLst>
          <pc:docMk/>
          <pc:sldMk cId="1342545484" sldId="349"/>
        </pc:sldMkLst>
        <pc:spChg chg="mod">
          <ac:chgData name="Tom Hartley" userId="f9a9e95579b5c8ee" providerId="LiveId" clId="{3412CA95-671A-4219-85EA-F065EC7410CD}" dt="2020-07-13T16:27:31.303" v="102" actId="20577"/>
          <ac:spMkLst>
            <pc:docMk/>
            <pc:sldMk cId="1342545484" sldId="349"/>
            <ac:spMk id="2" creationId="{B0A9177B-A1C8-4601-8DBA-203D73BD958B}"/>
          </ac:spMkLst>
        </pc:spChg>
        <pc:spChg chg="mod">
          <ac:chgData name="Tom Hartley" userId="f9a9e95579b5c8ee" providerId="LiveId" clId="{3412CA95-671A-4219-85EA-F065EC7410CD}" dt="2020-07-13T16:28:17.742" v="106" actId="20577"/>
          <ac:spMkLst>
            <pc:docMk/>
            <pc:sldMk cId="1342545484" sldId="349"/>
            <ac:spMk id="3" creationId="{F117B49B-7C8F-4104-870D-5441AACD8C53}"/>
          </ac:spMkLst>
        </pc:spChg>
      </pc:sldChg>
      <pc:sldChg chg="modSp add">
        <pc:chgData name="Tom Hartley" userId="f9a9e95579b5c8ee" providerId="LiveId" clId="{3412CA95-671A-4219-85EA-F065EC7410CD}" dt="2020-07-13T16:28:39.278" v="108"/>
        <pc:sldMkLst>
          <pc:docMk/>
          <pc:sldMk cId="1904537840" sldId="350"/>
        </pc:sldMkLst>
        <pc:spChg chg="mod">
          <ac:chgData name="Tom Hartley" userId="f9a9e95579b5c8ee" providerId="LiveId" clId="{3412CA95-671A-4219-85EA-F065EC7410CD}" dt="2020-07-13T16:28:33.936" v="107"/>
          <ac:spMkLst>
            <pc:docMk/>
            <pc:sldMk cId="1904537840" sldId="350"/>
            <ac:spMk id="2" creationId="{B0A9177B-A1C8-4601-8DBA-203D73BD958B}"/>
          </ac:spMkLst>
        </pc:spChg>
        <pc:spChg chg="mod">
          <ac:chgData name="Tom Hartley" userId="f9a9e95579b5c8ee" providerId="LiveId" clId="{3412CA95-671A-4219-85EA-F065EC7410CD}" dt="2020-07-13T16:28:39.278" v="108"/>
          <ac:spMkLst>
            <pc:docMk/>
            <pc:sldMk cId="1904537840" sldId="350"/>
            <ac:spMk id="3" creationId="{F117B49B-7C8F-4104-870D-5441AACD8C53}"/>
          </ac:spMkLst>
        </pc:spChg>
      </pc:sldChg>
      <pc:sldChg chg="addSp modSp add">
        <pc:chgData name="Tom Hartley" userId="f9a9e95579b5c8ee" providerId="LiveId" clId="{3412CA95-671A-4219-85EA-F065EC7410CD}" dt="2020-07-13T16:30:38.678" v="135" actId="1076"/>
        <pc:sldMkLst>
          <pc:docMk/>
          <pc:sldMk cId="204047847" sldId="351"/>
        </pc:sldMkLst>
        <pc:spChg chg="mod">
          <ac:chgData name="Tom Hartley" userId="f9a9e95579b5c8ee" providerId="LiveId" clId="{3412CA95-671A-4219-85EA-F065EC7410CD}" dt="2020-07-13T16:29:45.774" v="109"/>
          <ac:spMkLst>
            <pc:docMk/>
            <pc:sldMk cId="204047847" sldId="351"/>
            <ac:spMk id="2" creationId="{B0A9177B-A1C8-4601-8DBA-203D73BD958B}"/>
          </ac:spMkLst>
        </pc:spChg>
        <pc:spChg chg="mod">
          <ac:chgData name="Tom Hartley" userId="f9a9e95579b5c8ee" providerId="LiveId" clId="{3412CA95-671A-4219-85EA-F065EC7410CD}" dt="2020-07-13T16:29:50.891" v="110"/>
          <ac:spMkLst>
            <pc:docMk/>
            <pc:sldMk cId="204047847" sldId="351"/>
            <ac:spMk id="3" creationId="{F117B49B-7C8F-4104-870D-5441AACD8C53}"/>
          </ac:spMkLst>
        </pc:spChg>
        <pc:spChg chg="add mod">
          <ac:chgData name="Tom Hartley" userId="f9a9e95579b5c8ee" providerId="LiveId" clId="{3412CA95-671A-4219-85EA-F065EC7410CD}" dt="2020-07-13T16:30:38.678" v="135" actId="1076"/>
          <ac:spMkLst>
            <pc:docMk/>
            <pc:sldMk cId="204047847" sldId="351"/>
            <ac:spMk id="4" creationId="{6282E9C1-1C4E-4B7D-8EE5-C381E41D4344}"/>
          </ac:spMkLst>
        </pc:spChg>
      </pc:sldChg>
      <pc:sldChg chg="del">
        <pc:chgData name="Tom Hartley" userId="f9a9e95579b5c8ee" providerId="LiveId" clId="{3412CA95-671A-4219-85EA-F065EC7410CD}" dt="2020-07-13T16:26:37.473" v="46" actId="2696"/>
        <pc:sldMkLst>
          <pc:docMk/>
          <pc:sldMk cId="4286743594" sldId="351"/>
        </pc:sldMkLst>
      </pc:sldChg>
      <pc:sldChg chg="addSp modSp add">
        <pc:chgData name="Tom Hartley" userId="f9a9e95579b5c8ee" providerId="LiveId" clId="{3412CA95-671A-4219-85EA-F065EC7410CD}" dt="2020-07-13T16:31:38.069" v="139" actId="1076"/>
        <pc:sldMkLst>
          <pc:docMk/>
          <pc:sldMk cId="2980281637" sldId="352"/>
        </pc:sldMkLst>
        <pc:spChg chg="mod">
          <ac:chgData name="Tom Hartley" userId="f9a9e95579b5c8ee" providerId="LiveId" clId="{3412CA95-671A-4219-85EA-F065EC7410CD}" dt="2020-07-13T16:31:23.587" v="136"/>
          <ac:spMkLst>
            <pc:docMk/>
            <pc:sldMk cId="2980281637" sldId="352"/>
            <ac:spMk id="2" creationId="{B0A9177B-A1C8-4601-8DBA-203D73BD958B}"/>
          </ac:spMkLst>
        </pc:spChg>
        <pc:spChg chg="mod">
          <ac:chgData name="Tom Hartley" userId="f9a9e95579b5c8ee" providerId="LiveId" clId="{3412CA95-671A-4219-85EA-F065EC7410CD}" dt="2020-07-13T16:31:29.393" v="137"/>
          <ac:spMkLst>
            <pc:docMk/>
            <pc:sldMk cId="2980281637" sldId="352"/>
            <ac:spMk id="3" creationId="{F117B49B-7C8F-4104-870D-5441AACD8C53}"/>
          </ac:spMkLst>
        </pc:spChg>
        <pc:spChg chg="add mod">
          <ac:chgData name="Tom Hartley" userId="f9a9e95579b5c8ee" providerId="LiveId" clId="{3412CA95-671A-4219-85EA-F065EC7410CD}" dt="2020-07-13T16:31:38.069" v="139" actId="1076"/>
          <ac:spMkLst>
            <pc:docMk/>
            <pc:sldMk cId="2980281637" sldId="352"/>
            <ac:spMk id="5" creationId="{C252C4A9-72D4-4CC8-8D3D-B26FB74B35E4}"/>
          </ac:spMkLst>
        </pc:spChg>
        <pc:picChg chg="add mod">
          <ac:chgData name="Tom Hartley" userId="f9a9e95579b5c8ee" providerId="LiveId" clId="{3412CA95-671A-4219-85EA-F065EC7410CD}" dt="2020-07-13T16:31:38.069" v="139" actId="1076"/>
          <ac:picMkLst>
            <pc:docMk/>
            <pc:sldMk cId="2980281637" sldId="352"/>
            <ac:picMk id="4" creationId="{39666A87-EC26-4463-AB20-1380D16B070D}"/>
          </ac:picMkLst>
        </pc:picChg>
      </pc:sldChg>
      <pc:sldChg chg="del">
        <pc:chgData name="Tom Hartley" userId="f9a9e95579b5c8ee" providerId="LiveId" clId="{3412CA95-671A-4219-85EA-F065EC7410CD}" dt="2020-07-13T16:26:37.480" v="47" actId="2696"/>
        <pc:sldMkLst>
          <pc:docMk/>
          <pc:sldMk cId="704829092" sldId="353"/>
        </pc:sldMkLst>
      </pc:sldChg>
      <pc:sldChg chg="modSp add">
        <pc:chgData name="Tom Hartley" userId="f9a9e95579b5c8ee" providerId="LiveId" clId="{3412CA95-671A-4219-85EA-F065EC7410CD}" dt="2020-07-13T16:32:52.344" v="143" actId="20577"/>
        <pc:sldMkLst>
          <pc:docMk/>
          <pc:sldMk cId="2312170804" sldId="353"/>
        </pc:sldMkLst>
        <pc:spChg chg="mod">
          <ac:chgData name="Tom Hartley" userId="f9a9e95579b5c8ee" providerId="LiveId" clId="{3412CA95-671A-4219-85EA-F065EC7410CD}" dt="2020-07-13T16:32:17.363" v="140"/>
          <ac:spMkLst>
            <pc:docMk/>
            <pc:sldMk cId="2312170804" sldId="353"/>
            <ac:spMk id="2" creationId="{B0A9177B-A1C8-4601-8DBA-203D73BD958B}"/>
          </ac:spMkLst>
        </pc:spChg>
        <pc:spChg chg="mod">
          <ac:chgData name="Tom Hartley" userId="f9a9e95579b5c8ee" providerId="LiveId" clId="{3412CA95-671A-4219-85EA-F065EC7410CD}" dt="2020-07-13T16:32:52.344" v="143" actId="20577"/>
          <ac:spMkLst>
            <pc:docMk/>
            <pc:sldMk cId="2312170804" sldId="353"/>
            <ac:spMk id="3" creationId="{F117B49B-7C8F-4104-870D-5441AACD8C53}"/>
          </ac:spMkLst>
        </pc:spChg>
      </pc:sldChg>
      <pc:sldChg chg="del">
        <pc:chgData name="Tom Hartley" userId="f9a9e95579b5c8ee" providerId="LiveId" clId="{3412CA95-671A-4219-85EA-F065EC7410CD}" dt="2020-07-13T16:26:37.488" v="48" actId="2696"/>
        <pc:sldMkLst>
          <pc:docMk/>
          <pc:sldMk cId="498038225" sldId="354"/>
        </pc:sldMkLst>
      </pc:sldChg>
      <pc:sldChg chg="addSp modSp add">
        <pc:chgData name="Tom Hartley" userId="f9a9e95579b5c8ee" providerId="LiveId" clId="{3412CA95-671A-4219-85EA-F065EC7410CD}" dt="2020-07-13T19:45:18.855" v="173" actId="1076"/>
        <pc:sldMkLst>
          <pc:docMk/>
          <pc:sldMk cId="3946846581" sldId="354"/>
        </pc:sldMkLst>
        <pc:spChg chg="mod">
          <ac:chgData name="Tom Hartley" userId="f9a9e95579b5c8ee" providerId="LiveId" clId="{3412CA95-671A-4219-85EA-F065EC7410CD}" dt="2020-07-13T19:44:35.410" v="144"/>
          <ac:spMkLst>
            <pc:docMk/>
            <pc:sldMk cId="3946846581" sldId="354"/>
            <ac:spMk id="2" creationId="{B0A9177B-A1C8-4601-8DBA-203D73BD958B}"/>
          </ac:spMkLst>
        </pc:spChg>
        <pc:spChg chg="mod">
          <ac:chgData name="Tom Hartley" userId="f9a9e95579b5c8ee" providerId="LiveId" clId="{3412CA95-671A-4219-85EA-F065EC7410CD}" dt="2020-07-13T19:44:42.315" v="145"/>
          <ac:spMkLst>
            <pc:docMk/>
            <pc:sldMk cId="3946846581" sldId="354"/>
            <ac:spMk id="3" creationId="{F117B49B-7C8F-4104-870D-5441AACD8C53}"/>
          </ac:spMkLst>
        </pc:spChg>
        <pc:spChg chg="add mod">
          <ac:chgData name="Tom Hartley" userId="f9a9e95579b5c8ee" providerId="LiveId" clId="{3412CA95-671A-4219-85EA-F065EC7410CD}" dt="2020-07-13T19:45:18.855" v="173" actId="1076"/>
          <ac:spMkLst>
            <pc:docMk/>
            <pc:sldMk cId="3946846581" sldId="354"/>
            <ac:spMk id="4" creationId="{7D481172-F712-4E90-9F06-B60A01CA1270}"/>
          </ac:spMkLst>
        </pc:spChg>
      </pc:sldChg>
      <pc:sldChg chg="del">
        <pc:chgData name="Tom Hartley" userId="f9a9e95579b5c8ee" providerId="LiveId" clId="{3412CA95-671A-4219-85EA-F065EC7410CD}" dt="2020-07-13T16:26:37.524" v="51" actId="2696"/>
        <pc:sldMkLst>
          <pc:docMk/>
          <pc:sldMk cId="2818484585" sldId="355"/>
        </pc:sldMkLst>
      </pc:sldChg>
      <pc:sldChg chg="modSp add">
        <pc:chgData name="Tom Hartley" userId="f9a9e95579b5c8ee" providerId="LiveId" clId="{3412CA95-671A-4219-85EA-F065EC7410CD}" dt="2020-07-13T19:46:12.425" v="175"/>
        <pc:sldMkLst>
          <pc:docMk/>
          <pc:sldMk cId="4061125265" sldId="355"/>
        </pc:sldMkLst>
        <pc:spChg chg="mod">
          <ac:chgData name="Tom Hartley" userId="f9a9e95579b5c8ee" providerId="LiveId" clId="{3412CA95-671A-4219-85EA-F065EC7410CD}" dt="2020-07-13T19:46:06.611" v="174"/>
          <ac:spMkLst>
            <pc:docMk/>
            <pc:sldMk cId="4061125265" sldId="355"/>
            <ac:spMk id="2" creationId="{B0A9177B-A1C8-4601-8DBA-203D73BD958B}"/>
          </ac:spMkLst>
        </pc:spChg>
        <pc:spChg chg="mod">
          <ac:chgData name="Tom Hartley" userId="f9a9e95579b5c8ee" providerId="LiveId" clId="{3412CA95-671A-4219-85EA-F065EC7410CD}" dt="2020-07-13T19:46:12.425" v="175"/>
          <ac:spMkLst>
            <pc:docMk/>
            <pc:sldMk cId="4061125265" sldId="355"/>
            <ac:spMk id="3" creationId="{F117B49B-7C8F-4104-870D-5441AACD8C53}"/>
          </ac:spMkLst>
        </pc:spChg>
      </pc:sldChg>
      <pc:sldChg chg="add del">
        <pc:chgData name="Tom Hartley" userId="f9a9e95579b5c8ee" providerId="LiveId" clId="{3412CA95-671A-4219-85EA-F065EC7410CD}" dt="2020-07-13T19:52:29.407" v="238" actId="2696"/>
        <pc:sldMkLst>
          <pc:docMk/>
          <pc:sldMk cId="653375441" sldId="356"/>
        </pc:sldMkLst>
      </pc:sldChg>
      <pc:sldChg chg="del">
        <pc:chgData name="Tom Hartley" userId="f9a9e95579b5c8ee" providerId="LiveId" clId="{3412CA95-671A-4219-85EA-F065EC7410CD}" dt="2020-07-13T16:26:37.537" v="52" actId="2696"/>
        <pc:sldMkLst>
          <pc:docMk/>
          <pc:sldMk cId="1260889030" sldId="356"/>
        </pc:sldMkLst>
      </pc:sldChg>
      <pc:sldChg chg="del">
        <pc:chgData name="Tom Hartley" userId="f9a9e95579b5c8ee" providerId="LiveId" clId="{3412CA95-671A-4219-85EA-F065EC7410CD}" dt="2020-07-13T16:26:37.577" v="57" actId="2696"/>
        <pc:sldMkLst>
          <pc:docMk/>
          <pc:sldMk cId="326424162" sldId="357"/>
        </pc:sldMkLst>
      </pc:sldChg>
      <pc:sldChg chg="add del">
        <pc:chgData name="Tom Hartley" userId="f9a9e95579b5c8ee" providerId="LiveId" clId="{3412CA95-671A-4219-85EA-F065EC7410CD}" dt="2020-07-13T19:52:29.411" v="239" actId="2696"/>
        <pc:sldMkLst>
          <pc:docMk/>
          <pc:sldMk cId="2063097223" sldId="357"/>
        </pc:sldMkLst>
      </pc:sldChg>
      <pc:sldChg chg="addSp modSp add">
        <pc:chgData name="Tom Hartley" userId="f9a9e95579b5c8ee" providerId="LiveId" clId="{3412CA95-671A-4219-85EA-F065EC7410CD}" dt="2020-07-13T19:48:16.144" v="192" actId="27636"/>
        <pc:sldMkLst>
          <pc:docMk/>
          <pc:sldMk cId="831540997" sldId="358"/>
        </pc:sldMkLst>
        <pc:spChg chg="mod">
          <ac:chgData name="Tom Hartley" userId="f9a9e95579b5c8ee" providerId="LiveId" clId="{3412CA95-671A-4219-85EA-F065EC7410CD}" dt="2020-07-13T19:46:56.461" v="180"/>
          <ac:spMkLst>
            <pc:docMk/>
            <pc:sldMk cId="831540997" sldId="358"/>
            <ac:spMk id="2" creationId="{B0A9177B-A1C8-4601-8DBA-203D73BD958B}"/>
          </ac:spMkLst>
        </pc:spChg>
        <pc:spChg chg="mod">
          <ac:chgData name="Tom Hartley" userId="f9a9e95579b5c8ee" providerId="LiveId" clId="{3412CA95-671A-4219-85EA-F065EC7410CD}" dt="2020-07-13T19:48:16.144" v="192" actId="27636"/>
          <ac:spMkLst>
            <pc:docMk/>
            <pc:sldMk cId="831540997" sldId="358"/>
            <ac:spMk id="3" creationId="{F117B49B-7C8F-4104-870D-5441AACD8C53}"/>
          </ac:spMkLst>
        </pc:spChg>
        <pc:spChg chg="add mod">
          <ac:chgData name="Tom Hartley" userId="f9a9e95579b5c8ee" providerId="LiveId" clId="{3412CA95-671A-4219-85EA-F065EC7410CD}" dt="2020-07-13T19:48:12.703" v="190" actId="1076"/>
          <ac:spMkLst>
            <pc:docMk/>
            <pc:sldMk cId="831540997" sldId="358"/>
            <ac:spMk id="4" creationId="{29FE3883-3FB8-4A77-82CB-3FCAB094609C}"/>
          </ac:spMkLst>
        </pc:spChg>
      </pc:sldChg>
      <pc:sldChg chg="del">
        <pc:chgData name="Tom Hartley" userId="f9a9e95579b5c8ee" providerId="LiveId" clId="{3412CA95-671A-4219-85EA-F065EC7410CD}" dt="2020-07-13T16:26:37.500" v="49" actId="2696"/>
        <pc:sldMkLst>
          <pc:docMk/>
          <pc:sldMk cId="3866931928" sldId="358"/>
        </pc:sldMkLst>
      </pc:sldChg>
      <pc:sldChg chg="del">
        <pc:chgData name="Tom Hartley" userId="f9a9e95579b5c8ee" providerId="LiveId" clId="{3412CA95-671A-4219-85EA-F065EC7410CD}" dt="2020-07-13T16:26:37.511" v="50" actId="2696"/>
        <pc:sldMkLst>
          <pc:docMk/>
          <pc:sldMk cId="281819022" sldId="359"/>
        </pc:sldMkLst>
      </pc:sldChg>
      <pc:sldChg chg="addSp modSp add">
        <pc:chgData name="Tom Hartley" userId="f9a9e95579b5c8ee" providerId="LiveId" clId="{3412CA95-671A-4219-85EA-F065EC7410CD}" dt="2020-07-13T19:50:06.682" v="217" actId="20577"/>
        <pc:sldMkLst>
          <pc:docMk/>
          <pc:sldMk cId="2983269856" sldId="359"/>
        </pc:sldMkLst>
        <pc:spChg chg="mod">
          <ac:chgData name="Tom Hartley" userId="f9a9e95579b5c8ee" providerId="LiveId" clId="{3412CA95-671A-4219-85EA-F065EC7410CD}" dt="2020-07-13T19:48:52.299" v="193"/>
          <ac:spMkLst>
            <pc:docMk/>
            <pc:sldMk cId="2983269856" sldId="359"/>
            <ac:spMk id="2" creationId="{B0A9177B-A1C8-4601-8DBA-203D73BD958B}"/>
          </ac:spMkLst>
        </pc:spChg>
        <pc:spChg chg="mod">
          <ac:chgData name="Tom Hartley" userId="f9a9e95579b5c8ee" providerId="LiveId" clId="{3412CA95-671A-4219-85EA-F065EC7410CD}" dt="2020-07-13T19:50:06.682" v="217" actId="20577"/>
          <ac:spMkLst>
            <pc:docMk/>
            <pc:sldMk cId="2983269856" sldId="359"/>
            <ac:spMk id="3" creationId="{F117B49B-7C8F-4104-870D-5441AACD8C53}"/>
          </ac:spMkLst>
        </pc:spChg>
        <pc:spChg chg="add mod">
          <ac:chgData name="Tom Hartley" userId="f9a9e95579b5c8ee" providerId="LiveId" clId="{3412CA95-671A-4219-85EA-F065EC7410CD}" dt="2020-07-13T19:49:39.207" v="216" actId="1076"/>
          <ac:spMkLst>
            <pc:docMk/>
            <pc:sldMk cId="2983269856" sldId="359"/>
            <ac:spMk id="5" creationId="{4D8C1559-F5B9-428B-910B-5431BE15AD06}"/>
          </ac:spMkLst>
        </pc:spChg>
        <pc:picChg chg="add mod">
          <ac:chgData name="Tom Hartley" userId="f9a9e95579b5c8ee" providerId="LiveId" clId="{3412CA95-671A-4219-85EA-F065EC7410CD}" dt="2020-07-13T19:49:06.209" v="196" actId="1076"/>
          <ac:picMkLst>
            <pc:docMk/>
            <pc:sldMk cId="2983269856" sldId="359"/>
            <ac:picMk id="4" creationId="{016D2296-86D7-4D88-A37A-43D33F553F68}"/>
          </ac:picMkLst>
        </pc:picChg>
      </pc:sldChg>
      <pc:sldChg chg="del">
        <pc:chgData name="Tom Hartley" userId="f9a9e95579b5c8ee" providerId="LiveId" clId="{3412CA95-671A-4219-85EA-F065EC7410CD}" dt="2020-07-13T16:26:37.555" v="54" actId="2696"/>
        <pc:sldMkLst>
          <pc:docMk/>
          <pc:sldMk cId="1780606222" sldId="360"/>
        </pc:sldMkLst>
      </pc:sldChg>
      <pc:sldChg chg="addSp modSp add">
        <pc:chgData name="Tom Hartley" userId="f9a9e95579b5c8ee" providerId="LiveId" clId="{3412CA95-671A-4219-85EA-F065EC7410CD}" dt="2020-07-13T19:51:02.234" v="229" actId="14100"/>
        <pc:sldMkLst>
          <pc:docMk/>
          <pc:sldMk cId="2531268729" sldId="360"/>
        </pc:sldMkLst>
        <pc:spChg chg="mod">
          <ac:chgData name="Tom Hartley" userId="f9a9e95579b5c8ee" providerId="LiveId" clId="{3412CA95-671A-4219-85EA-F065EC7410CD}" dt="2020-07-13T19:50:15.488" v="218"/>
          <ac:spMkLst>
            <pc:docMk/>
            <pc:sldMk cId="2531268729" sldId="360"/>
            <ac:spMk id="2" creationId="{B0A9177B-A1C8-4601-8DBA-203D73BD958B}"/>
          </ac:spMkLst>
        </pc:spChg>
        <pc:spChg chg="mod">
          <ac:chgData name="Tom Hartley" userId="f9a9e95579b5c8ee" providerId="LiveId" clId="{3412CA95-671A-4219-85EA-F065EC7410CD}" dt="2020-07-13T19:50:35.795" v="223" actId="14100"/>
          <ac:spMkLst>
            <pc:docMk/>
            <pc:sldMk cId="2531268729" sldId="360"/>
            <ac:spMk id="3" creationId="{F117B49B-7C8F-4104-870D-5441AACD8C53}"/>
          </ac:spMkLst>
        </pc:spChg>
        <pc:spChg chg="add mod">
          <ac:chgData name="Tom Hartley" userId="f9a9e95579b5c8ee" providerId="LiveId" clId="{3412CA95-671A-4219-85EA-F065EC7410CD}" dt="2020-07-13T19:51:02.234" v="229" actId="14100"/>
          <ac:spMkLst>
            <pc:docMk/>
            <pc:sldMk cId="2531268729" sldId="360"/>
            <ac:spMk id="4" creationId="{D13F99B5-B3C5-4B33-ACB6-2A35838B5DFE}"/>
          </ac:spMkLst>
        </pc:spChg>
        <pc:cxnChg chg="add mod">
          <ac:chgData name="Tom Hartley" userId="f9a9e95579b5c8ee" providerId="LiveId" clId="{3412CA95-671A-4219-85EA-F065EC7410CD}" dt="2020-07-13T19:50:47.336" v="226" actId="14100"/>
          <ac:cxnSpMkLst>
            <pc:docMk/>
            <pc:sldMk cId="2531268729" sldId="360"/>
            <ac:cxnSpMk id="5" creationId="{05D6D464-EBF8-43A1-803D-9453FF8983B1}"/>
          </ac:cxnSpMkLst>
        </pc:cxnChg>
      </pc:sldChg>
      <pc:sldChg chg="modSp add">
        <pc:chgData name="Tom Hartley" userId="f9a9e95579b5c8ee" providerId="LiveId" clId="{3412CA95-671A-4219-85EA-F065EC7410CD}" dt="2020-07-13T19:51:51.599" v="233" actId="113"/>
        <pc:sldMkLst>
          <pc:docMk/>
          <pc:sldMk cId="1813350135" sldId="361"/>
        </pc:sldMkLst>
        <pc:spChg chg="mod">
          <ac:chgData name="Tom Hartley" userId="f9a9e95579b5c8ee" providerId="LiveId" clId="{3412CA95-671A-4219-85EA-F065EC7410CD}" dt="2020-07-13T19:51:40.402" v="230"/>
          <ac:spMkLst>
            <pc:docMk/>
            <pc:sldMk cId="1813350135" sldId="361"/>
            <ac:spMk id="2" creationId="{B0A9177B-A1C8-4601-8DBA-203D73BD958B}"/>
          </ac:spMkLst>
        </pc:spChg>
        <pc:spChg chg="mod">
          <ac:chgData name="Tom Hartley" userId="f9a9e95579b5c8ee" providerId="LiveId" clId="{3412CA95-671A-4219-85EA-F065EC7410CD}" dt="2020-07-13T19:51:51.599" v="233" actId="113"/>
          <ac:spMkLst>
            <pc:docMk/>
            <pc:sldMk cId="1813350135" sldId="361"/>
            <ac:spMk id="3" creationId="{F117B49B-7C8F-4104-870D-5441AACD8C53}"/>
          </ac:spMkLst>
        </pc:spChg>
      </pc:sldChg>
      <pc:sldChg chg="del">
        <pc:chgData name="Tom Hartley" userId="f9a9e95579b5c8ee" providerId="LiveId" clId="{3412CA95-671A-4219-85EA-F065EC7410CD}" dt="2020-07-13T16:26:37.561" v="55" actId="2696"/>
        <pc:sldMkLst>
          <pc:docMk/>
          <pc:sldMk cId="3418217838" sldId="361"/>
        </pc:sldMkLst>
      </pc:sldChg>
      <pc:sldChg chg="del">
        <pc:chgData name="Tom Hartley" userId="f9a9e95579b5c8ee" providerId="LiveId" clId="{3412CA95-671A-4219-85EA-F065EC7410CD}" dt="2020-07-13T16:26:37.568" v="56" actId="2696"/>
        <pc:sldMkLst>
          <pc:docMk/>
          <pc:sldMk cId="3994965253" sldId="362"/>
        </pc:sldMkLst>
      </pc:sldChg>
      <pc:sldChg chg="del">
        <pc:chgData name="Tom Hartley" userId="f9a9e95579b5c8ee" providerId="LiveId" clId="{3412CA95-671A-4219-85EA-F065EC7410CD}" dt="2020-07-13T16:26:37.549" v="53" actId="2696"/>
        <pc:sldMkLst>
          <pc:docMk/>
          <pc:sldMk cId="1046029448" sldId="363"/>
        </pc:sldMkLst>
      </pc:sldChg>
      <pc:sldChg chg="del">
        <pc:chgData name="Tom Hartley" userId="f9a9e95579b5c8ee" providerId="LiveId" clId="{3412CA95-671A-4219-85EA-F065EC7410CD}" dt="2020-07-13T16:26:37.582" v="58" actId="2696"/>
        <pc:sldMkLst>
          <pc:docMk/>
          <pc:sldMk cId="2749906182" sldId="364"/>
        </pc:sldMkLst>
      </pc:sldChg>
      <pc:sldChg chg="del">
        <pc:chgData name="Tom Hartley" userId="f9a9e95579b5c8ee" providerId="LiveId" clId="{3412CA95-671A-4219-85EA-F065EC7410CD}" dt="2020-07-13T16:26:37.602" v="59" actId="2696"/>
        <pc:sldMkLst>
          <pc:docMk/>
          <pc:sldMk cId="3297298215" sldId="365"/>
        </pc:sldMkLst>
      </pc:sldChg>
      <pc:sldChg chg="del">
        <pc:chgData name="Tom Hartley" userId="f9a9e95579b5c8ee" providerId="LiveId" clId="{3412CA95-671A-4219-85EA-F065EC7410CD}" dt="2020-07-13T16:26:37.610" v="60" actId="2696"/>
        <pc:sldMkLst>
          <pc:docMk/>
          <pc:sldMk cId="2022649796" sldId="366"/>
        </pc:sldMkLst>
      </pc:sldChg>
      <pc:sldChg chg="del">
        <pc:chgData name="Tom Hartley" userId="f9a9e95579b5c8ee" providerId="LiveId" clId="{3412CA95-671A-4219-85EA-F065EC7410CD}" dt="2020-07-13T16:26:37.618" v="61" actId="2696"/>
        <pc:sldMkLst>
          <pc:docMk/>
          <pc:sldMk cId="1822495146" sldId="367"/>
        </pc:sldMkLst>
      </pc:sldChg>
      <pc:sldChg chg="del">
        <pc:chgData name="Tom Hartley" userId="f9a9e95579b5c8ee" providerId="LiveId" clId="{3412CA95-671A-4219-85EA-F065EC7410CD}" dt="2020-07-13T16:26:37.625" v="62" actId="2696"/>
        <pc:sldMkLst>
          <pc:docMk/>
          <pc:sldMk cId="1927833279" sldId="368"/>
        </pc:sldMkLst>
      </pc:sldChg>
      <pc:sldChg chg="del">
        <pc:chgData name="Tom Hartley" userId="f9a9e95579b5c8ee" providerId="LiveId" clId="{3412CA95-671A-4219-85EA-F065EC7410CD}" dt="2020-07-13T16:26:37.667" v="67" actId="2696"/>
        <pc:sldMkLst>
          <pc:docMk/>
          <pc:sldMk cId="1216235948" sldId="370"/>
        </pc:sldMkLst>
      </pc:sldChg>
      <pc:sldChg chg="del">
        <pc:chgData name="Tom Hartley" userId="f9a9e95579b5c8ee" providerId="LiveId" clId="{3412CA95-671A-4219-85EA-F065EC7410CD}" dt="2020-07-13T16:26:37.674" v="68" actId="2696"/>
        <pc:sldMkLst>
          <pc:docMk/>
          <pc:sldMk cId="1391350830" sldId="371"/>
        </pc:sldMkLst>
      </pc:sldChg>
      <pc:sldChg chg="del">
        <pc:chgData name="Tom Hartley" userId="f9a9e95579b5c8ee" providerId="LiveId" clId="{3412CA95-671A-4219-85EA-F065EC7410CD}" dt="2020-07-13T16:26:37.686" v="69" actId="2696"/>
        <pc:sldMkLst>
          <pc:docMk/>
          <pc:sldMk cId="2936845474" sldId="372"/>
        </pc:sldMkLst>
      </pc:sldChg>
      <pc:sldChg chg="del">
        <pc:chgData name="Tom Hartley" userId="f9a9e95579b5c8ee" providerId="LiveId" clId="{3412CA95-671A-4219-85EA-F065EC7410CD}" dt="2020-07-13T16:26:37.695" v="70" actId="2696"/>
        <pc:sldMkLst>
          <pc:docMk/>
          <pc:sldMk cId="3914174615" sldId="373"/>
        </pc:sldMkLst>
      </pc:sldChg>
      <pc:sldChg chg="del">
        <pc:chgData name="Tom Hartley" userId="f9a9e95579b5c8ee" providerId="LiveId" clId="{3412CA95-671A-4219-85EA-F065EC7410CD}" dt="2020-07-13T16:26:37.703" v="71" actId="2696"/>
        <pc:sldMkLst>
          <pc:docMk/>
          <pc:sldMk cId="952780024" sldId="374"/>
        </pc:sldMkLst>
      </pc:sldChg>
      <pc:sldChg chg="del">
        <pc:chgData name="Tom Hartley" userId="f9a9e95579b5c8ee" providerId="LiveId" clId="{3412CA95-671A-4219-85EA-F065EC7410CD}" dt="2020-07-13T16:26:37.709" v="72" actId="2696"/>
        <pc:sldMkLst>
          <pc:docMk/>
          <pc:sldMk cId="2734094923" sldId="375"/>
        </pc:sldMkLst>
      </pc:sldChg>
      <pc:sldChg chg="del">
        <pc:chgData name="Tom Hartley" userId="f9a9e95579b5c8ee" providerId="LiveId" clId="{3412CA95-671A-4219-85EA-F065EC7410CD}" dt="2020-07-13T16:26:37.719" v="73" actId="2696"/>
        <pc:sldMkLst>
          <pc:docMk/>
          <pc:sldMk cId="1848862890" sldId="376"/>
        </pc:sldMkLst>
      </pc:sldChg>
      <pc:sldChg chg="del">
        <pc:chgData name="Tom Hartley" userId="f9a9e95579b5c8ee" providerId="LiveId" clId="{3412CA95-671A-4219-85EA-F065EC7410CD}" dt="2020-07-13T16:26:37.644" v="64" actId="2696"/>
        <pc:sldMkLst>
          <pc:docMk/>
          <pc:sldMk cId="1312391208" sldId="377"/>
        </pc:sldMkLst>
      </pc:sldChg>
      <pc:sldChg chg="del">
        <pc:chgData name="Tom Hartley" userId="f9a9e95579b5c8ee" providerId="LiveId" clId="{3412CA95-671A-4219-85EA-F065EC7410CD}" dt="2020-07-13T16:26:37.635" v="63" actId="2696"/>
        <pc:sldMkLst>
          <pc:docMk/>
          <pc:sldMk cId="676815137" sldId="378"/>
        </pc:sldMkLst>
      </pc:sldChg>
      <pc:sldChg chg="del">
        <pc:chgData name="Tom Hartley" userId="f9a9e95579b5c8ee" providerId="LiveId" clId="{3412CA95-671A-4219-85EA-F065EC7410CD}" dt="2020-07-13T16:26:37.653" v="65" actId="2696"/>
        <pc:sldMkLst>
          <pc:docMk/>
          <pc:sldMk cId="2473739900" sldId="379"/>
        </pc:sldMkLst>
      </pc:sldChg>
      <pc:sldChg chg="del">
        <pc:chgData name="Tom Hartley" userId="f9a9e95579b5c8ee" providerId="LiveId" clId="{3412CA95-671A-4219-85EA-F065EC7410CD}" dt="2020-07-13T16:26:37.661" v="66" actId="2696"/>
        <pc:sldMkLst>
          <pc:docMk/>
          <pc:sldMk cId="1730282070" sldId="380"/>
        </pc:sldMkLst>
      </pc:sldChg>
      <pc:sldChg chg="del">
        <pc:chgData name="Tom Hartley" userId="f9a9e95579b5c8ee" providerId="LiveId" clId="{3412CA95-671A-4219-85EA-F065EC7410CD}" dt="2020-07-13T16:26:37.726" v="74" actId="2696"/>
        <pc:sldMkLst>
          <pc:docMk/>
          <pc:sldMk cId="1321297114" sldId="381"/>
        </pc:sldMkLst>
      </pc:sldChg>
      <pc:sldChg chg="del">
        <pc:chgData name="Tom Hartley" userId="f9a9e95579b5c8ee" providerId="LiveId" clId="{3412CA95-671A-4219-85EA-F065EC7410CD}" dt="2020-07-13T16:26:37.732" v="75" actId="2696"/>
        <pc:sldMkLst>
          <pc:docMk/>
          <pc:sldMk cId="3443304630" sldId="382"/>
        </pc:sldMkLst>
      </pc:sldChg>
      <pc:sldChg chg="del">
        <pc:chgData name="Tom Hartley" userId="f9a9e95579b5c8ee" providerId="LiveId" clId="{3412CA95-671A-4219-85EA-F065EC7410CD}" dt="2020-07-13T16:26:37.460" v="45" actId="2696"/>
        <pc:sldMkLst>
          <pc:docMk/>
          <pc:sldMk cId="2187420000" sldId="383"/>
        </pc:sldMkLst>
      </pc:sldChg>
      <pc:sldChg chg="del">
        <pc:chgData name="Tom Hartley" userId="f9a9e95579b5c8ee" providerId="LiveId" clId="{3412CA95-671A-4219-85EA-F065EC7410CD}" dt="2020-07-13T16:26:37.742" v="76" actId="2696"/>
        <pc:sldMkLst>
          <pc:docMk/>
          <pc:sldMk cId="2325887748" sldId="384"/>
        </pc:sldMkLst>
      </pc:sldChg>
      <pc:sldChg chg="del">
        <pc:chgData name="Tom Hartley" userId="f9a9e95579b5c8ee" providerId="LiveId" clId="{3412CA95-671A-4219-85EA-F065EC7410CD}" dt="2020-07-13T16:26:37.749" v="77" actId="2696"/>
        <pc:sldMkLst>
          <pc:docMk/>
          <pc:sldMk cId="3281869007" sldId="385"/>
        </pc:sldMkLst>
      </pc:sldChg>
      <pc:sldChg chg="del">
        <pc:chgData name="Tom Hartley" userId="f9a9e95579b5c8ee" providerId="LiveId" clId="{3412CA95-671A-4219-85EA-F065EC7410CD}" dt="2020-07-13T16:26:37.762" v="78" actId="2696"/>
        <pc:sldMkLst>
          <pc:docMk/>
          <pc:sldMk cId="284734025" sldId="386"/>
        </pc:sldMkLst>
      </pc:sldChg>
      <pc:sldChg chg="modSp add">
        <pc:chgData name="Tom Hartley" userId="f9a9e95579b5c8ee" providerId="LiveId" clId="{3412CA95-671A-4219-85EA-F065EC7410CD}" dt="2020-07-13T19:53:50.859" v="306" actId="113"/>
        <pc:sldMkLst>
          <pc:docMk/>
          <pc:sldMk cId="2043590837" sldId="441"/>
        </pc:sldMkLst>
        <pc:spChg chg="mod">
          <ac:chgData name="Tom Hartley" userId="f9a9e95579b5c8ee" providerId="LiveId" clId="{3412CA95-671A-4219-85EA-F065EC7410CD}" dt="2020-07-13T19:53:30.721" v="263" actId="20577"/>
          <ac:spMkLst>
            <pc:docMk/>
            <pc:sldMk cId="2043590837" sldId="441"/>
            <ac:spMk id="2" creationId="{5D2839CB-5157-465E-9650-8AE15510BD87}"/>
          </ac:spMkLst>
        </pc:spChg>
        <pc:spChg chg="mod">
          <ac:chgData name="Tom Hartley" userId="f9a9e95579b5c8ee" providerId="LiveId" clId="{3412CA95-671A-4219-85EA-F065EC7410CD}" dt="2020-07-13T19:53:50.859" v="306" actId="113"/>
          <ac:spMkLst>
            <pc:docMk/>
            <pc:sldMk cId="2043590837" sldId="441"/>
            <ac:spMk id="3" creationId="{6A8F7ABA-B866-4F3B-B364-216FDD631FF0}"/>
          </ac:spMkLst>
        </pc:spChg>
      </pc:sldChg>
    </pc:docChg>
  </pc:docChgLst>
  <pc:docChgLst>
    <pc:chgData name="Tom Hartley" userId="f9a9e95579b5c8ee" providerId="LiveId" clId="{FCDD3F9C-DA15-49C4-8B8B-19D86E25A3D6}"/>
    <pc:docChg chg="undo redo custSel addSld delSld modSld sldOrd">
      <pc:chgData name="Tom Hartley" userId="f9a9e95579b5c8ee" providerId="LiveId" clId="{FCDD3F9C-DA15-49C4-8B8B-19D86E25A3D6}" dt="2023-04-18T20:04:38.955" v="6432" actId="20577"/>
      <pc:docMkLst>
        <pc:docMk/>
      </pc:docMkLst>
      <pc:sldChg chg="modSp mod">
        <pc:chgData name="Tom Hartley" userId="f9a9e95579b5c8ee" providerId="LiveId" clId="{FCDD3F9C-DA15-49C4-8B8B-19D86E25A3D6}" dt="2023-03-23T20:47:21.100" v="21" actId="20577"/>
        <pc:sldMkLst>
          <pc:docMk/>
          <pc:sldMk cId="367599832" sldId="256"/>
        </pc:sldMkLst>
        <pc:spChg chg="mod">
          <ac:chgData name="Tom Hartley" userId="f9a9e95579b5c8ee" providerId="LiveId" clId="{FCDD3F9C-DA15-49C4-8B8B-19D86E25A3D6}" dt="2023-03-23T20:47:21.100" v="21" actId="20577"/>
          <ac:spMkLst>
            <pc:docMk/>
            <pc:sldMk cId="367599832" sldId="256"/>
            <ac:spMk id="3" creationId="{00000000-0000-0000-0000-000000000000}"/>
          </ac:spMkLst>
        </pc:spChg>
      </pc:sldChg>
      <pc:sldChg chg="modSp mod">
        <pc:chgData name="Tom Hartley" userId="f9a9e95579b5c8ee" providerId="LiveId" clId="{FCDD3F9C-DA15-49C4-8B8B-19D86E25A3D6}" dt="2023-03-24T12:35:23.151" v="6222" actId="20577"/>
        <pc:sldMkLst>
          <pc:docMk/>
          <pc:sldMk cId="2579396489" sldId="257"/>
        </pc:sldMkLst>
        <pc:spChg chg="mod">
          <ac:chgData name="Tom Hartley" userId="f9a9e95579b5c8ee" providerId="LiveId" clId="{FCDD3F9C-DA15-49C4-8B8B-19D86E25A3D6}" dt="2023-03-24T12:35:23.151" v="6222" actId="20577"/>
          <ac:spMkLst>
            <pc:docMk/>
            <pc:sldMk cId="2579396489" sldId="257"/>
            <ac:spMk id="3" creationId="{00000000-0000-0000-0000-000000000000}"/>
          </ac:spMkLst>
        </pc:spChg>
      </pc:sldChg>
      <pc:sldChg chg="modSp mod">
        <pc:chgData name="Tom Hartley" userId="f9a9e95579b5c8ee" providerId="LiveId" clId="{FCDD3F9C-DA15-49C4-8B8B-19D86E25A3D6}" dt="2023-03-24T11:08:11.462" v="4613"/>
        <pc:sldMkLst>
          <pc:docMk/>
          <pc:sldMk cId="3984578066" sldId="315"/>
        </pc:sldMkLst>
        <pc:spChg chg="mod">
          <ac:chgData name="Tom Hartley" userId="f9a9e95579b5c8ee" providerId="LiveId" clId="{FCDD3F9C-DA15-49C4-8B8B-19D86E25A3D6}" dt="2023-03-24T11:08:11.462" v="4613"/>
          <ac:spMkLst>
            <pc:docMk/>
            <pc:sldMk cId="3984578066" sldId="315"/>
            <ac:spMk id="3" creationId="{00000000-0000-0000-0000-000000000000}"/>
          </ac:spMkLst>
        </pc:spChg>
      </pc:sldChg>
      <pc:sldChg chg="del">
        <pc:chgData name="Tom Hartley" userId="f9a9e95579b5c8ee" providerId="LiveId" clId="{FCDD3F9C-DA15-49C4-8B8B-19D86E25A3D6}" dt="2023-03-23T20:47:28.559" v="22" actId="2696"/>
        <pc:sldMkLst>
          <pc:docMk/>
          <pc:sldMk cId="648096584" sldId="433"/>
        </pc:sldMkLst>
      </pc:sldChg>
      <pc:sldChg chg="del">
        <pc:chgData name="Tom Hartley" userId="f9a9e95579b5c8ee" providerId="LiveId" clId="{FCDD3F9C-DA15-49C4-8B8B-19D86E25A3D6}" dt="2023-03-23T20:47:28.559" v="22" actId="2696"/>
        <pc:sldMkLst>
          <pc:docMk/>
          <pc:sldMk cId="3591920573" sldId="436"/>
        </pc:sldMkLst>
      </pc:sldChg>
      <pc:sldChg chg="del">
        <pc:chgData name="Tom Hartley" userId="f9a9e95579b5c8ee" providerId="LiveId" clId="{FCDD3F9C-DA15-49C4-8B8B-19D86E25A3D6}" dt="2023-03-23T20:47:28.559" v="22" actId="2696"/>
        <pc:sldMkLst>
          <pc:docMk/>
          <pc:sldMk cId="2043590837" sldId="441"/>
        </pc:sldMkLst>
      </pc:sldChg>
      <pc:sldChg chg="del">
        <pc:chgData name="Tom Hartley" userId="f9a9e95579b5c8ee" providerId="LiveId" clId="{FCDD3F9C-DA15-49C4-8B8B-19D86E25A3D6}" dt="2023-03-24T11:06:36.041" v="4555" actId="2696"/>
        <pc:sldMkLst>
          <pc:docMk/>
          <pc:sldMk cId="1190540744" sldId="442"/>
        </pc:sldMkLst>
      </pc:sldChg>
      <pc:sldChg chg="del">
        <pc:chgData name="Tom Hartley" userId="f9a9e95579b5c8ee" providerId="LiveId" clId="{FCDD3F9C-DA15-49C4-8B8B-19D86E25A3D6}" dt="2023-03-24T11:06:41.590" v="4556" actId="2696"/>
        <pc:sldMkLst>
          <pc:docMk/>
          <pc:sldMk cId="1511038294" sldId="453"/>
        </pc:sldMkLst>
      </pc:sldChg>
      <pc:sldChg chg="del">
        <pc:chgData name="Tom Hartley" userId="f9a9e95579b5c8ee" providerId="LiveId" clId="{FCDD3F9C-DA15-49C4-8B8B-19D86E25A3D6}" dt="2023-03-23T20:47:28.559" v="22" actId="2696"/>
        <pc:sldMkLst>
          <pc:docMk/>
          <pc:sldMk cId="1592147557" sldId="485"/>
        </pc:sldMkLst>
      </pc:sldChg>
      <pc:sldChg chg="del">
        <pc:chgData name="Tom Hartley" userId="f9a9e95579b5c8ee" providerId="LiveId" clId="{FCDD3F9C-DA15-49C4-8B8B-19D86E25A3D6}" dt="2023-03-23T20:47:28.559" v="22" actId="2696"/>
        <pc:sldMkLst>
          <pc:docMk/>
          <pc:sldMk cId="1917259771" sldId="486"/>
        </pc:sldMkLst>
      </pc:sldChg>
      <pc:sldChg chg="del">
        <pc:chgData name="Tom Hartley" userId="f9a9e95579b5c8ee" providerId="LiveId" clId="{FCDD3F9C-DA15-49C4-8B8B-19D86E25A3D6}" dt="2023-03-23T20:47:28.559" v="22" actId="2696"/>
        <pc:sldMkLst>
          <pc:docMk/>
          <pc:sldMk cId="3910324181" sldId="503"/>
        </pc:sldMkLst>
      </pc:sldChg>
      <pc:sldChg chg="del">
        <pc:chgData name="Tom Hartley" userId="f9a9e95579b5c8ee" providerId="LiveId" clId="{FCDD3F9C-DA15-49C4-8B8B-19D86E25A3D6}" dt="2023-03-23T20:47:28.559" v="22" actId="2696"/>
        <pc:sldMkLst>
          <pc:docMk/>
          <pc:sldMk cId="1198491498" sldId="505"/>
        </pc:sldMkLst>
      </pc:sldChg>
      <pc:sldChg chg="del">
        <pc:chgData name="Tom Hartley" userId="f9a9e95579b5c8ee" providerId="LiveId" clId="{FCDD3F9C-DA15-49C4-8B8B-19D86E25A3D6}" dt="2023-03-24T11:06:36.041" v="4555" actId="2696"/>
        <pc:sldMkLst>
          <pc:docMk/>
          <pc:sldMk cId="2613945278" sldId="506"/>
        </pc:sldMkLst>
      </pc:sldChg>
      <pc:sldChg chg="addSp delSp modSp new mod">
        <pc:chgData name="Tom Hartley" userId="f9a9e95579b5c8ee" providerId="LiveId" clId="{FCDD3F9C-DA15-49C4-8B8B-19D86E25A3D6}" dt="2023-03-24T09:01:38.186" v="548" actId="1076"/>
        <pc:sldMkLst>
          <pc:docMk/>
          <pc:sldMk cId="1923829669" sldId="507"/>
        </pc:sldMkLst>
        <pc:spChg chg="mod">
          <ac:chgData name="Tom Hartley" userId="f9a9e95579b5c8ee" providerId="LiveId" clId="{FCDD3F9C-DA15-49C4-8B8B-19D86E25A3D6}" dt="2023-03-23T21:02:03.887" v="80" actId="20577"/>
          <ac:spMkLst>
            <pc:docMk/>
            <pc:sldMk cId="1923829669" sldId="507"/>
            <ac:spMk id="2" creationId="{E9308DF7-0357-9296-FB78-47948DAA3602}"/>
          </ac:spMkLst>
        </pc:spChg>
        <pc:spChg chg="mod">
          <ac:chgData name="Tom Hartley" userId="f9a9e95579b5c8ee" providerId="LiveId" clId="{FCDD3F9C-DA15-49C4-8B8B-19D86E25A3D6}" dt="2023-03-23T20:47:39.354" v="25" actId="403"/>
          <ac:spMkLst>
            <pc:docMk/>
            <pc:sldMk cId="1923829669" sldId="507"/>
            <ac:spMk id="3" creationId="{5C4E5858-E211-03C0-3DAA-42286861991E}"/>
          </ac:spMkLst>
        </pc:spChg>
        <pc:spChg chg="add mod">
          <ac:chgData name="Tom Hartley" userId="f9a9e95579b5c8ee" providerId="LiveId" clId="{FCDD3F9C-DA15-49C4-8B8B-19D86E25A3D6}" dt="2023-03-23T21:03:01.152" v="122" actId="1076"/>
          <ac:spMkLst>
            <pc:docMk/>
            <pc:sldMk cId="1923829669" sldId="507"/>
            <ac:spMk id="4" creationId="{E1E95086-1AA6-8A82-79FA-DA9526A153F9}"/>
          </ac:spMkLst>
        </pc:spChg>
        <pc:spChg chg="add mod">
          <ac:chgData name="Tom Hartley" userId="f9a9e95579b5c8ee" providerId="LiveId" clId="{FCDD3F9C-DA15-49C4-8B8B-19D86E25A3D6}" dt="2023-03-23T21:03:08.593" v="141" actId="20577"/>
          <ac:spMkLst>
            <pc:docMk/>
            <pc:sldMk cId="1923829669" sldId="507"/>
            <ac:spMk id="5" creationId="{A83A584E-D7FD-18A0-FBC7-38EC118B19CC}"/>
          </ac:spMkLst>
        </pc:spChg>
        <pc:spChg chg="add mod">
          <ac:chgData name="Tom Hartley" userId="f9a9e95579b5c8ee" providerId="LiveId" clId="{FCDD3F9C-DA15-49C4-8B8B-19D86E25A3D6}" dt="2023-03-23T21:03:27.376" v="161" actId="20577"/>
          <ac:spMkLst>
            <pc:docMk/>
            <pc:sldMk cId="1923829669" sldId="507"/>
            <ac:spMk id="6" creationId="{193B688A-DD22-6EBE-66F1-0FD01E8D6BAB}"/>
          </ac:spMkLst>
        </pc:spChg>
        <pc:spChg chg="add mod">
          <ac:chgData name="Tom Hartley" userId="f9a9e95579b5c8ee" providerId="LiveId" clId="{FCDD3F9C-DA15-49C4-8B8B-19D86E25A3D6}" dt="2023-03-24T09:01:31.586" v="545" actId="14100"/>
          <ac:spMkLst>
            <pc:docMk/>
            <pc:sldMk cId="1923829669" sldId="507"/>
            <ac:spMk id="7" creationId="{A973F15F-BCCD-5B99-8FBC-D7D0154A9B15}"/>
          </ac:spMkLst>
        </pc:spChg>
        <pc:spChg chg="add mod">
          <ac:chgData name="Tom Hartley" userId="f9a9e95579b5c8ee" providerId="LiveId" clId="{FCDD3F9C-DA15-49C4-8B8B-19D86E25A3D6}" dt="2023-03-24T09:01:38.186" v="548" actId="1076"/>
          <ac:spMkLst>
            <pc:docMk/>
            <pc:sldMk cId="1923829669" sldId="507"/>
            <ac:spMk id="9" creationId="{9B695121-0358-F554-6FEA-441F2496B322}"/>
          </ac:spMkLst>
        </pc:spChg>
        <pc:cxnChg chg="add del mod">
          <ac:chgData name="Tom Hartley" userId="f9a9e95579b5c8ee" providerId="LiveId" clId="{FCDD3F9C-DA15-49C4-8B8B-19D86E25A3D6}" dt="2023-03-24T09:01:14.172" v="537" actId="478"/>
          <ac:cxnSpMkLst>
            <pc:docMk/>
            <pc:sldMk cId="1923829669" sldId="507"/>
            <ac:cxnSpMk id="8" creationId="{C4C9315F-76C4-6991-2856-5AD056373F1B}"/>
          </ac:cxnSpMkLst>
        </pc:cxnChg>
        <pc:cxnChg chg="add del mod">
          <ac:chgData name="Tom Hartley" userId="f9a9e95579b5c8ee" providerId="LiveId" clId="{FCDD3F9C-DA15-49C4-8B8B-19D86E25A3D6}" dt="2023-03-24T09:01:12.935" v="536" actId="478"/>
          <ac:cxnSpMkLst>
            <pc:docMk/>
            <pc:sldMk cId="1923829669" sldId="507"/>
            <ac:cxnSpMk id="11" creationId="{77A8D8F9-53F2-57D4-A095-2F22DA0FABF9}"/>
          </ac:cxnSpMkLst>
        </pc:cxnChg>
      </pc:sldChg>
      <pc:sldChg chg="del">
        <pc:chgData name="Tom Hartley" userId="f9a9e95579b5c8ee" providerId="LiveId" clId="{FCDD3F9C-DA15-49C4-8B8B-19D86E25A3D6}" dt="2023-03-23T20:47:04.875" v="0" actId="2696"/>
        <pc:sldMkLst>
          <pc:docMk/>
          <pc:sldMk cId="3378665139" sldId="507"/>
        </pc:sldMkLst>
      </pc:sldChg>
      <pc:sldChg chg="addSp modSp add mod">
        <pc:chgData name="Tom Hartley" userId="f9a9e95579b5c8ee" providerId="LiveId" clId="{FCDD3F9C-DA15-49C4-8B8B-19D86E25A3D6}" dt="2023-03-24T09:02:33.970" v="549" actId="21"/>
        <pc:sldMkLst>
          <pc:docMk/>
          <pc:sldMk cId="2227367057" sldId="508"/>
        </pc:sldMkLst>
        <pc:spChg chg="mod">
          <ac:chgData name="Tom Hartley" userId="f9a9e95579b5c8ee" providerId="LiveId" clId="{FCDD3F9C-DA15-49C4-8B8B-19D86E25A3D6}" dt="2023-03-23T21:05:53.254" v="198" actId="20577"/>
          <ac:spMkLst>
            <pc:docMk/>
            <pc:sldMk cId="2227367057" sldId="508"/>
            <ac:spMk id="2" creationId="{E9308DF7-0357-9296-FB78-47948DAA3602}"/>
          </ac:spMkLst>
        </pc:spChg>
        <pc:spChg chg="mod">
          <ac:chgData name="Tom Hartley" userId="f9a9e95579b5c8ee" providerId="LiveId" clId="{FCDD3F9C-DA15-49C4-8B8B-19D86E25A3D6}" dt="2023-03-24T09:02:33.970" v="549" actId="21"/>
          <ac:spMkLst>
            <pc:docMk/>
            <pc:sldMk cId="2227367057" sldId="508"/>
            <ac:spMk id="3" creationId="{5C4E5858-E211-03C0-3DAA-42286861991E}"/>
          </ac:spMkLst>
        </pc:spChg>
        <pc:spChg chg="add mod">
          <ac:chgData name="Tom Hartley" userId="f9a9e95579b5c8ee" providerId="LiveId" clId="{FCDD3F9C-DA15-49C4-8B8B-19D86E25A3D6}" dt="2023-03-24T08:53:14.387" v="533" actId="1076"/>
          <ac:spMkLst>
            <pc:docMk/>
            <pc:sldMk cId="2227367057" sldId="508"/>
            <ac:spMk id="4" creationId="{65A4BE71-A41A-0FDE-8871-599AC7BD0032}"/>
          </ac:spMkLst>
        </pc:spChg>
      </pc:sldChg>
      <pc:sldChg chg="addSp delSp modSp add mod">
        <pc:chgData name="Tom Hartley" userId="f9a9e95579b5c8ee" providerId="LiveId" clId="{FCDD3F9C-DA15-49C4-8B8B-19D86E25A3D6}" dt="2023-03-28T15:25:01.199" v="6226" actId="207"/>
        <pc:sldMkLst>
          <pc:docMk/>
          <pc:sldMk cId="1207360939" sldId="509"/>
        </pc:sldMkLst>
        <pc:spChg chg="mod">
          <ac:chgData name="Tom Hartley" userId="f9a9e95579b5c8ee" providerId="LiveId" clId="{FCDD3F9C-DA15-49C4-8B8B-19D86E25A3D6}" dt="2023-03-24T09:02:45.942" v="552"/>
          <ac:spMkLst>
            <pc:docMk/>
            <pc:sldMk cId="1207360939" sldId="509"/>
            <ac:spMk id="2" creationId="{E9308DF7-0357-9296-FB78-47948DAA3602}"/>
          </ac:spMkLst>
        </pc:spChg>
        <pc:spChg chg="mod">
          <ac:chgData name="Tom Hartley" userId="f9a9e95579b5c8ee" providerId="LiveId" clId="{FCDD3F9C-DA15-49C4-8B8B-19D86E25A3D6}" dt="2023-03-28T15:25:01.199" v="6226" actId="207"/>
          <ac:spMkLst>
            <pc:docMk/>
            <pc:sldMk cId="1207360939" sldId="509"/>
            <ac:spMk id="3" creationId="{5C4E5858-E211-03C0-3DAA-42286861991E}"/>
          </ac:spMkLst>
        </pc:spChg>
        <pc:spChg chg="add mod">
          <ac:chgData name="Tom Hartley" userId="f9a9e95579b5c8ee" providerId="LiveId" clId="{FCDD3F9C-DA15-49C4-8B8B-19D86E25A3D6}" dt="2023-03-24T09:10:56.849" v="650" actId="207"/>
          <ac:spMkLst>
            <pc:docMk/>
            <pc:sldMk cId="1207360939" sldId="509"/>
            <ac:spMk id="6" creationId="{57A37664-00BA-AE10-BD7F-A2FB1FD84266}"/>
          </ac:spMkLst>
        </pc:spChg>
        <pc:spChg chg="add mod">
          <ac:chgData name="Tom Hartley" userId="f9a9e95579b5c8ee" providerId="LiveId" clId="{FCDD3F9C-DA15-49C4-8B8B-19D86E25A3D6}" dt="2023-03-24T09:10:45.724" v="648" actId="14100"/>
          <ac:spMkLst>
            <pc:docMk/>
            <pc:sldMk cId="1207360939" sldId="509"/>
            <ac:spMk id="7" creationId="{B41BED39-83E4-4048-D9F5-E4CB91F20845}"/>
          </ac:spMkLst>
        </pc:spChg>
        <pc:picChg chg="add del mod">
          <ac:chgData name="Tom Hartley" userId="f9a9e95579b5c8ee" providerId="LiveId" clId="{FCDD3F9C-DA15-49C4-8B8B-19D86E25A3D6}" dt="2023-03-24T09:07:05.692" v="560" actId="21"/>
          <ac:picMkLst>
            <pc:docMk/>
            <pc:sldMk cId="1207360939" sldId="509"/>
            <ac:picMk id="5" creationId="{8DC1753C-06B6-2525-796C-D429A6D94BE0}"/>
          </ac:picMkLst>
        </pc:picChg>
        <pc:picChg chg="add del mod">
          <ac:chgData name="Tom Hartley" userId="f9a9e95579b5c8ee" providerId="LiveId" clId="{FCDD3F9C-DA15-49C4-8B8B-19D86E25A3D6}" dt="2023-03-24T09:04:37.516" v="555" actId="478"/>
          <ac:picMkLst>
            <pc:docMk/>
            <pc:sldMk cId="1207360939" sldId="509"/>
            <ac:picMk id="1026" creationId="{25708B77-F1AC-572A-E7AF-FF037A6D9342}"/>
          </ac:picMkLst>
        </pc:picChg>
      </pc:sldChg>
      <pc:sldChg chg="del">
        <pc:chgData name="Tom Hartley" userId="f9a9e95579b5c8ee" providerId="LiveId" clId="{FCDD3F9C-DA15-49C4-8B8B-19D86E25A3D6}" dt="2023-03-23T20:47:04.875" v="0" actId="2696"/>
        <pc:sldMkLst>
          <pc:docMk/>
          <pc:sldMk cId="1906757687" sldId="509"/>
        </pc:sldMkLst>
      </pc:sldChg>
      <pc:sldChg chg="del">
        <pc:chgData name="Tom Hartley" userId="f9a9e95579b5c8ee" providerId="LiveId" clId="{FCDD3F9C-DA15-49C4-8B8B-19D86E25A3D6}" dt="2023-03-23T20:47:28.559" v="22" actId="2696"/>
        <pc:sldMkLst>
          <pc:docMk/>
          <pc:sldMk cId="2545997116" sldId="510"/>
        </pc:sldMkLst>
      </pc:sldChg>
      <pc:sldChg chg="addSp delSp modSp add mod">
        <pc:chgData name="Tom Hartley" userId="f9a9e95579b5c8ee" providerId="LiveId" clId="{FCDD3F9C-DA15-49C4-8B8B-19D86E25A3D6}" dt="2023-03-28T15:30:41.788" v="6244" actId="255"/>
        <pc:sldMkLst>
          <pc:docMk/>
          <pc:sldMk cId="2645696286" sldId="510"/>
        </pc:sldMkLst>
        <pc:spChg chg="mod">
          <ac:chgData name="Tom Hartley" userId="f9a9e95579b5c8ee" providerId="LiveId" clId="{FCDD3F9C-DA15-49C4-8B8B-19D86E25A3D6}" dt="2023-03-24T09:17:54.095" v="844" actId="5793"/>
          <ac:spMkLst>
            <pc:docMk/>
            <pc:sldMk cId="2645696286" sldId="510"/>
            <ac:spMk id="2" creationId="{E9308DF7-0357-9296-FB78-47948DAA3602}"/>
          </ac:spMkLst>
        </pc:spChg>
        <pc:spChg chg="mod">
          <ac:chgData name="Tom Hartley" userId="f9a9e95579b5c8ee" providerId="LiveId" clId="{FCDD3F9C-DA15-49C4-8B8B-19D86E25A3D6}" dt="2023-03-28T15:30:41.788" v="6244" actId="255"/>
          <ac:spMkLst>
            <pc:docMk/>
            <pc:sldMk cId="2645696286" sldId="510"/>
            <ac:spMk id="3" creationId="{5C4E5858-E211-03C0-3DAA-42286861991E}"/>
          </ac:spMkLst>
        </pc:spChg>
        <pc:spChg chg="add mod">
          <ac:chgData name="Tom Hartley" userId="f9a9e95579b5c8ee" providerId="LiveId" clId="{FCDD3F9C-DA15-49C4-8B8B-19D86E25A3D6}" dt="2023-03-24T09:23:05.656" v="1084" actId="1076"/>
          <ac:spMkLst>
            <pc:docMk/>
            <pc:sldMk cId="2645696286" sldId="510"/>
            <ac:spMk id="5" creationId="{B8D7D8F7-47F7-E506-4832-D60311D8FE19}"/>
          </ac:spMkLst>
        </pc:spChg>
        <pc:picChg chg="add del mod">
          <ac:chgData name="Tom Hartley" userId="f9a9e95579b5c8ee" providerId="LiveId" clId="{FCDD3F9C-DA15-49C4-8B8B-19D86E25A3D6}" dt="2023-03-24T09:11:44.473" v="693" actId="21"/>
          <ac:picMkLst>
            <pc:docMk/>
            <pc:sldMk cId="2645696286" sldId="510"/>
            <ac:picMk id="4" creationId="{4443B26A-4D6A-09AC-E8D4-36E87E0EADA0}"/>
          </ac:picMkLst>
        </pc:picChg>
      </pc:sldChg>
      <pc:sldChg chg="del">
        <pc:chgData name="Tom Hartley" userId="f9a9e95579b5c8ee" providerId="LiveId" clId="{FCDD3F9C-DA15-49C4-8B8B-19D86E25A3D6}" dt="2023-03-23T20:47:28.559" v="22" actId="2696"/>
        <pc:sldMkLst>
          <pc:docMk/>
          <pc:sldMk cId="2587071591" sldId="511"/>
        </pc:sldMkLst>
      </pc:sldChg>
      <pc:sldChg chg="modSp add mod">
        <pc:chgData name="Tom Hartley" userId="f9a9e95579b5c8ee" providerId="LiveId" clId="{FCDD3F9C-DA15-49C4-8B8B-19D86E25A3D6}" dt="2023-03-28T15:35:54.998" v="6345" actId="20577"/>
        <pc:sldMkLst>
          <pc:docMk/>
          <pc:sldMk cId="3759598452" sldId="511"/>
        </pc:sldMkLst>
        <pc:spChg chg="mod">
          <ac:chgData name="Tom Hartley" userId="f9a9e95579b5c8ee" providerId="LiveId" clId="{FCDD3F9C-DA15-49C4-8B8B-19D86E25A3D6}" dt="2023-03-24T09:29:52.435" v="1460" actId="20577"/>
          <ac:spMkLst>
            <pc:docMk/>
            <pc:sldMk cId="3759598452" sldId="511"/>
            <ac:spMk id="2" creationId="{E9308DF7-0357-9296-FB78-47948DAA3602}"/>
          </ac:spMkLst>
        </pc:spChg>
        <pc:spChg chg="mod">
          <ac:chgData name="Tom Hartley" userId="f9a9e95579b5c8ee" providerId="LiveId" clId="{FCDD3F9C-DA15-49C4-8B8B-19D86E25A3D6}" dt="2023-03-28T15:35:54.998" v="6345" actId="20577"/>
          <ac:spMkLst>
            <pc:docMk/>
            <pc:sldMk cId="3759598452" sldId="511"/>
            <ac:spMk id="3" creationId="{5C4E5858-E211-03C0-3DAA-42286861991E}"/>
          </ac:spMkLst>
        </pc:spChg>
      </pc:sldChg>
      <pc:sldChg chg="addSp modSp add mod ord">
        <pc:chgData name="Tom Hartley" userId="f9a9e95579b5c8ee" providerId="LiveId" clId="{FCDD3F9C-DA15-49C4-8B8B-19D86E25A3D6}" dt="2023-03-28T15:34:39.961" v="6260" actId="20577"/>
        <pc:sldMkLst>
          <pc:docMk/>
          <pc:sldMk cId="2215709484" sldId="512"/>
        </pc:sldMkLst>
        <pc:spChg chg="mod">
          <ac:chgData name="Tom Hartley" userId="f9a9e95579b5c8ee" providerId="LiveId" clId="{FCDD3F9C-DA15-49C4-8B8B-19D86E25A3D6}" dt="2023-03-24T09:30:53.883" v="1472"/>
          <ac:spMkLst>
            <pc:docMk/>
            <pc:sldMk cId="2215709484" sldId="512"/>
            <ac:spMk id="2" creationId="{E9308DF7-0357-9296-FB78-47948DAA3602}"/>
          </ac:spMkLst>
        </pc:spChg>
        <pc:spChg chg="mod">
          <ac:chgData name="Tom Hartley" userId="f9a9e95579b5c8ee" providerId="LiveId" clId="{FCDD3F9C-DA15-49C4-8B8B-19D86E25A3D6}" dt="2023-03-28T15:32:32.631" v="6258" actId="20577"/>
          <ac:spMkLst>
            <pc:docMk/>
            <pc:sldMk cId="2215709484" sldId="512"/>
            <ac:spMk id="3" creationId="{5C4E5858-E211-03C0-3DAA-42286861991E}"/>
          </ac:spMkLst>
        </pc:spChg>
        <pc:spChg chg="add mod">
          <ac:chgData name="Tom Hartley" userId="f9a9e95579b5c8ee" providerId="LiveId" clId="{FCDD3F9C-DA15-49C4-8B8B-19D86E25A3D6}" dt="2023-03-28T15:34:39.961" v="6260" actId="20577"/>
          <ac:spMkLst>
            <pc:docMk/>
            <pc:sldMk cId="2215709484" sldId="512"/>
            <ac:spMk id="4" creationId="{0DF503F8-7649-21B9-22E8-E81133C5C19F}"/>
          </ac:spMkLst>
        </pc:spChg>
        <pc:spChg chg="add mod">
          <ac:chgData name="Tom Hartley" userId="f9a9e95579b5c8ee" providerId="LiveId" clId="{FCDD3F9C-DA15-49C4-8B8B-19D86E25A3D6}" dt="2023-03-24T09:49:21.454" v="2469" actId="1076"/>
          <ac:spMkLst>
            <pc:docMk/>
            <pc:sldMk cId="2215709484" sldId="512"/>
            <ac:spMk id="5" creationId="{8BECC5AD-F36F-225F-57A4-16981BF2ACE3}"/>
          </ac:spMkLst>
        </pc:spChg>
        <pc:picChg chg="add mod">
          <ac:chgData name="Tom Hartley" userId="f9a9e95579b5c8ee" providerId="LiveId" clId="{FCDD3F9C-DA15-49C4-8B8B-19D86E25A3D6}" dt="2023-03-24T09:49:16.646" v="2468" actId="14100"/>
          <ac:picMkLst>
            <pc:docMk/>
            <pc:sldMk cId="2215709484" sldId="512"/>
            <ac:picMk id="2050" creationId="{28894E49-2B00-5336-D790-AFD20311A118}"/>
          </ac:picMkLst>
        </pc:picChg>
        <pc:picChg chg="add mod">
          <ac:chgData name="Tom Hartley" userId="f9a9e95579b5c8ee" providerId="LiveId" clId="{FCDD3F9C-DA15-49C4-8B8B-19D86E25A3D6}" dt="2023-03-24T09:49:07.518" v="2466" actId="1076"/>
          <ac:picMkLst>
            <pc:docMk/>
            <pc:sldMk cId="2215709484" sldId="512"/>
            <ac:picMk id="2052" creationId="{37205052-D194-79E7-0C3B-07BEED21A1CE}"/>
          </ac:picMkLst>
        </pc:picChg>
      </pc:sldChg>
      <pc:sldChg chg="modSp add mod">
        <pc:chgData name="Tom Hartley" userId="f9a9e95579b5c8ee" providerId="LiveId" clId="{FCDD3F9C-DA15-49C4-8B8B-19D86E25A3D6}" dt="2023-03-24T09:54:16.993" v="2584" actId="20577"/>
        <pc:sldMkLst>
          <pc:docMk/>
          <pc:sldMk cId="939044515" sldId="513"/>
        </pc:sldMkLst>
        <pc:spChg chg="mod">
          <ac:chgData name="Tom Hartley" userId="f9a9e95579b5c8ee" providerId="LiveId" clId="{FCDD3F9C-DA15-49C4-8B8B-19D86E25A3D6}" dt="2023-03-24T09:53:08.859" v="2505" actId="20577"/>
          <ac:spMkLst>
            <pc:docMk/>
            <pc:sldMk cId="939044515" sldId="513"/>
            <ac:spMk id="2" creationId="{E9308DF7-0357-9296-FB78-47948DAA3602}"/>
          </ac:spMkLst>
        </pc:spChg>
        <pc:spChg chg="mod">
          <ac:chgData name="Tom Hartley" userId="f9a9e95579b5c8ee" providerId="LiveId" clId="{FCDD3F9C-DA15-49C4-8B8B-19D86E25A3D6}" dt="2023-03-24T09:54:16.993" v="2584" actId="20577"/>
          <ac:spMkLst>
            <pc:docMk/>
            <pc:sldMk cId="939044515" sldId="513"/>
            <ac:spMk id="3" creationId="{5C4E5858-E211-03C0-3DAA-42286861991E}"/>
          </ac:spMkLst>
        </pc:spChg>
      </pc:sldChg>
      <pc:sldChg chg="modSp add mod">
        <pc:chgData name="Tom Hartley" userId="f9a9e95579b5c8ee" providerId="LiveId" clId="{FCDD3F9C-DA15-49C4-8B8B-19D86E25A3D6}" dt="2023-03-28T15:46:28.322" v="6401" actId="20577"/>
        <pc:sldMkLst>
          <pc:docMk/>
          <pc:sldMk cId="3640654502" sldId="514"/>
        </pc:sldMkLst>
        <pc:spChg chg="mod">
          <ac:chgData name="Tom Hartley" userId="f9a9e95579b5c8ee" providerId="LiveId" clId="{FCDD3F9C-DA15-49C4-8B8B-19D86E25A3D6}" dt="2023-03-24T10:29:01.211" v="3372" actId="20577"/>
          <ac:spMkLst>
            <pc:docMk/>
            <pc:sldMk cId="3640654502" sldId="514"/>
            <ac:spMk id="2" creationId="{E9308DF7-0357-9296-FB78-47948DAA3602}"/>
          </ac:spMkLst>
        </pc:spChg>
        <pc:spChg chg="mod">
          <ac:chgData name="Tom Hartley" userId="f9a9e95579b5c8ee" providerId="LiveId" clId="{FCDD3F9C-DA15-49C4-8B8B-19D86E25A3D6}" dt="2023-03-28T15:46:28.322" v="6401" actId="20577"/>
          <ac:spMkLst>
            <pc:docMk/>
            <pc:sldMk cId="3640654502" sldId="514"/>
            <ac:spMk id="3" creationId="{5C4E5858-E211-03C0-3DAA-42286861991E}"/>
          </ac:spMkLst>
        </pc:spChg>
      </pc:sldChg>
      <pc:sldChg chg="modSp add mod">
        <pc:chgData name="Tom Hartley" userId="f9a9e95579b5c8ee" providerId="LiveId" clId="{FCDD3F9C-DA15-49C4-8B8B-19D86E25A3D6}" dt="2023-03-24T10:36:08.633" v="3652" actId="114"/>
        <pc:sldMkLst>
          <pc:docMk/>
          <pc:sldMk cId="2528015916" sldId="515"/>
        </pc:sldMkLst>
        <pc:spChg chg="mod">
          <ac:chgData name="Tom Hartley" userId="f9a9e95579b5c8ee" providerId="LiveId" clId="{FCDD3F9C-DA15-49C4-8B8B-19D86E25A3D6}" dt="2023-03-24T10:31:15.099" v="3444"/>
          <ac:spMkLst>
            <pc:docMk/>
            <pc:sldMk cId="2528015916" sldId="515"/>
            <ac:spMk id="2" creationId="{E9308DF7-0357-9296-FB78-47948DAA3602}"/>
          </ac:spMkLst>
        </pc:spChg>
        <pc:spChg chg="mod">
          <ac:chgData name="Tom Hartley" userId="f9a9e95579b5c8ee" providerId="LiveId" clId="{FCDD3F9C-DA15-49C4-8B8B-19D86E25A3D6}" dt="2023-03-24T10:36:08.633" v="3652" actId="114"/>
          <ac:spMkLst>
            <pc:docMk/>
            <pc:sldMk cId="2528015916" sldId="515"/>
            <ac:spMk id="3" creationId="{5C4E5858-E211-03C0-3DAA-42286861991E}"/>
          </ac:spMkLst>
        </pc:spChg>
      </pc:sldChg>
      <pc:sldChg chg="addSp delSp modSp add mod">
        <pc:chgData name="Tom Hartley" userId="f9a9e95579b5c8ee" providerId="LiveId" clId="{FCDD3F9C-DA15-49C4-8B8B-19D86E25A3D6}" dt="2023-04-18T20:04:38.955" v="6432" actId="20577"/>
        <pc:sldMkLst>
          <pc:docMk/>
          <pc:sldMk cId="3199556697" sldId="516"/>
        </pc:sldMkLst>
        <pc:spChg chg="mod">
          <ac:chgData name="Tom Hartley" userId="f9a9e95579b5c8ee" providerId="LiveId" clId="{FCDD3F9C-DA15-49C4-8B8B-19D86E25A3D6}" dt="2023-03-28T15:26:04.333" v="6237" actId="27636"/>
          <ac:spMkLst>
            <pc:docMk/>
            <pc:sldMk cId="3199556697" sldId="516"/>
            <ac:spMk id="3" creationId="{5C4E5858-E211-03C0-3DAA-42286861991E}"/>
          </ac:spMkLst>
        </pc:spChg>
        <pc:spChg chg="add mod">
          <ac:chgData name="Tom Hartley" userId="f9a9e95579b5c8ee" providerId="LiveId" clId="{FCDD3F9C-DA15-49C4-8B8B-19D86E25A3D6}" dt="2023-04-18T20:04:38.955" v="6432" actId="20577"/>
          <ac:spMkLst>
            <pc:docMk/>
            <pc:sldMk cId="3199556697" sldId="516"/>
            <ac:spMk id="5" creationId="{3385A98A-C018-39BC-3C6E-7378A8BD05EC}"/>
          </ac:spMkLst>
        </pc:spChg>
        <pc:spChg chg="del">
          <ac:chgData name="Tom Hartley" userId="f9a9e95579b5c8ee" providerId="LiveId" clId="{FCDD3F9C-DA15-49C4-8B8B-19D86E25A3D6}" dt="2023-03-24T09:11:47.150" v="694" actId="478"/>
          <ac:spMkLst>
            <pc:docMk/>
            <pc:sldMk cId="3199556697" sldId="516"/>
            <ac:spMk id="6" creationId="{57A37664-00BA-AE10-BD7F-A2FB1FD84266}"/>
          </ac:spMkLst>
        </pc:spChg>
        <pc:spChg chg="add del mod">
          <ac:chgData name="Tom Hartley" userId="f9a9e95579b5c8ee" providerId="LiveId" clId="{FCDD3F9C-DA15-49C4-8B8B-19D86E25A3D6}" dt="2023-03-24T10:07:48.173" v="3068" actId="14100"/>
          <ac:spMkLst>
            <pc:docMk/>
            <pc:sldMk cId="3199556697" sldId="516"/>
            <ac:spMk id="7" creationId="{B41BED39-83E4-4048-D9F5-E4CB91F20845}"/>
          </ac:spMkLst>
        </pc:spChg>
        <pc:picChg chg="add mod">
          <ac:chgData name="Tom Hartley" userId="f9a9e95579b5c8ee" providerId="LiveId" clId="{FCDD3F9C-DA15-49C4-8B8B-19D86E25A3D6}" dt="2023-03-24T09:11:55.114" v="698" actId="1076"/>
          <ac:picMkLst>
            <pc:docMk/>
            <pc:sldMk cId="3199556697" sldId="516"/>
            <ac:picMk id="4" creationId="{160C57D6-9F73-9713-8B10-23F02645E1C7}"/>
          </ac:picMkLst>
        </pc:picChg>
      </pc:sldChg>
      <pc:sldChg chg="addSp modSp add mod">
        <pc:chgData name="Tom Hartley" userId="f9a9e95579b5c8ee" providerId="LiveId" clId="{FCDD3F9C-DA15-49C4-8B8B-19D86E25A3D6}" dt="2023-03-28T15:40:27.264" v="6371" actId="20577"/>
        <pc:sldMkLst>
          <pc:docMk/>
          <pc:sldMk cId="172706941" sldId="517"/>
        </pc:sldMkLst>
        <pc:spChg chg="mod">
          <ac:chgData name="Tom Hartley" userId="f9a9e95579b5c8ee" providerId="LiveId" clId="{FCDD3F9C-DA15-49C4-8B8B-19D86E25A3D6}" dt="2023-03-24T09:57:56.102" v="2621" actId="20577"/>
          <ac:spMkLst>
            <pc:docMk/>
            <pc:sldMk cId="172706941" sldId="517"/>
            <ac:spMk id="2" creationId="{E9308DF7-0357-9296-FB78-47948DAA3602}"/>
          </ac:spMkLst>
        </pc:spChg>
        <pc:spChg chg="mod">
          <ac:chgData name="Tom Hartley" userId="f9a9e95579b5c8ee" providerId="LiveId" clId="{FCDD3F9C-DA15-49C4-8B8B-19D86E25A3D6}" dt="2023-03-28T15:40:27.264" v="6371" actId="20577"/>
          <ac:spMkLst>
            <pc:docMk/>
            <pc:sldMk cId="172706941" sldId="517"/>
            <ac:spMk id="3" creationId="{5C4E5858-E211-03C0-3DAA-42286861991E}"/>
          </ac:spMkLst>
        </pc:spChg>
        <pc:spChg chg="add mod">
          <ac:chgData name="Tom Hartley" userId="f9a9e95579b5c8ee" providerId="LiveId" clId="{FCDD3F9C-DA15-49C4-8B8B-19D86E25A3D6}" dt="2023-03-28T15:39:42.199" v="6369" actId="1076"/>
          <ac:spMkLst>
            <pc:docMk/>
            <pc:sldMk cId="172706941" sldId="517"/>
            <ac:spMk id="4" creationId="{F6394BA2-5F12-8894-839C-8B1E3C569D32}"/>
          </ac:spMkLst>
        </pc:spChg>
        <pc:picChg chg="add mod">
          <ac:chgData name="Tom Hartley" userId="f9a9e95579b5c8ee" providerId="LiveId" clId="{FCDD3F9C-DA15-49C4-8B8B-19D86E25A3D6}" dt="2023-03-28T15:39:39.094" v="6368" actId="14100"/>
          <ac:picMkLst>
            <pc:docMk/>
            <pc:sldMk cId="172706941" sldId="517"/>
            <ac:picMk id="5122" creationId="{7478FF7C-E6B2-EEEA-E45E-8F43802705E3}"/>
          </ac:picMkLst>
        </pc:picChg>
      </pc:sldChg>
      <pc:sldChg chg="add del">
        <pc:chgData name="Tom Hartley" userId="f9a9e95579b5c8ee" providerId="LiveId" clId="{FCDD3F9C-DA15-49C4-8B8B-19D86E25A3D6}" dt="2023-03-24T09:57:36.739" v="2588"/>
        <pc:sldMkLst>
          <pc:docMk/>
          <pc:sldMk cId="1149274436" sldId="517"/>
        </pc:sldMkLst>
      </pc:sldChg>
      <pc:sldChg chg="addSp modSp add mod">
        <pc:chgData name="Tom Hartley" userId="f9a9e95579b5c8ee" providerId="LiveId" clId="{FCDD3F9C-DA15-49C4-8B8B-19D86E25A3D6}" dt="2023-03-28T15:41:39.463" v="6378" actId="115"/>
        <pc:sldMkLst>
          <pc:docMk/>
          <pc:sldMk cId="2333411351" sldId="518"/>
        </pc:sldMkLst>
        <pc:spChg chg="mod">
          <ac:chgData name="Tom Hartley" userId="f9a9e95579b5c8ee" providerId="LiveId" clId="{FCDD3F9C-DA15-49C4-8B8B-19D86E25A3D6}" dt="2023-03-24T10:23:54.441" v="3254" actId="20577"/>
          <ac:spMkLst>
            <pc:docMk/>
            <pc:sldMk cId="2333411351" sldId="518"/>
            <ac:spMk id="2" creationId="{E9308DF7-0357-9296-FB78-47948DAA3602}"/>
          </ac:spMkLst>
        </pc:spChg>
        <pc:spChg chg="mod">
          <ac:chgData name="Tom Hartley" userId="f9a9e95579b5c8ee" providerId="LiveId" clId="{FCDD3F9C-DA15-49C4-8B8B-19D86E25A3D6}" dt="2023-03-28T15:41:39.463" v="6378" actId="115"/>
          <ac:spMkLst>
            <pc:docMk/>
            <pc:sldMk cId="2333411351" sldId="518"/>
            <ac:spMk id="3" creationId="{5C4E5858-E211-03C0-3DAA-42286861991E}"/>
          </ac:spMkLst>
        </pc:spChg>
        <pc:spChg chg="add mod">
          <ac:chgData name="Tom Hartley" userId="f9a9e95579b5c8ee" providerId="LiveId" clId="{FCDD3F9C-DA15-49C4-8B8B-19D86E25A3D6}" dt="2023-03-24T10:24:39.979" v="3314" actId="20577"/>
          <ac:spMkLst>
            <pc:docMk/>
            <pc:sldMk cId="2333411351" sldId="518"/>
            <ac:spMk id="4" creationId="{EB0735A3-A36A-0CAE-5B74-5B8BA15EC1E0}"/>
          </ac:spMkLst>
        </pc:spChg>
      </pc:sldChg>
      <pc:sldChg chg="add del">
        <pc:chgData name="Tom Hartley" userId="f9a9e95579b5c8ee" providerId="LiveId" clId="{FCDD3F9C-DA15-49C4-8B8B-19D86E25A3D6}" dt="2023-03-24T09:57:36.553" v="2587"/>
        <pc:sldMkLst>
          <pc:docMk/>
          <pc:sldMk cId="3914023637" sldId="518"/>
        </pc:sldMkLst>
      </pc:sldChg>
      <pc:sldChg chg="modSp add mod">
        <pc:chgData name="Tom Hartley" userId="f9a9e95579b5c8ee" providerId="LiveId" clId="{FCDD3F9C-DA15-49C4-8B8B-19D86E25A3D6}" dt="2023-03-24T10:44:31.867" v="4130" actId="20577"/>
        <pc:sldMkLst>
          <pc:docMk/>
          <pc:sldMk cId="4030214880" sldId="519"/>
        </pc:sldMkLst>
        <pc:spChg chg="mod">
          <ac:chgData name="Tom Hartley" userId="f9a9e95579b5c8ee" providerId="LiveId" clId="{FCDD3F9C-DA15-49C4-8B8B-19D86E25A3D6}" dt="2023-03-24T10:42:36.607" v="4032" actId="20577"/>
          <ac:spMkLst>
            <pc:docMk/>
            <pc:sldMk cId="4030214880" sldId="519"/>
            <ac:spMk id="2" creationId="{E9308DF7-0357-9296-FB78-47948DAA3602}"/>
          </ac:spMkLst>
        </pc:spChg>
        <pc:spChg chg="mod">
          <ac:chgData name="Tom Hartley" userId="f9a9e95579b5c8ee" providerId="LiveId" clId="{FCDD3F9C-DA15-49C4-8B8B-19D86E25A3D6}" dt="2023-03-24T10:44:31.867" v="4130" actId="20577"/>
          <ac:spMkLst>
            <pc:docMk/>
            <pc:sldMk cId="4030214880" sldId="519"/>
            <ac:spMk id="3" creationId="{5C4E5858-E211-03C0-3DAA-42286861991E}"/>
          </ac:spMkLst>
        </pc:spChg>
      </pc:sldChg>
      <pc:sldChg chg="modSp add mod">
        <pc:chgData name="Tom Hartley" userId="f9a9e95579b5c8ee" providerId="LiveId" clId="{FCDD3F9C-DA15-49C4-8B8B-19D86E25A3D6}" dt="2023-03-24T10:45:19.181" v="4141" actId="20577"/>
        <pc:sldMkLst>
          <pc:docMk/>
          <pc:sldMk cId="3958204417" sldId="520"/>
        </pc:sldMkLst>
        <pc:spChg chg="mod">
          <ac:chgData name="Tom Hartley" userId="f9a9e95579b5c8ee" providerId="LiveId" clId="{FCDD3F9C-DA15-49C4-8B8B-19D86E25A3D6}" dt="2023-03-24T10:45:09.436" v="4136" actId="20577"/>
          <ac:spMkLst>
            <pc:docMk/>
            <pc:sldMk cId="3958204417" sldId="520"/>
            <ac:spMk id="2" creationId="{E9308DF7-0357-9296-FB78-47948DAA3602}"/>
          </ac:spMkLst>
        </pc:spChg>
        <pc:spChg chg="mod">
          <ac:chgData name="Tom Hartley" userId="f9a9e95579b5c8ee" providerId="LiveId" clId="{FCDD3F9C-DA15-49C4-8B8B-19D86E25A3D6}" dt="2023-03-24T10:45:19.181" v="4141" actId="20577"/>
          <ac:spMkLst>
            <pc:docMk/>
            <pc:sldMk cId="3958204417" sldId="520"/>
            <ac:spMk id="3" creationId="{5C4E5858-E211-03C0-3DAA-42286861991E}"/>
          </ac:spMkLst>
        </pc:spChg>
      </pc:sldChg>
      <pc:sldChg chg="modSp add mod">
        <pc:chgData name="Tom Hartley" userId="f9a9e95579b5c8ee" providerId="LiveId" clId="{FCDD3F9C-DA15-49C4-8B8B-19D86E25A3D6}" dt="2023-03-24T10:57:33.040" v="4280" actId="20577"/>
        <pc:sldMkLst>
          <pc:docMk/>
          <pc:sldMk cId="1073431507" sldId="521"/>
        </pc:sldMkLst>
        <pc:spChg chg="mod">
          <ac:chgData name="Tom Hartley" userId="f9a9e95579b5c8ee" providerId="LiveId" clId="{FCDD3F9C-DA15-49C4-8B8B-19D86E25A3D6}" dt="2023-03-24T10:50:44.460" v="4187" actId="20577"/>
          <ac:spMkLst>
            <pc:docMk/>
            <pc:sldMk cId="1073431507" sldId="521"/>
            <ac:spMk id="2" creationId="{E9308DF7-0357-9296-FB78-47948DAA3602}"/>
          </ac:spMkLst>
        </pc:spChg>
        <pc:spChg chg="mod">
          <ac:chgData name="Tom Hartley" userId="f9a9e95579b5c8ee" providerId="LiveId" clId="{FCDD3F9C-DA15-49C4-8B8B-19D86E25A3D6}" dt="2023-03-24T10:57:33.040" v="4280" actId="20577"/>
          <ac:spMkLst>
            <pc:docMk/>
            <pc:sldMk cId="1073431507" sldId="521"/>
            <ac:spMk id="3" creationId="{5C4E5858-E211-03C0-3DAA-42286861991E}"/>
          </ac:spMkLst>
        </pc:spChg>
      </pc:sldChg>
      <pc:sldChg chg="modSp add mod">
        <pc:chgData name="Tom Hartley" userId="f9a9e95579b5c8ee" providerId="LiveId" clId="{FCDD3F9C-DA15-49C4-8B8B-19D86E25A3D6}" dt="2023-03-24T12:16:46.777" v="6221" actId="20577"/>
        <pc:sldMkLst>
          <pc:docMk/>
          <pc:sldMk cId="2745705838" sldId="522"/>
        </pc:sldMkLst>
        <pc:spChg chg="mod">
          <ac:chgData name="Tom Hartley" userId="f9a9e95579b5c8ee" providerId="LiveId" clId="{FCDD3F9C-DA15-49C4-8B8B-19D86E25A3D6}" dt="2023-03-24T12:16:46.777" v="6221" actId="20577"/>
          <ac:spMkLst>
            <pc:docMk/>
            <pc:sldMk cId="2745705838" sldId="522"/>
            <ac:spMk id="3" creationId="{5C4E5858-E211-03C0-3DAA-42286861991E}"/>
          </ac:spMkLst>
        </pc:spChg>
      </pc:sldChg>
      <pc:sldChg chg="modSp add mod">
        <pc:chgData name="Tom Hartley" userId="f9a9e95579b5c8ee" providerId="LiveId" clId="{FCDD3F9C-DA15-49C4-8B8B-19D86E25A3D6}" dt="2023-03-24T10:48:34.297" v="4158" actId="20577"/>
        <pc:sldMkLst>
          <pc:docMk/>
          <pc:sldMk cId="3107996527" sldId="523"/>
        </pc:sldMkLst>
        <pc:spChg chg="mod">
          <ac:chgData name="Tom Hartley" userId="f9a9e95579b5c8ee" providerId="LiveId" clId="{FCDD3F9C-DA15-49C4-8B8B-19D86E25A3D6}" dt="2023-03-24T10:46:33.290" v="4148" actId="20577"/>
          <ac:spMkLst>
            <pc:docMk/>
            <pc:sldMk cId="3107996527" sldId="523"/>
            <ac:spMk id="2" creationId="{E9308DF7-0357-9296-FB78-47948DAA3602}"/>
          </ac:spMkLst>
        </pc:spChg>
        <pc:spChg chg="mod">
          <ac:chgData name="Tom Hartley" userId="f9a9e95579b5c8ee" providerId="LiveId" clId="{FCDD3F9C-DA15-49C4-8B8B-19D86E25A3D6}" dt="2023-03-24T10:48:34.297" v="4158" actId="20577"/>
          <ac:spMkLst>
            <pc:docMk/>
            <pc:sldMk cId="3107996527" sldId="523"/>
            <ac:spMk id="3" creationId="{5C4E5858-E211-03C0-3DAA-42286861991E}"/>
          </ac:spMkLst>
        </pc:spChg>
      </pc:sldChg>
      <pc:sldChg chg="modSp add mod">
        <pc:chgData name="Tom Hartley" userId="f9a9e95579b5c8ee" providerId="LiveId" clId="{FCDD3F9C-DA15-49C4-8B8B-19D86E25A3D6}" dt="2023-03-24T10:49:40.172" v="4179" actId="113"/>
        <pc:sldMkLst>
          <pc:docMk/>
          <pc:sldMk cId="3520525261" sldId="524"/>
        </pc:sldMkLst>
        <pc:spChg chg="mod">
          <ac:chgData name="Tom Hartley" userId="f9a9e95579b5c8ee" providerId="LiveId" clId="{FCDD3F9C-DA15-49C4-8B8B-19D86E25A3D6}" dt="2023-03-24T10:48:52.894" v="4164" actId="20577"/>
          <ac:spMkLst>
            <pc:docMk/>
            <pc:sldMk cId="3520525261" sldId="524"/>
            <ac:spMk id="2" creationId="{E9308DF7-0357-9296-FB78-47948DAA3602}"/>
          </ac:spMkLst>
        </pc:spChg>
        <pc:spChg chg="mod">
          <ac:chgData name="Tom Hartley" userId="f9a9e95579b5c8ee" providerId="LiveId" clId="{FCDD3F9C-DA15-49C4-8B8B-19D86E25A3D6}" dt="2023-03-24T10:49:40.172" v="4179" actId="113"/>
          <ac:spMkLst>
            <pc:docMk/>
            <pc:sldMk cId="3520525261" sldId="524"/>
            <ac:spMk id="3" creationId="{5C4E5858-E211-03C0-3DAA-42286861991E}"/>
          </ac:spMkLst>
        </pc:spChg>
      </pc:sldChg>
      <pc:sldChg chg="addSp delSp modSp add mod ord">
        <pc:chgData name="Tom Hartley" userId="f9a9e95579b5c8ee" providerId="LiveId" clId="{FCDD3F9C-DA15-49C4-8B8B-19D86E25A3D6}" dt="2023-03-28T19:37:54.740" v="6410" actId="1076"/>
        <pc:sldMkLst>
          <pc:docMk/>
          <pc:sldMk cId="784159618" sldId="525"/>
        </pc:sldMkLst>
        <pc:spChg chg="mod">
          <ac:chgData name="Tom Hartley" userId="f9a9e95579b5c8ee" providerId="LiveId" clId="{FCDD3F9C-DA15-49C4-8B8B-19D86E25A3D6}" dt="2023-03-24T10:52:08.717" v="4209" actId="20577"/>
          <ac:spMkLst>
            <pc:docMk/>
            <pc:sldMk cId="784159618" sldId="525"/>
            <ac:spMk id="2" creationId="{E9308DF7-0357-9296-FB78-47948DAA3602}"/>
          </ac:spMkLst>
        </pc:spChg>
        <pc:spChg chg="mod">
          <ac:chgData name="Tom Hartley" userId="f9a9e95579b5c8ee" providerId="LiveId" clId="{FCDD3F9C-DA15-49C4-8B8B-19D86E25A3D6}" dt="2023-03-28T19:37:46.636" v="6409" actId="5793"/>
          <ac:spMkLst>
            <pc:docMk/>
            <pc:sldMk cId="784159618" sldId="525"/>
            <ac:spMk id="3" creationId="{5C4E5858-E211-03C0-3DAA-42286861991E}"/>
          </ac:spMkLst>
        </pc:spChg>
        <pc:spChg chg="add del">
          <ac:chgData name="Tom Hartley" userId="f9a9e95579b5c8ee" providerId="LiveId" clId="{FCDD3F9C-DA15-49C4-8B8B-19D86E25A3D6}" dt="2023-03-24T10:54:21.037" v="4212" actId="11529"/>
          <ac:spMkLst>
            <pc:docMk/>
            <pc:sldMk cId="784159618" sldId="525"/>
            <ac:spMk id="4" creationId="{9B51377E-B318-7CF7-6277-D78552D508A1}"/>
          </ac:spMkLst>
        </pc:spChg>
        <pc:spChg chg="add mod">
          <ac:chgData name="Tom Hartley" userId="f9a9e95579b5c8ee" providerId="LiveId" clId="{FCDD3F9C-DA15-49C4-8B8B-19D86E25A3D6}" dt="2023-03-28T19:37:54.740" v="6410" actId="1076"/>
          <ac:spMkLst>
            <pc:docMk/>
            <pc:sldMk cId="784159618" sldId="525"/>
            <ac:spMk id="5" creationId="{3ACD50B3-F8CD-8E91-65FA-F723FA8BABEE}"/>
          </ac:spMkLst>
        </pc:spChg>
      </pc:sldChg>
      <pc:sldChg chg="modSp add mod ord">
        <pc:chgData name="Tom Hartley" userId="f9a9e95579b5c8ee" providerId="LiveId" clId="{FCDD3F9C-DA15-49C4-8B8B-19D86E25A3D6}" dt="2023-03-24T11:26:05.913" v="5059"/>
        <pc:sldMkLst>
          <pc:docMk/>
          <pc:sldMk cId="3634178699" sldId="526"/>
        </pc:sldMkLst>
        <pc:spChg chg="mod">
          <ac:chgData name="Tom Hartley" userId="f9a9e95579b5c8ee" providerId="LiveId" clId="{FCDD3F9C-DA15-49C4-8B8B-19D86E25A3D6}" dt="2023-03-24T10:57:19.349" v="4278" actId="27636"/>
          <ac:spMkLst>
            <pc:docMk/>
            <pc:sldMk cId="3634178699" sldId="526"/>
            <ac:spMk id="2" creationId="{E9308DF7-0357-9296-FB78-47948DAA3602}"/>
          </ac:spMkLst>
        </pc:spChg>
        <pc:spChg chg="mod">
          <ac:chgData name="Tom Hartley" userId="f9a9e95579b5c8ee" providerId="LiveId" clId="{FCDD3F9C-DA15-49C4-8B8B-19D86E25A3D6}" dt="2023-03-24T10:57:12.787" v="4276" actId="20577"/>
          <ac:spMkLst>
            <pc:docMk/>
            <pc:sldMk cId="3634178699" sldId="526"/>
            <ac:spMk id="3" creationId="{5C4E5858-E211-03C0-3DAA-42286861991E}"/>
          </ac:spMkLst>
        </pc:spChg>
      </pc:sldChg>
      <pc:sldChg chg="modSp add mod">
        <pc:chgData name="Tom Hartley" userId="f9a9e95579b5c8ee" providerId="LiveId" clId="{FCDD3F9C-DA15-49C4-8B8B-19D86E25A3D6}" dt="2023-03-28T19:43:01.510" v="6431" actId="113"/>
        <pc:sldMkLst>
          <pc:docMk/>
          <pc:sldMk cId="332973052" sldId="527"/>
        </pc:sldMkLst>
        <pc:spChg chg="mod">
          <ac:chgData name="Tom Hartley" userId="f9a9e95579b5c8ee" providerId="LiveId" clId="{FCDD3F9C-DA15-49C4-8B8B-19D86E25A3D6}" dt="2023-03-24T11:05:44.448" v="4554" actId="20577"/>
          <ac:spMkLst>
            <pc:docMk/>
            <pc:sldMk cId="332973052" sldId="527"/>
            <ac:spMk id="2" creationId="{E9308DF7-0357-9296-FB78-47948DAA3602}"/>
          </ac:spMkLst>
        </pc:spChg>
        <pc:spChg chg="mod">
          <ac:chgData name="Tom Hartley" userId="f9a9e95579b5c8ee" providerId="LiveId" clId="{FCDD3F9C-DA15-49C4-8B8B-19D86E25A3D6}" dt="2023-03-28T19:43:01.510" v="6431" actId="113"/>
          <ac:spMkLst>
            <pc:docMk/>
            <pc:sldMk cId="332973052" sldId="527"/>
            <ac:spMk id="3" creationId="{5C4E5858-E211-03C0-3DAA-42286861991E}"/>
          </ac:spMkLst>
        </pc:spChg>
      </pc:sldChg>
      <pc:sldChg chg="modSp new mod">
        <pc:chgData name="Tom Hartley" userId="f9a9e95579b5c8ee" providerId="LiveId" clId="{FCDD3F9C-DA15-49C4-8B8B-19D86E25A3D6}" dt="2023-03-24T11:10:44.067" v="4717" actId="20577"/>
        <pc:sldMkLst>
          <pc:docMk/>
          <pc:sldMk cId="3167976696" sldId="528"/>
        </pc:sldMkLst>
        <pc:spChg chg="mod">
          <ac:chgData name="Tom Hartley" userId="f9a9e95579b5c8ee" providerId="LiveId" clId="{FCDD3F9C-DA15-49C4-8B8B-19D86E25A3D6}" dt="2023-03-24T11:09:01.788" v="4664" actId="27636"/>
          <ac:spMkLst>
            <pc:docMk/>
            <pc:sldMk cId="3167976696" sldId="528"/>
            <ac:spMk id="2" creationId="{C0F89E4B-4919-34D6-87E1-9EE8C2A492ED}"/>
          </ac:spMkLst>
        </pc:spChg>
        <pc:spChg chg="mod">
          <ac:chgData name="Tom Hartley" userId="f9a9e95579b5c8ee" providerId="LiveId" clId="{FCDD3F9C-DA15-49C4-8B8B-19D86E25A3D6}" dt="2023-03-24T11:10:44.067" v="4717" actId="20577"/>
          <ac:spMkLst>
            <pc:docMk/>
            <pc:sldMk cId="3167976696" sldId="528"/>
            <ac:spMk id="3" creationId="{3FD3CDF0-433D-408A-9E55-EE6D7F7BEBF7}"/>
          </ac:spMkLst>
        </pc:spChg>
      </pc:sldChg>
      <pc:sldChg chg="add del">
        <pc:chgData name="Tom Hartley" userId="f9a9e95579b5c8ee" providerId="LiveId" clId="{FCDD3F9C-DA15-49C4-8B8B-19D86E25A3D6}" dt="2023-03-24T11:06:36.041" v="4555" actId="2696"/>
        <pc:sldMkLst>
          <pc:docMk/>
          <pc:sldMk cId="4229191869" sldId="528"/>
        </pc:sldMkLst>
      </pc:sldChg>
      <pc:sldChg chg="add del">
        <pc:chgData name="Tom Hartley" userId="f9a9e95579b5c8ee" providerId="LiveId" clId="{FCDD3F9C-DA15-49C4-8B8B-19D86E25A3D6}" dt="2023-03-24T11:06:36.041" v="4555" actId="2696"/>
        <pc:sldMkLst>
          <pc:docMk/>
          <pc:sldMk cId="928256461" sldId="529"/>
        </pc:sldMkLst>
      </pc:sldChg>
      <pc:sldChg chg="addSp modSp new mod ord">
        <pc:chgData name="Tom Hartley" userId="f9a9e95579b5c8ee" providerId="LiveId" clId="{FCDD3F9C-DA15-49C4-8B8B-19D86E25A3D6}" dt="2023-03-28T19:38:35.981" v="6417" actId="20577"/>
        <pc:sldMkLst>
          <pc:docMk/>
          <pc:sldMk cId="3259306904" sldId="529"/>
        </pc:sldMkLst>
        <pc:spChg chg="mod">
          <ac:chgData name="Tom Hartley" userId="f9a9e95579b5c8ee" providerId="LiveId" clId="{FCDD3F9C-DA15-49C4-8B8B-19D86E25A3D6}" dt="2023-03-24T11:12:49.391" v="4723" actId="20577"/>
          <ac:spMkLst>
            <pc:docMk/>
            <pc:sldMk cId="3259306904" sldId="529"/>
            <ac:spMk id="2" creationId="{2E250F97-04F5-6902-059C-96194475B7A5}"/>
          </ac:spMkLst>
        </pc:spChg>
        <pc:spChg chg="mod">
          <ac:chgData name="Tom Hartley" userId="f9a9e95579b5c8ee" providerId="LiveId" clId="{FCDD3F9C-DA15-49C4-8B8B-19D86E25A3D6}" dt="2023-03-28T19:38:35.981" v="6417" actId="20577"/>
          <ac:spMkLst>
            <pc:docMk/>
            <pc:sldMk cId="3259306904" sldId="529"/>
            <ac:spMk id="3" creationId="{83FEFF2D-EADD-96A8-98CD-E7B46EAA60C5}"/>
          </ac:spMkLst>
        </pc:spChg>
        <pc:spChg chg="add mod">
          <ac:chgData name="Tom Hartley" userId="f9a9e95579b5c8ee" providerId="LiveId" clId="{FCDD3F9C-DA15-49C4-8B8B-19D86E25A3D6}" dt="2023-03-24T11:42:51.511" v="5511" actId="13822"/>
          <ac:spMkLst>
            <pc:docMk/>
            <pc:sldMk cId="3259306904" sldId="529"/>
            <ac:spMk id="6" creationId="{2FDD4C6D-1F2B-EC2B-023C-EE7E8574E673}"/>
          </ac:spMkLst>
        </pc:spChg>
        <pc:picChg chg="add mod">
          <ac:chgData name="Tom Hartley" userId="f9a9e95579b5c8ee" providerId="LiveId" clId="{FCDD3F9C-DA15-49C4-8B8B-19D86E25A3D6}" dt="2023-03-24T11:42:37.901" v="5508" actId="1076"/>
          <ac:picMkLst>
            <pc:docMk/>
            <pc:sldMk cId="3259306904" sldId="529"/>
            <ac:picMk id="5" creationId="{85F714E0-2A73-F94C-B29D-31A7C5D52F27}"/>
          </ac:picMkLst>
        </pc:picChg>
        <pc:cxnChg chg="add mod">
          <ac:chgData name="Tom Hartley" userId="f9a9e95579b5c8ee" providerId="LiveId" clId="{FCDD3F9C-DA15-49C4-8B8B-19D86E25A3D6}" dt="2023-03-24T11:42:56.575" v="5512" actId="13822"/>
          <ac:cxnSpMkLst>
            <pc:docMk/>
            <pc:sldMk cId="3259306904" sldId="529"/>
            <ac:cxnSpMk id="8" creationId="{11FFF441-4508-ABD1-C2F8-0DB30BAAB6AA}"/>
          </ac:cxnSpMkLst>
        </pc:cxnChg>
      </pc:sldChg>
      <pc:sldChg chg="addSp modSp new mod">
        <pc:chgData name="Tom Hartley" userId="f9a9e95579b5c8ee" providerId="LiveId" clId="{FCDD3F9C-DA15-49C4-8B8B-19D86E25A3D6}" dt="2023-03-24T11:59:23.208" v="6195" actId="20577"/>
        <pc:sldMkLst>
          <pc:docMk/>
          <pc:sldMk cId="4072764336" sldId="530"/>
        </pc:sldMkLst>
        <pc:spChg chg="mod">
          <ac:chgData name="Tom Hartley" userId="f9a9e95579b5c8ee" providerId="LiveId" clId="{FCDD3F9C-DA15-49C4-8B8B-19D86E25A3D6}" dt="2023-03-24T11:14:54.025" v="4727"/>
          <ac:spMkLst>
            <pc:docMk/>
            <pc:sldMk cId="4072764336" sldId="530"/>
            <ac:spMk id="2" creationId="{A6B04283-EE19-D03A-D886-736FCEC61743}"/>
          </ac:spMkLst>
        </pc:spChg>
        <pc:spChg chg="mod">
          <ac:chgData name="Tom Hartley" userId="f9a9e95579b5c8ee" providerId="LiveId" clId="{FCDD3F9C-DA15-49C4-8B8B-19D86E25A3D6}" dt="2023-03-24T11:59:23.208" v="6195" actId="20577"/>
          <ac:spMkLst>
            <pc:docMk/>
            <pc:sldMk cId="4072764336" sldId="530"/>
            <ac:spMk id="3" creationId="{6E06ACC7-BA62-4801-D114-F79B71D74BCF}"/>
          </ac:spMkLst>
        </pc:spChg>
        <pc:spChg chg="add mod">
          <ac:chgData name="Tom Hartley" userId="f9a9e95579b5c8ee" providerId="LiveId" clId="{FCDD3F9C-DA15-49C4-8B8B-19D86E25A3D6}" dt="2023-03-24T11:18:29.447" v="4846" actId="1076"/>
          <ac:spMkLst>
            <pc:docMk/>
            <pc:sldMk cId="4072764336" sldId="530"/>
            <ac:spMk id="4" creationId="{FB13BCF0-1AD9-DC4E-FC21-9817D994AC7D}"/>
          </ac:spMkLst>
        </pc:spChg>
      </pc:sldChg>
      <pc:sldChg chg="modSp new mod">
        <pc:chgData name="Tom Hartley" userId="f9a9e95579b5c8ee" providerId="LiveId" clId="{FCDD3F9C-DA15-49C4-8B8B-19D86E25A3D6}" dt="2023-03-24T11:37:43.822" v="5446" actId="207"/>
        <pc:sldMkLst>
          <pc:docMk/>
          <pc:sldMk cId="1108642875" sldId="531"/>
        </pc:sldMkLst>
        <pc:spChg chg="mod">
          <ac:chgData name="Tom Hartley" userId="f9a9e95579b5c8ee" providerId="LiveId" clId="{FCDD3F9C-DA15-49C4-8B8B-19D86E25A3D6}" dt="2023-03-24T11:35:23.732" v="5429"/>
          <ac:spMkLst>
            <pc:docMk/>
            <pc:sldMk cId="1108642875" sldId="531"/>
            <ac:spMk id="2" creationId="{EFAA2283-1F98-B947-9B41-54F016B7AE94}"/>
          </ac:spMkLst>
        </pc:spChg>
        <pc:spChg chg="mod">
          <ac:chgData name="Tom Hartley" userId="f9a9e95579b5c8ee" providerId="LiveId" clId="{FCDD3F9C-DA15-49C4-8B8B-19D86E25A3D6}" dt="2023-03-24T11:37:43.822" v="5446" actId="207"/>
          <ac:spMkLst>
            <pc:docMk/>
            <pc:sldMk cId="1108642875" sldId="531"/>
            <ac:spMk id="3" creationId="{6A94698F-0C35-09A8-5156-624B914A2D09}"/>
          </ac:spMkLst>
        </pc:spChg>
      </pc:sldChg>
      <pc:sldChg chg="modSp new mod">
        <pc:chgData name="Tom Hartley" userId="f9a9e95579b5c8ee" providerId="LiveId" clId="{FCDD3F9C-DA15-49C4-8B8B-19D86E25A3D6}" dt="2023-03-28T19:42:29.998" v="6430" actId="113"/>
        <pc:sldMkLst>
          <pc:docMk/>
          <pc:sldMk cId="1404523437" sldId="532"/>
        </pc:sldMkLst>
        <pc:spChg chg="mod">
          <ac:chgData name="Tom Hartley" userId="f9a9e95579b5c8ee" providerId="LiveId" clId="{FCDD3F9C-DA15-49C4-8B8B-19D86E25A3D6}" dt="2023-03-24T11:58:50.328" v="6171"/>
          <ac:spMkLst>
            <pc:docMk/>
            <pc:sldMk cId="1404523437" sldId="532"/>
            <ac:spMk id="2" creationId="{AC34044A-D1F7-F1CC-6D2A-95A6A4F92CA7}"/>
          </ac:spMkLst>
        </pc:spChg>
        <pc:spChg chg="mod">
          <ac:chgData name="Tom Hartley" userId="f9a9e95579b5c8ee" providerId="LiveId" clId="{FCDD3F9C-DA15-49C4-8B8B-19D86E25A3D6}" dt="2023-03-28T19:42:29.998" v="6430" actId="113"/>
          <ac:spMkLst>
            <pc:docMk/>
            <pc:sldMk cId="1404523437" sldId="532"/>
            <ac:spMk id="3" creationId="{547B46B1-27BC-DA48-FDC9-1E1F8A44F4ED}"/>
          </ac:spMkLst>
        </pc:spChg>
      </pc:sldChg>
      <pc:sldChg chg="modSp add mod ord">
        <pc:chgData name="Tom Hartley" userId="f9a9e95579b5c8ee" providerId="LiveId" clId="{FCDD3F9C-DA15-49C4-8B8B-19D86E25A3D6}" dt="2023-03-28T19:42:14.960" v="6429" actId="313"/>
        <pc:sldMkLst>
          <pc:docMk/>
          <pc:sldMk cId="3368483987" sldId="533"/>
        </pc:sldMkLst>
        <pc:spChg chg="mod">
          <ac:chgData name="Tom Hartley" userId="f9a9e95579b5c8ee" providerId="LiveId" clId="{FCDD3F9C-DA15-49C4-8B8B-19D86E25A3D6}" dt="2023-03-24T11:58:54.735" v="6174"/>
          <ac:spMkLst>
            <pc:docMk/>
            <pc:sldMk cId="3368483987" sldId="533"/>
            <ac:spMk id="2" creationId="{AC34044A-D1F7-F1CC-6D2A-95A6A4F92CA7}"/>
          </ac:spMkLst>
        </pc:spChg>
        <pc:spChg chg="mod">
          <ac:chgData name="Tom Hartley" userId="f9a9e95579b5c8ee" providerId="LiveId" clId="{FCDD3F9C-DA15-49C4-8B8B-19D86E25A3D6}" dt="2023-03-28T19:42:14.960" v="6429" actId="313"/>
          <ac:spMkLst>
            <pc:docMk/>
            <pc:sldMk cId="3368483987" sldId="533"/>
            <ac:spMk id="3" creationId="{547B46B1-27BC-DA48-FDC9-1E1F8A44F4ED}"/>
          </ac:spMkLst>
        </pc:spChg>
      </pc:sldChg>
      <pc:sldChg chg="modSp new del mod">
        <pc:chgData name="Tom Hartley" userId="f9a9e95579b5c8ee" providerId="LiveId" clId="{FCDD3F9C-DA15-49C4-8B8B-19D86E25A3D6}" dt="2023-03-24T12:06:35.111" v="6218" actId="2696"/>
        <pc:sldMkLst>
          <pc:docMk/>
          <pc:sldMk cId="3599125228" sldId="534"/>
        </pc:sldMkLst>
        <pc:spChg chg="mod">
          <ac:chgData name="Tom Hartley" userId="f9a9e95579b5c8ee" providerId="LiveId" clId="{FCDD3F9C-DA15-49C4-8B8B-19D86E25A3D6}" dt="2023-03-24T12:06:08.405" v="6212"/>
          <ac:spMkLst>
            <pc:docMk/>
            <pc:sldMk cId="3599125228" sldId="534"/>
            <ac:spMk id="2" creationId="{34686B0B-7202-616A-9087-F26747897AED}"/>
          </ac:spMkLst>
        </pc:spChg>
      </pc:sldChg>
      <pc:sldChg chg="modSp add mod">
        <pc:chgData name="Tom Hartley" userId="f9a9e95579b5c8ee" providerId="LiveId" clId="{FCDD3F9C-DA15-49C4-8B8B-19D86E25A3D6}" dt="2023-03-24T12:07:46.261" v="6220" actId="1076"/>
        <pc:sldMkLst>
          <pc:docMk/>
          <pc:sldMk cId="2243294867" sldId="535"/>
        </pc:sldMkLst>
        <pc:spChg chg="mod">
          <ac:chgData name="Tom Hartley" userId="f9a9e95579b5c8ee" providerId="LiveId" clId="{FCDD3F9C-DA15-49C4-8B8B-19D86E25A3D6}" dt="2023-03-24T12:06:25.518" v="6214"/>
          <ac:spMkLst>
            <pc:docMk/>
            <pc:sldMk cId="2243294867" sldId="535"/>
            <ac:spMk id="2" creationId="{E9308DF7-0357-9296-FB78-47948DAA3602}"/>
          </ac:spMkLst>
        </pc:spChg>
        <pc:spChg chg="mod">
          <ac:chgData name="Tom Hartley" userId="f9a9e95579b5c8ee" providerId="LiveId" clId="{FCDD3F9C-DA15-49C4-8B8B-19D86E25A3D6}" dt="2023-03-24T12:07:39.660" v="6219" actId="14100"/>
          <ac:spMkLst>
            <pc:docMk/>
            <pc:sldMk cId="2243294867" sldId="535"/>
            <ac:spMk id="3" creationId="{5C4E5858-E211-03C0-3DAA-42286861991E}"/>
          </ac:spMkLst>
        </pc:spChg>
        <pc:spChg chg="mod">
          <ac:chgData name="Tom Hartley" userId="f9a9e95579b5c8ee" providerId="LiveId" clId="{FCDD3F9C-DA15-49C4-8B8B-19D86E25A3D6}" dt="2023-03-24T12:07:46.261" v="6220" actId="1076"/>
          <ac:spMkLst>
            <pc:docMk/>
            <pc:sldMk cId="2243294867" sldId="535"/>
            <ac:spMk id="5" creationId="{3385A98A-C018-39BC-3C6E-7378A8BD05EC}"/>
          </ac:spMkLst>
        </pc:spChg>
        <pc:spChg chg="mod">
          <ac:chgData name="Tom Hartley" userId="f9a9e95579b5c8ee" providerId="LiveId" clId="{FCDD3F9C-DA15-49C4-8B8B-19D86E25A3D6}" dt="2023-03-24T12:07:46.261" v="6220" actId="1076"/>
          <ac:spMkLst>
            <pc:docMk/>
            <pc:sldMk cId="2243294867" sldId="535"/>
            <ac:spMk id="7" creationId="{B41BED39-83E4-4048-D9F5-E4CB91F20845}"/>
          </ac:spMkLst>
        </pc:spChg>
        <pc:picChg chg="mod">
          <ac:chgData name="Tom Hartley" userId="f9a9e95579b5c8ee" providerId="LiveId" clId="{FCDD3F9C-DA15-49C4-8B8B-19D86E25A3D6}" dt="2023-03-24T12:07:46.261" v="6220" actId="1076"/>
          <ac:picMkLst>
            <pc:docMk/>
            <pc:sldMk cId="2243294867" sldId="535"/>
            <ac:picMk id="4" creationId="{160C57D6-9F73-9713-8B10-23F02645E1C7}"/>
          </ac:picMkLst>
        </pc:picChg>
      </pc:sldChg>
    </pc:docChg>
  </pc:docChgLst>
  <pc:docChgLst>
    <pc:chgData name="Tom Hartley" userId="f9a9e95579b5c8ee" providerId="LiveId" clId="{2B69DCA4-96AA-4D50-A5FC-8415DB844862}"/>
    <pc:docChg chg="custSel addSld delSld modSld sldOrd">
      <pc:chgData name="Tom Hartley" userId="f9a9e95579b5c8ee" providerId="LiveId" clId="{2B69DCA4-96AA-4D50-A5FC-8415DB844862}" dt="2023-01-03T16:43:19.803" v="209" actId="20577"/>
      <pc:docMkLst>
        <pc:docMk/>
      </pc:docMkLst>
      <pc:sldChg chg="modSp mod">
        <pc:chgData name="Tom Hartley" userId="f9a9e95579b5c8ee" providerId="LiveId" clId="{2B69DCA4-96AA-4D50-A5FC-8415DB844862}" dt="2023-01-03T16:43:19.803" v="209" actId="20577"/>
        <pc:sldMkLst>
          <pc:docMk/>
          <pc:sldMk cId="367599832" sldId="256"/>
        </pc:sldMkLst>
        <pc:spChg chg="mod">
          <ac:chgData name="Tom Hartley" userId="f9a9e95579b5c8ee" providerId="LiveId" clId="{2B69DCA4-96AA-4D50-A5FC-8415DB844862}" dt="2023-01-03T16:43:19.803" v="209" actId="20577"/>
          <ac:spMkLst>
            <pc:docMk/>
            <pc:sldMk cId="367599832" sldId="256"/>
            <ac:spMk id="3" creationId="{00000000-0000-0000-0000-000000000000}"/>
          </ac:spMkLst>
        </pc:spChg>
      </pc:sldChg>
      <pc:sldChg chg="modSp mod ord">
        <pc:chgData name="Tom Hartley" userId="f9a9e95579b5c8ee" providerId="LiveId" clId="{2B69DCA4-96AA-4D50-A5FC-8415DB844862}" dt="2023-01-03T16:42:46.307" v="191" actId="20577"/>
        <pc:sldMkLst>
          <pc:docMk/>
          <pc:sldMk cId="2579396489" sldId="257"/>
        </pc:sldMkLst>
        <pc:spChg chg="mod">
          <ac:chgData name="Tom Hartley" userId="f9a9e95579b5c8ee" providerId="LiveId" clId="{2B69DCA4-96AA-4D50-A5FC-8415DB844862}" dt="2023-01-03T16:42:46.307" v="191" actId="20577"/>
          <ac:spMkLst>
            <pc:docMk/>
            <pc:sldMk cId="2579396489" sldId="257"/>
            <ac:spMk id="3" creationId="{00000000-0000-0000-0000-000000000000}"/>
          </ac:spMkLst>
        </pc:spChg>
      </pc:sldChg>
      <pc:sldChg chg="modSp mod ord">
        <pc:chgData name="Tom Hartley" userId="f9a9e95579b5c8ee" providerId="LiveId" clId="{2B69DCA4-96AA-4D50-A5FC-8415DB844862}" dt="2023-01-03T16:42:55.988" v="192"/>
        <pc:sldMkLst>
          <pc:docMk/>
          <pc:sldMk cId="3984578066" sldId="315"/>
        </pc:sldMkLst>
        <pc:spChg chg="mod">
          <ac:chgData name="Tom Hartley" userId="f9a9e95579b5c8ee" providerId="LiveId" clId="{2B69DCA4-96AA-4D50-A5FC-8415DB844862}" dt="2023-01-03T16:42:55.988" v="192"/>
          <ac:spMkLst>
            <pc:docMk/>
            <pc:sldMk cId="3984578066" sldId="315"/>
            <ac:spMk id="3" creationId="{00000000-0000-0000-0000-000000000000}"/>
          </ac:spMkLst>
        </pc:spChg>
      </pc:sldChg>
      <pc:sldChg chg="del">
        <pc:chgData name="Tom Hartley" userId="f9a9e95579b5c8ee" providerId="LiveId" clId="{2B69DCA4-96AA-4D50-A5FC-8415DB844862}" dt="2023-01-03T16:38:45.862" v="54" actId="2696"/>
        <pc:sldMkLst>
          <pc:docMk/>
          <pc:sldMk cId="3131496761" sldId="406"/>
        </pc:sldMkLst>
      </pc:sldChg>
      <pc:sldChg chg="del">
        <pc:chgData name="Tom Hartley" userId="f9a9e95579b5c8ee" providerId="LiveId" clId="{2B69DCA4-96AA-4D50-A5FC-8415DB844862}" dt="2023-01-03T16:38:45.862" v="54" actId="2696"/>
        <pc:sldMkLst>
          <pc:docMk/>
          <pc:sldMk cId="337026312" sldId="408"/>
        </pc:sldMkLst>
      </pc:sldChg>
      <pc:sldChg chg="del">
        <pc:chgData name="Tom Hartley" userId="f9a9e95579b5c8ee" providerId="LiveId" clId="{2B69DCA4-96AA-4D50-A5FC-8415DB844862}" dt="2023-01-03T16:38:45.862" v="54" actId="2696"/>
        <pc:sldMkLst>
          <pc:docMk/>
          <pc:sldMk cId="1130102504" sldId="409"/>
        </pc:sldMkLst>
      </pc:sldChg>
      <pc:sldChg chg="del">
        <pc:chgData name="Tom Hartley" userId="f9a9e95579b5c8ee" providerId="LiveId" clId="{2B69DCA4-96AA-4D50-A5FC-8415DB844862}" dt="2023-01-03T16:38:45.862" v="54" actId="2696"/>
        <pc:sldMkLst>
          <pc:docMk/>
          <pc:sldMk cId="2309825091" sldId="410"/>
        </pc:sldMkLst>
      </pc:sldChg>
      <pc:sldChg chg="del">
        <pc:chgData name="Tom Hartley" userId="f9a9e95579b5c8ee" providerId="LiveId" clId="{2B69DCA4-96AA-4D50-A5FC-8415DB844862}" dt="2023-01-03T16:38:45.862" v="54" actId="2696"/>
        <pc:sldMkLst>
          <pc:docMk/>
          <pc:sldMk cId="3121263712" sldId="413"/>
        </pc:sldMkLst>
      </pc:sldChg>
      <pc:sldChg chg="del">
        <pc:chgData name="Tom Hartley" userId="f9a9e95579b5c8ee" providerId="LiveId" clId="{2B69DCA4-96AA-4D50-A5FC-8415DB844862}" dt="2023-01-03T16:38:45.862" v="54" actId="2696"/>
        <pc:sldMkLst>
          <pc:docMk/>
          <pc:sldMk cId="3849712028" sldId="414"/>
        </pc:sldMkLst>
      </pc:sldChg>
      <pc:sldChg chg="del">
        <pc:chgData name="Tom Hartley" userId="f9a9e95579b5c8ee" providerId="LiveId" clId="{2B69DCA4-96AA-4D50-A5FC-8415DB844862}" dt="2023-01-03T16:38:45.862" v="54" actId="2696"/>
        <pc:sldMkLst>
          <pc:docMk/>
          <pc:sldMk cId="941698463" sldId="415"/>
        </pc:sldMkLst>
      </pc:sldChg>
      <pc:sldChg chg="del">
        <pc:chgData name="Tom Hartley" userId="f9a9e95579b5c8ee" providerId="LiveId" clId="{2B69DCA4-96AA-4D50-A5FC-8415DB844862}" dt="2023-01-03T16:38:45.862" v="54" actId="2696"/>
        <pc:sldMkLst>
          <pc:docMk/>
          <pc:sldMk cId="2249388148" sldId="416"/>
        </pc:sldMkLst>
      </pc:sldChg>
      <pc:sldChg chg="del">
        <pc:chgData name="Tom Hartley" userId="f9a9e95579b5c8ee" providerId="LiveId" clId="{2B69DCA4-96AA-4D50-A5FC-8415DB844862}" dt="2023-01-03T16:38:45.862" v="54" actId="2696"/>
        <pc:sldMkLst>
          <pc:docMk/>
          <pc:sldMk cId="477197650" sldId="417"/>
        </pc:sldMkLst>
      </pc:sldChg>
      <pc:sldChg chg="del">
        <pc:chgData name="Tom Hartley" userId="f9a9e95579b5c8ee" providerId="LiveId" clId="{2B69DCA4-96AA-4D50-A5FC-8415DB844862}" dt="2023-01-03T16:38:45.862" v="54" actId="2696"/>
        <pc:sldMkLst>
          <pc:docMk/>
          <pc:sldMk cId="3827582879" sldId="418"/>
        </pc:sldMkLst>
      </pc:sldChg>
      <pc:sldChg chg="add">
        <pc:chgData name="Tom Hartley" userId="f9a9e95579b5c8ee" providerId="LiveId" clId="{2B69DCA4-96AA-4D50-A5FC-8415DB844862}" dt="2023-01-03T16:38:36.385" v="53"/>
        <pc:sldMkLst>
          <pc:docMk/>
          <pc:sldMk cId="2043590837" sldId="441"/>
        </pc:sldMkLst>
      </pc:sldChg>
      <pc:sldChg chg="modSp mod ord">
        <pc:chgData name="Tom Hartley" userId="f9a9e95579b5c8ee" providerId="LiveId" clId="{2B69DCA4-96AA-4D50-A5FC-8415DB844862}" dt="2023-01-03T16:30:21.226" v="40" actId="20577"/>
        <pc:sldMkLst>
          <pc:docMk/>
          <pc:sldMk cId="1190540744" sldId="442"/>
        </pc:sldMkLst>
        <pc:spChg chg="mod">
          <ac:chgData name="Tom Hartley" userId="f9a9e95579b5c8ee" providerId="LiveId" clId="{2B69DCA4-96AA-4D50-A5FC-8415DB844862}" dt="2023-01-03T16:30:21.226" v="40" actId="20577"/>
          <ac:spMkLst>
            <pc:docMk/>
            <pc:sldMk cId="1190540744" sldId="442"/>
            <ac:spMk id="3" creationId="{22E8B1A1-9544-4A41-8405-7AC5FCC3BEAF}"/>
          </ac:spMkLst>
        </pc:spChg>
      </pc:sldChg>
      <pc:sldChg chg="del">
        <pc:chgData name="Tom Hartley" userId="f9a9e95579b5c8ee" providerId="LiveId" clId="{2B69DCA4-96AA-4D50-A5FC-8415DB844862}" dt="2023-01-03T16:38:45.862" v="54" actId="2696"/>
        <pc:sldMkLst>
          <pc:docMk/>
          <pc:sldMk cId="458440758" sldId="443"/>
        </pc:sldMkLst>
      </pc:sldChg>
      <pc:sldChg chg="add">
        <pc:chgData name="Tom Hartley" userId="f9a9e95579b5c8ee" providerId="LiveId" clId="{2B69DCA4-96AA-4D50-A5FC-8415DB844862}" dt="2023-01-03T16:35:20.995" v="48"/>
        <pc:sldMkLst>
          <pc:docMk/>
          <pc:sldMk cId="4073869332" sldId="447"/>
        </pc:sldMkLst>
      </pc:sldChg>
      <pc:sldChg chg="del">
        <pc:chgData name="Tom Hartley" userId="f9a9e95579b5c8ee" providerId="LiveId" clId="{2B69DCA4-96AA-4D50-A5FC-8415DB844862}" dt="2023-01-03T16:38:45.862" v="54" actId="2696"/>
        <pc:sldMkLst>
          <pc:docMk/>
          <pc:sldMk cId="2323577222" sldId="450"/>
        </pc:sldMkLst>
      </pc:sldChg>
      <pc:sldChg chg="add">
        <pc:chgData name="Tom Hartley" userId="f9a9e95579b5c8ee" providerId="LiveId" clId="{2B69DCA4-96AA-4D50-A5FC-8415DB844862}" dt="2023-01-03T16:35:20.995" v="48"/>
        <pc:sldMkLst>
          <pc:docMk/>
          <pc:sldMk cId="2377665532" sldId="451"/>
        </pc:sldMkLst>
      </pc:sldChg>
      <pc:sldChg chg="add">
        <pc:chgData name="Tom Hartley" userId="f9a9e95579b5c8ee" providerId="LiveId" clId="{2B69DCA4-96AA-4D50-A5FC-8415DB844862}" dt="2023-01-03T16:35:20.995" v="48"/>
        <pc:sldMkLst>
          <pc:docMk/>
          <pc:sldMk cId="862337446" sldId="452"/>
        </pc:sldMkLst>
      </pc:sldChg>
      <pc:sldChg chg="ord">
        <pc:chgData name="Tom Hartley" userId="f9a9e95579b5c8ee" providerId="LiveId" clId="{2B69DCA4-96AA-4D50-A5FC-8415DB844862}" dt="2023-01-03T16:38:51.539" v="58"/>
        <pc:sldMkLst>
          <pc:docMk/>
          <pc:sldMk cId="1511038294" sldId="453"/>
        </pc:sldMkLst>
      </pc:sldChg>
      <pc:sldChg chg="add">
        <pc:chgData name="Tom Hartley" userId="f9a9e95579b5c8ee" providerId="LiveId" clId="{2B69DCA4-96AA-4D50-A5FC-8415DB844862}" dt="2023-01-03T16:35:20.995" v="48"/>
        <pc:sldMkLst>
          <pc:docMk/>
          <pc:sldMk cId="785827806" sldId="454"/>
        </pc:sldMkLst>
      </pc:sldChg>
      <pc:sldChg chg="add">
        <pc:chgData name="Tom Hartley" userId="f9a9e95579b5c8ee" providerId="LiveId" clId="{2B69DCA4-96AA-4D50-A5FC-8415DB844862}" dt="2023-01-03T16:35:20.995" v="48"/>
        <pc:sldMkLst>
          <pc:docMk/>
          <pc:sldMk cId="224349125" sldId="455"/>
        </pc:sldMkLst>
      </pc:sldChg>
      <pc:sldChg chg="add">
        <pc:chgData name="Tom Hartley" userId="f9a9e95579b5c8ee" providerId="LiveId" clId="{2B69DCA4-96AA-4D50-A5FC-8415DB844862}" dt="2023-01-03T16:35:20.995" v="48"/>
        <pc:sldMkLst>
          <pc:docMk/>
          <pc:sldMk cId="917941094" sldId="456"/>
        </pc:sldMkLst>
      </pc:sldChg>
      <pc:sldChg chg="add">
        <pc:chgData name="Tom Hartley" userId="f9a9e95579b5c8ee" providerId="LiveId" clId="{2B69DCA4-96AA-4D50-A5FC-8415DB844862}" dt="2023-01-03T16:35:20.995" v="48"/>
        <pc:sldMkLst>
          <pc:docMk/>
          <pc:sldMk cId="282776434" sldId="457"/>
        </pc:sldMkLst>
      </pc:sldChg>
      <pc:sldChg chg="add">
        <pc:chgData name="Tom Hartley" userId="f9a9e95579b5c8ee" providerId="LiveId" clId="{2B69DCA4-96AA-4D50-A5FC-8415DB844862}" dt="2023-01-03T16:35:20.995" v="48"/>
        <pc:sldMkLst>
          <pc:docMk/>
          <pc:sldMk cId="4023059141" sldId="458"/>
        </pc:sldMkLst>
      </pc:sldChg>
      <pc:sldChg chg="del">
        <pc:chgData name="Tom Hartley" userId="f9a9e95579b5c8ee" providerId="LiveId" clId="{2B69DCA4-96AA-4D50-A5FC-8415DB844862}" dt="2023-01-03T16:38:45.862" v="54" actId="2696"/>
        <pc:sldMkLst>
          <pc:docMk/>
          <pc:sldMk cId="3997914070" sldId="459"/>
        </pc:sldMkLst>
      </pc:sldChg>
      <pc:sldChg chg="add">
        <pc:chgData name="Tom Hartley" userId="f9a9e95579b5c8ee" providerId="LiveId" clId="{2B69DCA4-96AA-4D50-A5FC-8415DB844862}" dt="2023-01-03T16:36:41.658" v="51"/>
        <pc:sldMkLst>
          <pc:docMk/>
          <pc:sldMk cId="2924942979" sldId="460"/>
        </pc:sldMkLst>
      </pc:sldChg>
      <pc:sldChg chg="add">
        <pc:chgData name="Tom Hartley" userId="f9a9e95579b5c8ee" providerId="LiveId" clId="{2B69DCA4-96AA-4D50-A5FC-8415DB844862}" dt="2023-01-03T16:35:20.995" v="48"/>
        <pc:sldMkLst>
          <pc:docMk/>
          <pc:sldMk cId="448994600" sldId="461"/>
        </pc:sldMkLst>
      </pc:sldChg>
      <pc:sldChg chg="add">
        <pc:chgData name="Tom Hartley" userId="f9a9e95579b5c8ee" providerId="LiveId" clId="{2B69DCA4-96AA-4D50-A5FC-8415DB844862}" dt="2023-01-03T16:36:41.658" v="51"/>
        <pc:sldMkLst>
          <pc:docMk/>
          <pc:sldMk cId="90454" sldId="462"/>
        </pc:sldMkLst>
      </pc:sldChg>
      <pc:sldChg chg="del">
        <pc:chgData name="Tom Hartley" userId="f9a9e95579b5c8ee" providerId="LiveId" clId="{2B69DCA4-96AA-4D50-A5FC-8415DB844862}" dt="2023-01-03T16:38:45.862" v="54" actId="2696"/>
        <pc:sldMkLst>
          <pc:docMk/>
          <pc:sldMk cId="3247829565" sldId="463"/>
        </pc:sldMkLst>
      </pc:sldChg>
      <pc:sldChg chg="del">
        <pc:chgData name="Tom Hartley" userId="f9a9e95579b5c8ee" providerId="LiveId" clId="{2B69DCA4-96AA-4D50-A5FC-8415DB844862}" dt="2023-01-03T16:38:45.862" v="54" actId="2696"/>
        <pc:sldMkLst>
          <pc:docMk/>
          <pc:sldMk cId="1496818681" sldId="464"/>
        </pc:sldMkLst>
      </pc:sldChg>
      <pc:sldChg chg="add">
        <pc:chgData name="Tom Hartley" userId="f9a9e95579b5c8ee" providerId="LiveId" clId="{2B69DCA4-96AA-4D50-A5FC-8415DB844862}" dt="2023-01-03T16:36:41.658" v="51"/>
        <pc:sldMkLst>
          <pc:docMk/>
          <pc:sldMk cId="3621413964" sldId="465"/>
        </pc:sldMkLst>
      </pc:sldChg>
      <pc:sldChg chg="add">
        <pc:chgData name="Tom Hartley" userId="f9a9e95579b5c8ee" providerId="LiveId" clId="{2B69DCA4-96AA-4D50-A5FC-8415DB844862}" dt="2023-01-03T16:36:41.658" v="51"/>
        <pc:sldMkLst>
          <pc:docMk/>
          <pc:sldMk cId="4055841152" sldId="466"/>
        </pc:sldMkLst>
      </pc:sldChg>
      <pc:sldChg chg="add">
        <pc:chgData name="Tom Hartley" userId="f9a9e95579b5c8ee" providerId="LiveId" clId="{2B69DCA4-96AA-4D50-A5FC-8415DB844862}" dt="2023-01-03T16:36:41.658" v="51"/>
        <pc:sldMkLst>
          <pc:docMk/>
          <pc:sldMk cId="2271701164" sldId="467"/>
        </pc:sldMkLst>
      </pc:sldChg>
      <pc:sldChg chg="add">
        <pc:chgData name="Tom Hartley" userId="f9a9e95579b5c8ee" providerId="LiveId" clId="{2B69DCA4-96AA-4D50-A5FC-8415DB844862}" dt="2023-01-03T16:36:41.658" v="51"/>
        <pc:sldMkLst>
          <pc:docMk/>
          <pc:sldMk cId="3829282779" sldId="468"/>
        </pc:sldMkLst>
      </pc:sldChg>
      <pc:sldChg chg="add">
        <pc:chgData name="Tom Hartley" userId="f9a9e95579b5c8ee" providerId="LiveId" clId="{2B69DCA4-96AA-4D50-A5FC-8415DB844862}" dt="2023-01-03T16:36:41.658" v="51"/>
        <pc:sldMkLst>
          <pc:docMk/>
          <pc:sldMk cId="2606438760" sldId="469"/>
        </pc:sldMkLst>
      </pc:sldChg>
      <pc:sldChg chg="add">
        <pc:chgData name="Tom Hartley" userId="f9a9e95579b5c8ee" providerId="LiveId" clId="{2B69DCA4-96AA-4D50-A5FC-8415DB844862}" dt="2023-01-03T16:36:41.658" v="51"/>
        <pc:sldMkLst>
          <pc:docMk/>
          <pc:sldMk cId="2148783421" sldId="470"/>
        </pc:sldMkLst>
      </pc:sldChg>
      <pc:sldChg chg="add">
        <pc:chgData name="Tom Hartley" userId="f9a9e95579b5c8ee" providerId="LiveId" clId="{2B69DCA4-96AA-4D50-A5FC-8415DB844862}" dt="2023-01-03T16:36:41.658" v="51"/>
        <pc:sldMkLst>
          <pc:docMk/>
          <pc:sldMk cId="938178870" sldId="471"/>
        </pc:sldMkLst>
      </pc:sldChg>
      <pc:sldChg chg="add">
        <pc:chgData name="Tom Hartley" userId="f9a9e95579b5c8ee" providerId="LiveId" clId="{2B69DCA4-96AA-4D50-A5FC-8415DB844862}" dt="2023-01-03T16:36:41.658" v="51"/>
        <pc:sldMkLst>
          <pc:docMk/>
          <pc:sldMk cId="456172601" sldId="472"/>
        </pc:sldMkLst>
      </pc:sldChg>
      <pc:sldChg chg="add">
        <pc:chgData name="Tom Hartley" userId="f9a9e95579b5c8ee" providerId="LiveId" clId="{2B69DCA4-96AA-4D50-A5FC-8415DB844862}" dt="2023-01-03T16:36:41.658" v="51"/>
        <pc:sldMkLst>
          <pc:docMk/>
          <pc:sldMk cId="1652663833" sldId="473"/>
        </pc:sldMkLst>
      </pc:sldChg>
      <pc:sldChg chg="add">
        <pc:chgData name="Tom Hartley" userId="f9a9e95579b5c8ee" providerId="LiveId" clId="{2B69DCA4-96AA-4D50-A5FC-8415DB844862}" dt="2023-01-03T16:36:41.658" v="51"/>
        <pc:sldMkLst>
          <pc:docMk/>
          <pc:sldMk cId="2506075810" sldId="474"/>
        </pc:sldMkLst>
      </pc:sldChg>
      <pc:sldChg chg="add">
        <pc:chgData name="Tom Hartley" userId="f9a9e95579b5c8ee" providerId="LiveId" clId="{2B69DCA4-96AA-4D50-A5FC-8415DB844862}" dt="2023-01-03T16:36:41.658" v="51"/>
        <pc:sldMkLst>
          <pc:docMk/>
          <pc:sldMk cId="25436535" sldId="475"/>
        </pc:sldMkLst>
      </pc:sldChg>
      <pc:sldChg chg="add">
        <pc:chgData name="Tom Hartley" userId="f9a9e95579b5c8ee" providerId="LiveId" clId="{2B69DCA4-96AA-4D50-A5FC-8415DB844862}" dt="2023-01-03T16:36:41.658" v="51"/>
        <pc:sldMkLst>
          <pc:docMk/>
          <pc:sldMk cId="4031255497" sldId="476"/>
        </pc:sldMkLst>
      </pc:sldChg>
      <pc:sldChg chg="add">
        <pc:chgData name="Tom Hartley" userId="f9a9e95579b5c8ee" providerId="LiveId" clId="{2B69DCA4-96AA-4D50-A5FC-8415DB844862}" dt="2023-01-03T16:36:41.658" v="51"/>
        <pc:sldMkLst>
          <pc:docMk/>
          <pc:sldMk cId="1844582738" sldId="477"/>
        </pc:sldMkLst>
      </pc:sldChg>
      <pc:sldChg chg="add">
        <pc:chgData name="Tom Hartley" userId="f9a9e95579b5c8ee" providerId="LiveId" clId="{2B69DCA4-96AA-4D50-A5FC-8415DB844862}" dt="2023-01-03T16:38:26.836" v="52"/>
        <pc:sldMkLst>
          <pc:docMk/>
          <pc:sldMk cId="3078555146" sldId="478"/>
        </pc:sldMkLst>
      </pc:sldChg>
      <pc:sldChg chg="add">
        <pc:chgData name="Tom Hartley" userId="f9a9e95579b5c8ee" providerId="LiveId" clId="{2B69DCA4-96AA-4D50-A5FC-8415DB844862}" dt="2023-01-03T16:38:26.836" v="52"/>
        <pc:sldMkLst>
          <pc:docMk/>
          <pc:sldMk cId="2048921508" sldId="479"/>
        </pc:sldMkLst>
      </pc:sldChg>
      <pc:sldChg chg="add">
        <pc:chgData name="Tom Hartley" userId="f9a9e95579b5c8ee" providerId="LiveId" clId="{2B69DCA4-96AA-4D50-A5FC-8415DB844862}" dt="2023-01-03T16:38:26.836" v="52"/>
        <pc:sldMkLst>
          <pc:docMk/>
          <pc:sldMk cId="1987321423" sldId="480"/>
        </pc:sldMkLst>
      </pc:sldChg>
      <pc:sldChg chg="del">
        <pc:chgData name="Tom Hartley" userId="f9a9e95579b5c8ee" providerId="LiveId" clId="{2B69DCA4-96AA-4D50-A5FC-8415DB844862}" dt="2023-01-03T16:38:45.862" v="54" actId="2696"/>
        <pc:sldMkLst>
          <pc:docMk/>
          <pc:sldMk cId="3599259164" sldId="482"/>
        </pc:sldMkLst>
      </pc:sldChg>
      <pc:sldChg chg="del">
        <pc:chgData name="Tom Hartley" userId="f9a9e95579b5c8ee" providerId="LiveId" clId="{2B69DCA4-96AA-4D50-A5FC-8415DB844862}" dt="2023-01-03T16:38:45.862" v="54" actId="2696"/>
        <pc:sldMkLst>
          <pc:docMk/>
          <pc:sldMk cId="489565427" sldId="483"/>
        </pc:sldMkLst>
      </pc:sldChg>
      <pc:sldChg chg="modSp mod ord">
        <pc:chgData name="Tom Hartley" userId="f9a9e95579b5c8ee" providerId="LiveId" clId="{2B69DCA4-96AA-4D50-A5FC-8415DB844862}" dt="2023-01-03T16:33:33.936" v="47"/>
        <pc:sldMkLst>
          <pc:docMk/>
          <pc:sldMk cId="1592147557" sldId="485"/>
        </pc:sldMkLst>
        <pc:spChg chg="mod">
          <ac:chgData name="Tom Hartley" userId="f9a9e95579b5c8ee" providerId="LiveId" clId="{2B69DCA4-96AA-4D50-A5FC-8415DB844862}" dt="2023-01-03T16:33:33.936" v="47"/>
          <ac:spMkLst>
            <pc:docMk/>
            <pc:sldMk cId="1592147557" sldId="485"/>
            <ac:spMk id="3" creationId="{9889CE0A-6A07-8EAC-9035-AE94C5DF4FA7}"/>
          </ac:spMkLst>
        </pc:spChg>
      </pc:sldChg>
      <pc:sldChg chg="ord">
        <pc:chgData name="Tom Hartley" userId="f9a9e95579b5c8ee" providerId="LiveId" clId="{2B69DCA4-96AA-4D50-A5FC-8415DB844862}" dt="2023-01-03T16:32:10.891" v="42"/>
        <pc:sldMkLst>
          <pc:docMk/>
          <pc:sldMk cId="1917259771" sldId="486"/>
        </pc:sldMkLst>
      </pc:sldChg>
      <pc:sldChg chg="del">
        <pc:chgData name="Tom Hartley" userId="f9a9e95579b5c8ee" providerId="LiveId" clId="{2B69DCA4-96AA-4D50-A5FC-8415DB844862}" dt="2023-01-03T16:38:45.862" v="54" actId="2696"/>
        <pc:sldMkLst>
          <pc:docMk/>
          <pc:sldMk cId="2753414640" sldId="487"/>
        </pc:sldMkLst>
      </pc:sldChg>
      <pc:sldChg chg="del">
        <pc:chgData name="Tom Hartley" userId="f9a9e95579b5c8ee" providerId="LiveId" clId="{2B69DCA4-96AA-4D50-A5FC-8415DB844862}" dt="2023-01-03T16:38:45.862" v="54" actId="2696"/>
        <pc:sldMkLst>
          <pc:docMk/>
          <pc:sldMk cId="1782889530" sldId="488"/>
        </pc:sldMkLst>
      </pc:sldChg>
      <pc:sldChg chg="del">
        <pc:chgData name="Tom Hartley" userId="f9a9e95579b5c8ee" providerId="LiveId" clId="{2B69DCA4-96AA-4D50-A5FC-8415DB844862}" dt="2023-01-03T16:38:45.862" v="54" actId="2696"/>
        <pc:sldMkLst>
          <pc:docMk/>
          <pc:sldMk cId="927689787" sldId="489"/>
        </pc:sldMkLst>
      </pc:sldChg>
      <pc:sldChg chg="del">
        <pc:chgData name="Tom Hartley" userId="f9a9e95579b5c8ee" providerId="LiveId" clId="{2B69DCA4-96AA-4D50-A5FC-8415DB844862}" dt="2023-01-03T16:38:45.862" v="54" actId="2696"/>
        <pc:sldMkLst>
          <pc:docMk/>
          <pc:sldMk cId="2188054815" sldId="490"/>
        </pc:sldMkLst>
      </pc:sldChg>
      <pc:sldChg chg="del">
        <pc:chgData name="Tom Hartley" userId="f9a9e95579b5c8ee" providerId="LiveId" clId="{2B69DCA4-96AA-4D50-A5FC-8415DB844862}" dt="2023-01-03T16:38:45.862" v="54" actId="2696"/>
        <pc:sldMkLst>
          <pc:docMk/>
          <pc:sldMk cId="701737264" sldId="491"/>
        </pc:sldMkLst>
      </pc:sldChg>
      <pc:sldChg chg="del">
        <pc:chgData name="Tom Hartley" userId="f9a9e95579b5c8ee" providerId="LiveId" clId="{2B69DCA4-96AA-4D50-A5FC-8415DB844862}" dt="2023-01-03T16:38:45.862" v="54" actId="2696"/>
        <pc:sldMkLst>
          <pc:docMk/>
          <pc:sldMk cId="1369464851" sldId="492"/>
        </pc:sldMkLst>
      </pc:sldChg>
      <pc:sldChg chg="del">
        <pc:chgData name="Tom Hartley" userId="f9a9e95579b5c8ee" providerId="LiveId" clId="{2B69DCA4-96AA-4D50-A5FC-8415DB844862}" dt="2023-01-03T16:38:45.862" v="54" actId="2696"/>
        <pc:sldMkLst>
          <pc:docMk/>
          <pc:sldMk cId="1188126559" sldId="493"/>
        </pc:sldMkLst>
      </pc:sldChg>
      <pc:sldChg chg="del">
        <pc:chgData name="Tom Hartley" userId="f9a9e95579b5c8ee" providerId="LiveId" clId="{2B69DCA4-96AA-4D50-A5FC-8415DB844862}" dt="2023-01-03T16:38:45.862" v="54" actId="2696"/>
        <pc:sldMkLst>
          <pc:docMk/>
          <pc:sldMk cId="2795286774" sldId="494"/>
        </pc:sldMkLst>
      </pc:sldChg>
      <pc:sldChg chg="del">
        <pc:chgData name="Tom Hartley" userId="f9a9e95579b5c8ee" providerId="LiveId" clId="{2B69DCA4-96AA-4D50-A5FC-8415DB844862}" dt="2023-01-03T16:38:45.862" v="54" actId="2696"/>
        <pc:sldMkLst>
          <pc:docMk/>
          <pc:sldMk cId="584037432" sldId="495"/>
        </pc:sldMkLst>
      </pc:sldChg>
      <pc:sldChg chg="del">
        <pc:chgData name="Tom Hartley" userId="f9a9e95579b5c8ee" providerId="LiveId" clId="{2B69DCA4-96AA-4D50-A5FC-8415DB844862}" dt="2023-01-03T16:38:45.862" v="54" actId="2696"/>
        <pc:sldMkLst>
          <pc:docMk/>
          <pc:sldMk cId="3628832497" sldId="496"/>
        </pc:sldMkLst>
      </pc:sldChg>
      <pc:sldChg chg="modSp new del mod">
        <pc:chgData name="Tom Hartley" userId="f9a9e95579b5c8ee" providerId="LiveId" clId="{2B69DCA4-96AA-4D50-A5FC-8415DB844862}" dt="2023-01-03T16:38:55.028" v="59" actId="2696"/>
        <pc:sldMkLst>
          <pc:docMk/>
          <pc:sldMk cId="2352276105" sldId="497"/>
        </pc:sldMkLst>
        <pc:spChg chg="mod">
          <ac:chgData name="Tom Hartley" userId="f9a9e95579b5c8ee" providerId="LiveId" clId="{2B69DCA4-96AA-4D50-A5FC-8415DB844862}" dt="2023-01-03T16:26:07.515" v="3" actId="403"/>
          <ac:spMkLst>
            <pc:docMk/>
            <pc:sldMk cId="2352276105" sldId="497"/>
            <ac:spMk id="3" creationId="{39F35B91-9426-23AA-E5C2-DD351C222A61}"/>
          </ac:spMkLst>
        </pc:spChg>
      </pc:sldChg>
      <pc:sldChg chg="add del">
        <pc:chgData name="Tom Hartley" userId="f9a9e95579b5c8ee" providerId="LiveId" clId="{2B69DCA4-96AA-4D50-A5FC-8415DB844862}" dt="2023-01-03T16:38:55.028" v="59" actId="2696"/>
        <pc:sldMkLst>
          <pc:docMk/>
          <pc:sldMk cId="1612379450" sldId="498"/>
        </pc:sldMkLst>
      </pc:sldChg>
      <pc:sldChg chg="add del">
        <pc:chgData name="Tom Hartley" userId="f9a9e95579b5c8ee" providerId="LiveId" clId="{2B69DCA4-96AA-4D50-A5FC-8415DB844862}" dt="2023-01-03T16:38:55.028" v="59" actId="2696"/>
        <pc:sldMkLst>
          <pc:docMk/>
          <pc:sldMk cId="1174976195" sldId="499"/>
        </pc:sldMkLst>
      </pc:sldChg>
      <pc:sldChg chg="add">
        <pc:chgData name="Tom Hartley" userId="f9a9e95579b5c8ee" providerId="LiveId" clId="{2B69DCA4-96AA-4D50-A5FC-8415DB844862}" dt="2023-01-03T16:36:41.658" v="51"/>
        <pc:sldMkLst>
          <pc:docMk/>
          <pc:sldMk cId="3466019904" sldId="500"/>
        </pc:sldMkLst>
      </pc:sldChg>
      <pc:sldChg chg="add">
        <pc:chgData name="Tom Hartley" userId="f9a9e95579b5c8ee" providerId="LiveId" clId="{2B69DCA4-96AA-4D50-A5FC-8415DB844862}" dt="2023-01-03T16:36:41.658" v="51"/>
        <pc:sldMkLst>
          <pc:docMk/>
          <pc:sldMk cId="2271874910" sldId="501"/>
        </pc:sldMkLst>
      </pc:sldChg>
      <pc:sldChg chg="add">
        <pc:chgData name="Tom Hartley" userId="f9a9e95579b5c8ee" providerId="LiveId" clId="{2B69DCA4-96AA-4D50-A5FC-8415DB844862}" dt="2023-01-03T16:36:41.658" v="51"/>
        <pc:sldMkLst>
          <pc:docMk/>
          <pc:sldMk cId="1858918025" sldId="502"/>
        </pc:sldMkLst>
      </pc:sldChg>
      <pc:sldChg chg="add del">
        <pc:chgData name="Tom Hartley" userId="f9a9e95579b5c8ee" providerId="LiveId" clId="{2B69DCA4-96AA-4D50-A5FC-8415DB844862}" dt="2023-01-03T16:39:14.978" v="64" actId="2696"/>
        <pc:sldMkLst>
          <pc:docMk/>
          <pc:sldMk cId="1965070649" sldId="503"/>
        </pc:sldMkLst>
      </pc:sldChg>
    </pc:docChg>
  </pc:docChgLst>
  <pc:docChgLst>
    <pc:chgData name="Tom Hartley" userId="f9a9e95579b5c8ee" providerId="LiveId" clId="{5C1ED0C3-2AC8-4977-A972-444C185C5168}"/>
    <pc:docChg chg="undo custSel addSld delSld modSld">
      <pc:chgData name="Tom Hartley" userId="f9a9e95579b5c8ee" providerId="LiveId" clId="{5C1ED0C3-2AC8-4977-A972-444C185C5168}" dt="2023-11-02T21:21:06.004" v="351" actId="20577"/>
      <pc:docMkLst>
        <pc:docMk/>
      </pc:docMkLst>
      <pc:sldChg chg="modSp mod">
        <pc:chgData name="Tom Hartley" userId="f9a9e95579b5c8ee" providerId="LiveId" clId="{5C1ED0C3-2AC8-4977-A972-444C185C5168}" dt="2023-11-02T20:59:11.332" v="217" actId="113"/>
        <pc:sldMkLst>
          <pc:docMk/>
          <pc:sldMk cId="2645696286" sldId="510"/>
        </pc:sldMkLst>
        <pc:spChg chg="mod">
          <ac:chgData name="Tom Hartley" userId="f9a9e95579b5c8ee" providerId="LiveId" clId="{5C1ED0C3-2AC8-4977-A972-444C185C5168}" dt="2023-11-02T20:59:11.332" v="217" actId="113"/>
          <ac:spMkLst>
            <pc:docMk/>
            <pc:sldMk cId="2645696286" sldId="510"/>
            <ac:spMk id="3" creationId="{5C4E5858-E211-03C0-3DAA-42286861991E}"/>
          </ac:spMkLst>
        </pc:spChg>
      </pc:sldChg>
      <pc:sldChg chg="modSp mod">
        <pc:chgData name="Tom Hartley" userId="f9a9e95579b5c8ee" providerId="LiveId" clId="{5C1ED0C3-2AC8-4977-A972-444C185C5168}" dt="2023-11-02T21:03:03.659" v="236" actId="113"/>
        <pc:sldMkLst>
          <pc:docMk/>
          <pc:sldMk cId="3759598452" sldId="511"/>
        </pc:sldMkLst>
        <pc:spChg chg="mod">
          <ac:chgData name="Tom Hartley" userId="f9a9e95579b5c8ee" providerId="LiveId" clId="{5C1ED0C3-2AC8-4977-A972-444C185C5168}" dt="2023-11-02T21:03:03.659" v="236" actId="113"/>
          <ac:spMkLst>
            <pc:docMk/>
            <pc:sldMk cId="3759598452" sldId="511"/>
            <ac:spMk id="3" creationId="{5C4E5858-E211-03C0-3DAA-42286861991E}"/>
          </ac:spMkLst>
        </pc:spChg>
      </pc:sldChg>
      <pc:sldChg chg="modSp mod">
        <pc:chgData name="Tom Hartley" userId="f9a9e95579b5c8ee" providerId="LiveId" clId="{5C1ED0C3-2AC8-4977-A972-444C185C5168}" dt="2023-11-02T21:01:52.240" v="235" actId="115"/>
        <pc:sldMkLst>
          <pc:docMk/>
          <pc:sldMk cId="2215709484" sldId="512"/>
        </pc:sldMkLst>
        <pc:spChg chg="mod">
          <ac:chgData name="Tom Hartley" userId="f9a9e95579b5c8ee" providerId="LiveId" clId="{5C1ED0C3-2AC8-4977-A972-444C185C5168}" dt="2023-11-02T21:01:52.240" v="235" actId="115"/>
          <ac:spMkLst>
            <pc:docMk/>
            <pc:sldMk cId="2215709484" sldId="512"/>
            <ac:spMk id="3" creationId="{5C4E5858-E211-03C0-3DAA-42286861991E}"/>
          </ac:spMkLst>
        </pc:spChg>
      </pc:sldChg>
      <pc:sldChg chg="addSp modSp mod">
        <pc:chgData name="Tom Hartley" userId="f9a9e95579b5c8ee" providerId="LiveId" clId="{5C1ED0C3-2AC8-4977-A972-444C185C5168}" dt="2023-11-02T21:07:36.459" v="292" actId="113"/>
        <pc:sldMkLst>
          <pc:docMk/>
          <pc:sldMk cId="3640654502" sldId="514"/>
        </pc:sldMkLst>
        <pc:spChg chg="mod">
          <ac:chgData name="Tom Hartley" userId="f9a9e95579b5c8ee" providerId="LiveId" clId="{5C1ED0C3-2AC8-4977-A972-444C185C5168}" dt="2023-11-02T21:07:36.459" v="292" actId="113"/>
          <ac:spMkLst>
            <pc:docMk/>
            <pc:sldMk cId="3640654502" sldId="514"/>
            <ac:spMk id="3" creationId="{5C4E5858-E211-03C0-3DAA-42286861991E}"/>
          </ac:spMkLst>
        </pc:spChg>
        <pc:spChg chg="add mod">
          <ac:chgData name="Tom Hartley" userId="f9a9e95579b5c8ee" providerId="LiveId" clId="{5C1ED0C3-2AC8-4977-A972-444C185C5168}" dt="2023-11-02T21:07:07.880" v="291" actId="1076"/>
          <ac:spMkLst>
            <pc:docMk/>
            <pc:sldMk cId="3640654502" sldId="514"/>
            <ac:spMk id="4" creationId="{39423078-7094-470E-764D-BE28D9E8019D}"/>
          </ac:spMkLst>
        </pc:spChg>
      </pc:sldChg>
      <pc:sldChg chg="modSp mod">
        <pc:chgData name="Tom Hartley" userId="f9a9e95579b5c8ee" providerId="LiveId" clId="{5C1ED0C3-2AC8-4977-A972-444C185C5168}" dt="2023-11-02T21:08:31.298" v="293" actId="113"/>
        <pc:sldMkLst>
          <pc:docMk/>
          <pc:sldMk cId="2528015916" sldId="515"/>
        </pc:sldMkLst>
        <pc:spChg chg="mod">
          <ac:chgData name="Tom Hartley" userId="f9a9e95579b5c8ee" providerId="LiveId" clId="{5C1ED0C3-2AC8-4977-A972-444C185C5168}" dt="2023-11-02T21:08:31.298" v="293" actId="113"/>
          <ac:spMkLst>
            <pc:docMk/>
            <pc:sldMk cId="2528015916" sldId="515"/>
            <ac:spMk id="3" creationId="{5C4E5858-E211-03C0-3DAA-42286861991E}"/>
          </ac:spMkLst>
        </pc:spChg>
      </pc:sldChg>
      <pc:sldChg chg="add del">
        <pc:chgData name="Tom Hartley" userId="f9a9e95579b5c8ee" providerId="LiveId" clId="{5C1ED0C3-2AC8-4977-A972-444C185C5168}" dt="2023-11-01T21:34:24.926" v="138"/>
        <pc:sldMkLst>
          <pc:docMk/>
          <pc:sldMk cId="835264664" sldId="518"/>
        </pc:sldMkLst>
      </pc:sldChg>
      <pc:sldChg chg="del">
        <pc:chgData name="Tom Hartley" userId="f9a9e95579b5c8ee" providerId="LiveId" clId="{5C1ED0C3-2AC8-4977-A972-444C185C5168}" dt="2023-11-01T21:34:00.089" v="136" actId="2696"/>
        <pc:sldMkLst>
          <pc:docMk/>
          <pc:sldMk cId="2333411351" sldId="518"/>
        </pc:sldMkLst>
      </pc:sldChg>
      <pc:sldChg chg="addSp modSp mod">
        <pc:chgData name="Tom Hartley" userId="f9a9e95579b5c8ee" providerId="LiveId" clId="{5C1ED0C3-2AC8-4977-A972-444C185C5168}" dt="2023-11-02T21:11:56.753" v="310" actId="1076"/>
        <pc:sldMkLst>
          <pc:docMk/>
          <pc:sldMk cId="4030214880" sldId="519"/>
        </pc:sldMkLst>
        <pc:spChg chg="mod">
          <ac:chgData name="Tom Hartley" userId="f9a9e95579b5c8ee" providerId="LiveId" clId="{5C1ED0C3-2AC8-4977-A972-444C185C5168}" dt="2023-11-02T21:11:05.889" v="297" actId="27636"/>
          <ac:spMkLst>
            <pc:docMk/>
            <pc:sldMk cId="4030214880" sldId="519"/>
            <ac:spMk id="3" creationId="{5C4E5858-E211-03C0-3DAA-42286861991E}"/>
          </ac:spMkLst>
        </pc:spChg>
        <pc:spChg chg="add mod">
          <ac:chgData name="Tom Hartley" userId="f9a9e95579b5c8ee" providerId="LiveId" clId="{5C1ED0C3-2AC8-4977-A972-444C185C5168}" dt="2023-11-02T21:11:56.753" v="310" actId="1076"/>
          <ac:spMkLst>
            <pc:docMk/>
            <pc:sldMk cId="4030214880" sldId="519"/>
            <ac:spMk id="4" creationId="{FE321A2A-A1A5-6868-9318-EA8B83619662}"/>
          </ac:spMkLst>
        </pc:spChg>
      </pc:sldChg>
      <pc:sldChg chg="modSp mod">
        <pc:chgData name="Tom Hartley" userId="f9a9e95579b5c8ee" providerId="LiveId" clId="{5C1ED0C3-2AC8-4977-A972-444C185C5168}" dt="2023-11-02T21:13:42.010" v="312" actId="113"/>
        <pc:sldMkLst>
          <pc:docMk/>
          <pc:sldMk cId="3958204417" sldId="520"/>
        </pc:sldMkLst>
        <pc:spChg chg="mod">
          <ac:chgData name="Tom Hartley" userId="f9a9e95579b5c8ee" providerId="LiveId" clId="{5C1ED0C3-2AC8-4977-A972-444C185C5168}" dt="2023-11-02T21:13:42.010" v="312" actId="113"/>
          <ac:spMkLst>
            <pc:docMk/>
            <pc:sldMk cId="3958204417" sldId="520"/>
            <ac:spMk id="3" creationId="{5C4E5858-E211-03C0-3DAA-42286861991E}"/>
          </ac:spMkLst>
        </pc:spChg>
      </pc:sldChg>
      <pc:sldChg chg="modSp mod">
        <pc:chgData name="Tom Hartley" userId="f9a9e95579b5c8ee" providerId="LiveId" clId="{5C1ED0C3-2AC8-4977-A972-444C185C5168}" dt="2023-11-02T21:09:07.501" v="295" actId="20577"/>
        <pc:sldMkLst>
          <pc:docMk/>
          <pc:sldMk cId="2745705838" sldId="522"/>
        </pc:sldMkLst>
        <pc:spChg chg="mod">
          <ac:chgData name="Tom Hartley" userId="f9a9e95579b5c8ee" providerId="LiveId" clId="{5C1ED0C3-2AC8-4977-A972-444C185C5168}" dt="2023-11-02T21:09:07.501" v="295" actId="20577"/>
          <ac:spMkLst>
            <pc:docMk/>
            <pc:sldMk cId="2745705838" sldId="522"/>
            <ac:spMk id="3" creationId="{5C4E5858-E211-03C0-3DAA-42286861991E}"/>
          </ac:spMkLst>
        </pc:spChg>
      </pc:sldChg>
      <pc:sldChg chg="modSp mod">
        <pc:chgData name="Tom Hartley" userId="f9a9e95579b5c8ee" providerId="LiveId" clId="{5C1ED0C3-2AC8-4977-A972-444C185C5168}" dt="2023-11-01T21:49:48.230" v="215" actId="403"/>
        <pc:sldMkLst>
          <pc:docMk/>
          <pc:sldMk cId="784159618" sldId="525"/>
        </pc:sldMkLst>
        <pc:spChg chg="mod">
          <ac:chgData name="Tom Hartley" userId="f9a9e95579b5c8ee" providerId="LiveId" clId="{5C1ED0C3-2AC8-4977-A972-444C185C5168}" dt="2023-11-01T21:49:48.230" v="215" actId="403"/>
          <ac:spMkLst>
            <pc:docMk/>
            <pc:sldMk cId="784159618" sldId="525"/>
            <ac:spMk id="3" creationId="{5C4E5858-E211-03C0-3DAA-42286861991E}"/>
          </ac:spMkLst>
        </pc:spChg>
      </pc:sldChg>
      <pc:sldChg chg="modSp mod">
        <pc:chgData name="Tom Hartley" userId="f9a9e95579b5c8ee" providerId="LiveId" clId="{5C1ED0C3-2AC8-4977-A972-444C185C5168}" dt="2023-11-02T21:21:06.004" v="351" actId="20577"/>
        <pc:sldMkLst>
          <pc:docMk/>
          <pc:sldMk cId="3167976696" sldId="528"/>
        </pc:sldMkLst>
        <pc:spChg chg="mod">
          <ac:chgData name="Tom Hartley" userId="f9a9e95579b5c8ee" providerId="LiveId" clId="{5C1ED0C3-2AC8-4977-A972-444C185C5168}" dt="2023-11-02T21:21:06.004" v="351" actId="20577"/>
          <ac:spMkLst>
            <pc:docMk/>
            <pc:sldMk cId="3167976696" sldId="528"/>
            <ac:spMk id="3" creationId="{3FD3CDF0-433D-408A-9E55-EE6D7F7BEBF7}"/>
          </ac:spMkLst>
        </pc:spChg>
      </pc:sldChg>
      <pc:sldChg chg="del">
        <pc:chgData name="Tom Hartley" userId="f9a9e95579b5c8ee" providerId="LiveId" clId="{5C1ED0C3-2AC8-4977-A972-444C185C5168}" dt="2023-11-01T21:37:35.972" v="208" actId="2696"/>
        <pc:sldMkLst>
          <pc:docMk/>
          <pc:sldMk cId="3717743804" sldId="536"/>
        </pc:sldMkLst>
      </pc:sldChg>
      <pc:sldChg chg="del">
        <pc:chgData name="Tom Hartley" userId="f9a9e95579b5c8ee" providerId="LiveId" clId="{5C1ED0C3-2AC8-4977-A972-444C185C5168}" dt="2023-11-01T21:38:34.285" v="209" actId="2696"/>
        <pc:sldMkLst>
          <pc:docMk/>
          <pc:sldMk cId="1507281261" sldId="537"/>
        </pc:sldMkLst>
      </pc:sldChg>
      <pc:sldChg chg="modSp new del mod">
        <pc:chgData name="Tom Hartley" userId="f9a9e95579b5c8ee" providerId="LiveId" clId="{5C1ED0C3-2AC8-4977-A972-444C185C5168}" dt="2023-11-02T21:05:49.326" v="237" actId="2696"/>
        <pc:sldMkLst>
          <pc:docMk/>
          <pc:sldMk cId="4209632746" sldId="538"/>
        </pc:sldMkLst>
        <pc:spChg chg="mod">
          <ac:chgData name="Tom Hartley" userId="f9a9e95579b5c8ee" providerId="LiveId" clId="{5C1ED0C3-2AC8-4977-A972-444C185C5168}" dt="2023-11-01T21:30:53.527" v="20" actId="20577"/>
          <ac:spMkLst>
            <pc:docMk/>
            <pc:sldMk cId="4209632746" sldId="538"/>
            <ac:spMk id="2" creationId="{D24EF6CF-AE7D-27A1-E1F1-177A4FFE12DB}"/>
          </ac:spMkLst>
        </pc:spChg>
        <pc:spChg chg="mod">
          <ac:chgData name="Tom Hartley" userId="f9a9e95579b5c8ee" providerId="LiveId" clId="{5C1ED0C3-2AC8-4977-A972-444C185C5168}" dt="2023-11-01T21:33:44.243" v="135" actId="20577"/>
          <ac:spMkLst>
            <pc:docMk/>
            <pc:sldMk cId="4209632746" sldId="538"/>
            <ac:spMk id="3" creationId="{CE8B79B7-0CDC-CE15-C028-C5D733C52CC7}"/>
          </ac:spMkLst>
        </pc:spChg>
      </pc:sldChg>
    </pc:docChg>
  </pc:docChgLst>
  <pc:docChgLst>
    <pc:chgData name="Tom Hartley" userId="f9a9e95579b5c8ee" providerId="LiveId" clId="{9D44E537-854D-45EA-8BAF-26E8AD933B6A}"/>
    <pc:docChg chg="undo custSel addSld delSld modSld sldOrd">
      <pc:chgData name="Tom Hartley" userId="f9a9e95579b5c8ee" providerId="LiveId" clId="{9D44E537-854D-45EA-8BAF-26E8AD933B6A}" dt="2020-07-03T10:28:10.233" v="3739" actId="14100"/>
      <pc:docMkLst>
        <pc:docMk/>
      </pc:docMkLst>
      <pc:sldChg chg="modSp">
        <pc:chgData name="Tom Hartley" userId="f9a9e95579b5c8ee" providerId="LiveId" clId="{9D44E537-854D-45EA-8BAF-26E8AD933B6A}" dt="2020-07-03T06:39:20.494" v="541"/>
        <pc:sldMkLst>
          <pc:docMk/>
          <pc:sldMk cId="367599832" sldId="256"/>
        </pc:sldMkLst>
        <pc:spChg chg="mod">
          <ac:chgData name="Tom Hartley" userId="f9a9e95579b5c8ee" providerId="LiveId" clId="{9D44E537-854D-45EA-8BAF-26E8AD933B6A}" dt="2020-07-03T06:39:20.494" v="541"/>
          <ac:spMkLst>
            <pc:docMk/>
            <pc:sldMk cId="367599832" sldId="256"/>
            <ac:spMk id="3" creationId="{00000000-0000-0000-0000-000000000000}"/>
          </ac:spMkLst>
        </pc:spChg>
      </pc:sldChg>
      <pc:sldChg chg="modSp">
        <pc:chgData name="Tom Hartley" userId="f9a9e95579b5c8ee" providerId="LiveId" clId="{9D44E537-854D-45EA-8BAF-26E8AD933B6A}" dt="2020-07-03T09:55:13.831" v="3206" actId="27636"/>
        <pc:sldMkLst>
          <pc:docMk/>
          <pc:sldMk cId="2579396489" sldId="257"/>
        </pc:sldMkLst>
        <pc:spChg chg="mod">
          <ac:chgData name="Tom Hartley" userId="f9a9e95579b5c8ee" providerId="LiveId" clId="{9D44E537-854D-45EA-8BAF-26E8AD933B6A}" dt="2020-07-03T09:55:13.831" v="3206" actId="27636"/>
          <ac:spMkLst>
            <pc:docMk/>
            <pc:sldMk cId="2579396489" sldId="257"/>
            <ac:spMk id="3" creationId="{00000000-0000-0000-0000-000000000000}"/>
          </ac:spMkLst>
        </pc:spChg>
      </pc:sldChg>
      <pc:sldChg chg="modSp">
        <pc:chgData name="Tom Hartley" userId="f9a9e95579b5c8ee" providerId="LiveId" clId="{9D44E537-854D-45EA-8BAF-26E8AD933B6A}" dt="2020-07-03T09:55:28.389" v="3216" actId="27636"/>
        <pc:sldMkLst>
          <pc:docMk/>
          <pc:sldMk cId="3984578066" sldId="315"/>
        </pc:sldMkLst>
        <pc:spChg chg="mod">
          <ac:chgData name="Tom Hartley" userId="f9a9e95579b5c8ee" providerId="LiveId" clId="{9D44E537-854D-45EA-8BAF-26E8AD933B6A}" dt="2020-07-03T09:55:28.389" v="3216" actId="27636"/>
          <ac:spMkLst>
            <pc:docMk/>
            <pc:sldMk cId="3984578066" sldId="315"/>
            <ac:spMk id="3" creationId="{00000000-0000-0000-0000-000000000000}"/>
          </ac:spMkLst>
        </pc:spChg>
      </pc:sldChg>
      <pc:sldChg chg="del">
        <pc:chgData name="Tom Hartley" userId="f9a9e95579b5c8ee" providerId="LiveId" clId="{9D44E537-854D-45EA-8BAF-26E8AD933B6A}" dt="2020-07-03T09:49:50.811" v="2740" actId="2696"/>
        <pc:sldMkLst>
          <pc:docMk/>
          <pc:sldMk cId="2411874736" sldId="318"/>
        </pc:sldMkLst>
      </pc:sldChg>
      <pc:sldChg chg="del">
        <pc:chgData name="Tom Hartley" userId="f9a9e95579b5c8ee" providerId="LiveId" clId="{9D44E537-854D-45EA-8BAF-26E8AD933B6A}" dt="2020-07-03T09:49:53.930" v="2741" actId="2696"/>
        <pc:sldMkLst>
          <pc:docMk/>
          <pc:sldMk cId="3941185104" sldId="326"/>
        </pc:sldMkLst>
      </pc:sldChg>
      <pc:sldChg chg="modSp">
        <pc:chgData name="Tom Hartley" userId="f9a9e95579b5c8ee" providerId="LiveId" clId="{9D44E537-854D-45EA-8BAF-26E8AD933B6A}" dt="2020-07-03T09:50:24.778" v="2764" actId="20577"/>
        <pc:sldMkLst>
          <pc:docMk/>
          <pc:sldMk cId="3246675837" sldId="338"/>
        </pc:sldMkLst>
        <pc:spChg chg="mod">
          <ac:chgData name="Tom Hartley" userId="f9a9e95579b5c8ee" providerId="LiveId" clId="{9D44E537-854D-45EA-8BAF-26E8AD933B6A}" dt="2020-07-03T09:50:24.778" v="2764" actId="20577"/>
          <ac:spMkLst>
            <pc:docMk/>
            <pc:sldMk cId="3246675837" sldId="338"/>
            <ac:spMk id="3" creationId="{43B0F680-B6C8-4E2F-A37B-81E9794C149B}"/>
          </ac:spMkLst>
        </pc:spChg>
      </pc:sldChg>
      <pc:sldChg chg="ord">
        <pc:chgData name="Tom Hartley" userId="f9a9e95579b5c8ee" providerId="LiveId" clId="{9D44E537-854D-45EA-8BAF-26E8AD933B6A}" dt="2020-07-03T09:49:59.772" v="2742"/>
        <pc:sldMkLst>
          <pc:docMk/>
          <pc:sldMk cId="4187159100" sldId="348"/>
        </pc:sldMkLst>
      </pc:sldChg>
      <pc:sldChg chg="del">
        <pc:chgData name="Tom Hartley" userId="f9a9e95579b5c8ee" providerId="LiveId" clId="{9D44E537-854D-45EA-8BAF-26E8AD933B6A}" dt="2020-07-03T09:50:05.024" v="2743" actId="2696"/>
        <pc:sldMkLst>
          <pc:docMk/>
          <pc:sldMk cId="1383986837" sldId="349"/>
        </pc:sldMkLst>
      </pc:sldChg>
      <pc:sldChg chg="del">
        <pc:chgData name="Tom Hartley" userId="f9a9e95579b5c8ee" providerId="LiveId" clId="{9D44E537-854D-45EA-8BAF-26E8AD933B6A}" dt="2020-07-03T09:49:50.804" v="2739" actId="2696"/>
        <pc:sldMkLst>
          <pc:docMk/>
          <pc:sldMk cId="3923813900" sldId="352"/>
        </pc:sldMkLst>
      </pc:sldChg>
      <pc:sldChg chg="addSp delSp modSp">
        <pc:chgData name="Tom Hartley" userId="f9a9e95579b5c8ee" providerId="LiveId" clId="{9D44E537-854D-45EA-8BAF-26E8AD933B6A}" dt="2020-07-03T06:13:29.347" v="19" actId="27636"/>
        <pc:sldMkLst>
          <pc:docMk/>
          <pc:sldMk cId="1822495146" sldId="367"/>
        </pc:sldMkLst>
        <pc:spChg chg="mod">
          <ac:chgData name="Tom Hartley" userId="f9a9e95579b5c8ee" providerId="LiveId" clId="{9D44E537-854D-45EA-8BAF-26E8AD933B6A}" dt="2020-07-03T06:13:29.347" v="19" actId="27636"/>
          <ac:spMkLst>
            <pc:docMk/>
            <pc:sldMk cId="1822495146" sldId="367"/>
            <ac:spMk id="3" creationId="{CA79EF08-87E0-44CF-8748-5AAD69901C23}"/>
          </ac:spMkLst>
        </pc:spChg>
        <pc:spChg chg="del">
          <ac:chgData name="Tom Hartley" userId="f9a9e95579b5c8ee" providerId="LiveId" clId="{9D44E537-854D-45EA-8BAF-26E8AD933B6A}" dt="2020-07-03T06:13:21.741" v="15"/>
          <ac:spMkLst>
            <pc:docMk/>
            <pc:sldMk cId="1822495146" sldId="367"/>
            <ac:spMk id="4" creationId="{F153390A-6736-D748-9822-A7683C149D07}"/>
          </ac:spMkLst>
        </pc:spChg>
        <pc:picChg chg="add mod">
          <ac:chgData name="Tom Hartley" userId="f9a9e95579b5c8ee" providerId="LiveId" clId="{9D44E537-854D-45EA-8BAF-26E8AD933B6A}" dt="2020-07-03T06:13:27.232" v="17" actId="1076"/>
          <ac:picMkLst>
            <pc:docMk/>
            <pc:sldMk cId="1822495146" sldId="367"/>
            <ac:picMk id="6" creationId="{E306DA3A-BE96-4C65-B75D-D1B092070A36}"/>
          </ac:picMkLst>
        </pc:picChg>
      </pc:sldChg>
      <pc:sldChg chg="delSp modSp">
        <pc:chgData name="Tom Hartley" userId="f9a9e95579b5c8ee" providerId="LiveId" clId="{9D44E537-854D-45EA-8BAF-26E8AD933B6A}" dt="2020-07-03T06:41:07.700" v="571" actId="20577"/>
        <pc:sldMkLst>
          <pc:docMk/>
          <pc:sldMk cId="1927833279" sldId="368"/>
        </pc:sldMkLst>
        <pc:spChg chg="mod">
          <ac:chgData name="Tom Hartley" userId="f9a9e95579b5c8ee" providerId="LiveId" clId="{9D44E537-854D-45EA-8BAF-26E8AD933B6A}" dt="2020-07-03T06:41:07.700" v="571" actId="20577"/>
          <ac:spMkLst>
            <pc:docMk/>
            <pc:sldMk cId="1927833279" sldId="368"/>
            <ac:spMk id="2" creationId="{50EE4117-A047-4F31-8C46-D4D43B9EEAEB}"/>
          </ac:spMkLst>
        </pc:spChg>
        <pc:spChg chg="mod">
          <ac:chgData name="Tom Hartley" userId="f9a9e95579b5c8ee" providerId="LiveId" clId="{9D44E537-854D-45EA-8BAF-26E8AD933B6A}" dt="2020-07-03T06:34:33.672" v="517" actId="20577"/>
          <ac:spMkLst>
            <pc:docMk/>
            <pc:sldMk cId="1927833279" sldId="368"/>
            <ac:spMk id="3" creationId="{CA79EF08-87E0-44CF-8748-5AAD69901C23}"/>
          </ac:spMkLst>
        </pc:spChg>
        <pc:spChg chg="del">
          <ac:chgData name="Tom Hartley" userId="f9a9e95579b5c8ee" providerId="LiveId" clId="{9D44E537-854D-45EA-8BAF-26E8AD933B6A}" dt="2020-07-03T06:24:43.359" v="149"/>
          <ac:spMkLst>
            <pc:docMk/>
            <pc:sldMk cId="1927833279" sldId="368"/>
            <ac:spMk id="4" creationId="{1ADAF01B-5B55-A74E-AF33-BF57558B213A}"/>
          </ac:spMkLst>
        </pc:spChg>
      </pc:sldChg>
      <pc:sldChg chg="del">
        <pc:chgData name="Tom Hartley" userId="f9a9e95579b5c8ee" providerId="LiveId" clId="{9D44E537-854D-45EA-8BAF-26E8AD933B6A}" dt="2020-07-03T06:43:45.046" v="595" actId="2696"/>
        <pc:sldMkLst>
          <pc:docMk/>
          <pc:sldMk cId="2838012816" sldId="369"/>
        </pc:sldMkLst>
      </pc:sldChg>
      <pc:sldChg chg="modSp">
        <pc:chgData name="Tom Hartley" userId="f9a9e95579b5c8ee" providerId="LiveId" clId="{9D44E537-854D-45EA-8BAF-26E8AD933B6A}" dt="2020-07-03T08:29:51.339" v="828" actId="20577"/>
        <pc:sldMkLst>
          <pc:docMk/>
          <pc:sldMk cId="1216235948" sldId="370"/>
        </pc:sldMkLst>
        <pc:spChg chg="mod">
          <ac:chgData name="Tom Hartley" userId="f9a9e95579b5c8ee" providerId="LiveId" clId="{9D44E537-854D-45EA-8BAF-26E8AD933B6A}" dt="2020-07-03T06:43:56.125" v="597" actId="20577"/>
          <ac:spMkLst>
            <pc:docMk/>
            <pc:sldMk cId="1216235948" sldId="370"/>
            <ac:spMk id="2" creationId="{50EE4117-A047-4F31-8C46-D4D43B9EEAEB}"/>
          </ac:spMkLst>
        </pc:spChg>
        <pc:spChg chg="mod">
          <ac:chgData name="Tom Hartley" userId="f9a9e95579b5c8ee" providerId="LiveId" clId="{9D44E537-854D-45EA-8BAF-26E8AD933B6A}" dt="2020-07-03T08:29:51.339" v="828" actId="20577"/>
          <ac:spMkLst>
            <pc:docMk/>
            <pc:sldMk cId="1216235948" sldId="370"/>
            <ac:spMk id="3" creationId="{CA79EF08-87E0-44CF-8748-5AAD69901C23}"/>
          </ac:spMkLst>
        </pc:spChg>
      </pc:sldChg>
      <pc:sldChg chg="addSp delSp modSp">
        <pc:chgData name="Tom Hartley" userId="f9a9e95579b5c8ee" providerId="LiveId" clId="{9D44E537-854D-45EA-8BAF-26E8AD933B6A}" dt="2020-07-03T08:38:18.771" v="900"/>
        <pc:sldMkLst>
          <pc:docMk/>
          <pc:sldMk cId="1391350830" sldId="371"/>
        </pc:sldMkLst>
        <pc:spChg chg="mod">
          <ac:chgData name="Tom Hartley" userId="f9a9e95579b5c8ee" providerId="LiveId" clId="{9D44E537-854D-45EA-8BAF-26E8AD933B6A}" dt="2020-07-03T08:35:10.345" v="858" actId="14100"/>
          <ac:spMkLst>
            <pc:docMk/>
            <pc:sldMk cId="1391350830" sldId="371"/>
            <ac:spMk id="3" creationId="{CA79EF08-87E0-44CF-8748-5AAD69901C23}"/>
          </ac:spMkLst>
        </pc:spChg>
        <pc:spChg chg="add del mod">
          <ac:chgData name="Tom Hartley" userId="f9a9e95579b5c8ee" providerId="LiveId" clId="{9D44E537-854D-45EA-8BAF-26E8AD933B6A}" dt="2020-07-03T08:38:18.771" v="900"/>
          <ac:spMkLst>
            <pc:docMk/>
            <pc:sldMk cId="1391350830" sldId="371"/>
            <ac:spMk id="6" creationId="{21CD5CDD-8A8C-4FF7-B94D-00BBACB3EF4C}"/>
          </ac:spMkLst>
        </pc:spChg>
        <pc:picChg chg="add mod">
          <ac:chgData name="Tom Hartley" userId="f9a9e95579b5c8ee" providerId="LiveId" clId="{9D44E537-854D-45EA-8BAF-26E8AD933B6A}" dt="2020-07-03T08:35:16.103" v="860" actId="692"/>
          <ac:picMkLst>
            <pc:docMk/>
            <pc:sldMk cId="1391350830" sldId="371"/>
            <ac:picMk id="5" creationId="{B7523C50-9AB1-4E32-A5D0-FA3E8AF91883}"/>
          </ac:picMkLst>
        </pc:picChg>
      </pc:sldChg>
      <pc:sldChg chg="addSp modSp">
        <pc:chgData name="Tom Hartley" userId="f9a9e95579b5c8ee" providerId="LiveId" clId="{9D44E537-854D-45EA-8BAF-26E8AD933B6A}" dt="2020-07-03T09:07:21.490" v="1385" actId="20577"/>
        <pc:sldMkLst>
          <pc:docMk/>
          <pc:sldMk cId="2936845474" sldId="372"/>
        </pc:sldMkLst>
        <pc:spChg chg="add mod">
          <ac:chgData name="Tom Hartley" userId="f9a9e95579b5c8ee" providerId="LiveId" clId="{9D44E537-854D-45EA-8BAF-26E8AD933B6A}" dt="2020-07-03T09:07:21.490" v="1385" actId="20577"/>
          <ac:spMkLst>
            <pc:docMk/>
            <pc:sldMk cId="2936845474" sldId="372"/>
            <ac:spMk id="5" creationId="{731636C6-4304-4CBF-A4EC-15BE208A3F57}"/>
          </ac:spMkLst>
        </pc:spChg>
        <pc:picChg chg="add mod">
          <ac:chgData name="Tom Hartley" userId="f9a9e95579b5c8ee" providerId="LiveId" clId="{9D44E537-854D-45EA-8BAF-26E8AD933B6A}" dt="2020-07-03T08:37:27.283" v="862" actId="1076"/>
          <ac:picMkLst>
            <pc:docMk/>
            <pc:sldMk cId="2936845474" sldId="372"/>
            <ac:picMk id="4" creationId="{82C76EDA-0B0D-4448-B51D-3D5D2030D671}"/>
          </ac:picMkLst>
        </pc:picChg>
      </pc:sldChg>
      <pc:sldChg chg="addSp modSp">
        <pc:chgData name="Tom Hartley" userId="f9a9e95579b5c8ee" providerId="LiveId" clId="{9D44E537-854D-45EA-8BAF-26E8AD933B6A}" dt="2020-07-03T09:07:40.522" v="1392" actId="1076"/>
        <pc:sldMkLst>
          <pc:docMk/>
          <pc:sldMk cId="3914174615" sldId="373"/>
        </pc:sldMkLst>
        <pc:spChg chg="mod">
          <ac:chgData name="Tom Hartley" userId="f9a9e95579b5c8ee" providerId="LiveId" clId="{9D44E537-854D-45EA-8BAF-26E8AD933B6A}" dt="2020-07-03T08:40:28.928" v="908"/>
          <ac:spMkLst>
            <pc:docMk/>
            <pc:sldMk cId="3914174615" sldId="373"/>
            <ac:spMk id="2" creationId="{50EE4117-A047-4F31-8C46-D4D43B9EEAEB}"/>
          </ac:spMkLst>
        </pc:spChg>
        <pc:spChg chg="mod">
          <ac:chgData name="Tom Hartley" userId="f9a9e95579b5c8ee" providerId="LiveId" clId="{9D44E537-854D-45EA-8BAF-26E8AD933B6A}" dt="2020-07-03T09:06:58.416" v="1375" actId="27636"/>
          <ac:spMkLst>
            <pc:docMk/>
            <pc:sldMk cId="3914174615" sldId="373"/>
            <ac:spMk id="3" creationId="{CA79EF08-87E0-44CF-8748-5AAD69901C23}"/>
          </ac:spMkLst>
        </pc:spChg>
        <pc:spChg chg="add mod">
          <ac:chgData name="Tom Hartley" userId="f9a9e95579b5c8ee" providerId="LiveId" clId="{9D44E537-854D-45EA-8BAF-26E8AD933B6A}" dt="2020-07-03T09:07:40.522" v="1392" actId="1076"/>
          <ac:spMkLst>
            <pc:docMk/>
            <pc:sldMk cId="3914174615" sldId="373"/>
            <ac:spMk id="5" creationId="{59D0BDE2-6806-403F-9A20-763CDB49335D}"/>
          </ac:spMkLst>
        </pc:spChg>
        <pc:picChg chg="add mod">
          <ac:chgData name="Tom Hartley" userId="f9a9e95579b5c8ee" providerId="LiveId" clId="{9D44E537-854D-45EA-8BAF-26E8AD933B6A}" dt="2020-07-03T09:07:11.466" v="1380" actId="692"/>
          <ac:picMkLst>
            <pc:docMk/>
            <pc:sldMk cId="3914174615" sldId="373"/>
            <ac:picMk id="1026" creationId="{173D4C82-89A7-416A-9371-145F1F0F98FE}"/>
          </ac:picMkLst>
        </pc:picChg>
      </pc:sldChg>
      <pc:sldChg chg="modSp">
        <pc:chgData name="Tom Hartley" userId="f9a9e95579b5c8ee" providerId="LiveId" clId="{9D44E537-854D-45EA-8BAF-26E8AD933B6A}" dt="2020-07-03T09:22:41.753" v="1743" actId="20577"/>
        <pc:sldMkLst>
          <pc:docMk/>
          <pc:sldMk cId="952780024" sldId="374"/>
        </pc:sldMkLst>
        <pc:spChg chg="mod">
          <ac:chgData name="Tom Hartley" userId="f9a9e95579b5c8ee" providerId="LiveId" clId="{9D44E537-854D-45EA-8BAF-26E8AD933B6A}" dt="2020-07-03T09:11:34.919" v="1399" actId="20577"/>
          <ac:spMkLst>
            <pc:docMk/>
            <pc:sldMk cId="952780024" sldId="374"/>
            <ac:spMk id="2" creationId="{50EE4117-A047-4F31-8C46-D4D43B9EEAEB}"/>
          </ac:spMkLst>
        </pc:spChg>
        <pc:spChg chg="mod">
          <ac:chgData name="Tom Hartley" userId="f9a9e95579b5c8ee" providerId="LiveId" clId="{9D44E537-854D-45EA-8BAF-26E8AD933B6A}" dt="2020-07-03T09:22:41.753" v="1743" actId="20577"/>
          <ac:spMkLst>
            <pc:docMk/>
            <pc:sldMk cId="952780024" sldId="374"/>
            <ac:spMk id="3" creationId="{CA79EF08-87E0-44CF-8748-5AAD69901C23}"/>
          </ac:spMkLst>
        </pc:spChg>
      </pc:sldChg>
      <pc:sldChg chg="modSp">
        <pc:chgData name="Tom Hartley" userId="f9a9e95579b5c8ee" providerId="LiveId" clId="{9D44E537-854D-45EA-8BAF-26E8AD933B6A}" dt="2020-07-03T09:29:25.820" v="2082" actId="313"/>
        <pc:sldMkLst>
          <pc:docMk/>
          <pc:sldMk cId="2734094923" sldId="375"/>
        </pc:sldMkLst>
        <pc:spChg chg="mod">
          <ac:chgData name="Tom Hartley" userId="f9a9e95579b5c8ee" providerId="LiveId" clId="{9D44E537-854D-45EA-8BAF-26E8AD933B6A}" dt="2020-07-03T09:19:33.488" v="1621" actId="20577"/>
          <ac:spMkLst>
            <pc:docMk/>
            <pc:sldMk cId="2734094923" sldId="375"/>
            <ac:spMk id="2" creationId="{50EE4117-A047-4F31-8C46-D4D43B9EEAEB}"/>
          </ac:spMkLst>
        </pc:spChg>
        <pc:spChg chg="mod">
          <ac:chgData name="Tom Hartley" userId="f9a9e95579b5c8ee" providerId="LiveId" clId="{9D44E537-854D-45EA-8BAF-26E8AD933B6A}" dt="2020-07-03T09:29:25.820" v="2082" actId="313"/>
          <ac:spMkLst>
            <pc:docMk/>
            <pc:sldMk cId="2734094923" sldId="375"/>
            <ac:spMk id="3" creationId="{CA79EF08-87E0-44CF-8748-5AAD69901C23}"/>
          </ac:spMkLst>
        </pc:spChg>
      </pc:sldChg>
      <pc:sldChg chg="addSp modSp">
        <pc:chgData name="Tom Hartley" userId="f9a9e95579b5c8ee" providerId="LiveId" clId="{9D44E537-854D-45EA-8BAF-26E8AD933B6A}" dt="2020-07-03T09:33:47.469" v="2141" actId="1076"/>
        <pc:sldMkLst>
          <pc:docMk/>
          <pc:sldMk cId="1848862890" sldId="376"/>
        </pc:sldMkLst>
        <pc:spChg chg="mod">
          <ac:chgData name="Tom Hartley" userId="f9a9e95579b5c8ee" providerId="LiveId" clId="{9D44E537-854D-45EA-8BAF-26E8AD933B6A}" dt="2020-07-03T09:32:34.172" v="2096" actId="20577"/>
          <ac:spMkLst>
            <pc:docMk/>
            <pc:sldMk cId="1848862890" sldId="376"/>
            <ac:spMk id="2" creationId="{50EE4117-A047-4F31-8C46-D4D43B9EEAEB}"/>
          </ac:spMkLst>
        </pc:spChg>
        <pc:spChg chg="mod">
          <ac:chgData name="Tom Hartley" userId="f9a9e95579b5c8ee" providerId="LiveId" clId="{9D44E537-854D-45EA-8BAF-26E8AD933B6A}" dt="2020-07-03T09:33:28.613" v="2136" actId="14100"/>
          <ac:spMkLst>
            <pc:docMk/>
            <pc:sldMk cId="1848862890" sldId="376"/>
            <ac:spMk id="3" creationId="{CA79EF08-87E0-44CF-8748-5AAD69901C23}"/>
          </ac:spMkLst>
        </pc:spChg>
        <pc:spChg chg="add mod">
          <ac:chgData name="Tom Hartley" userId="f9a9e95579b5c8ee" providerId="LiveId" clId="{9D44E537-854D-45EA-8BAF-26E8AD933B6A}" dt="2020-07-03T09:33:46.328" v="2140" actId="1076"/>
          <ac:spMkLst>
            <pc:docMk/>
            <pc:sldMk cId="1848862890" sldId="376"/>
            <ac:spMk id="4" creationId="{4CCDE1D2-A98B-4644-BDC1-CC5156322C76}"/>
          </ac:spMkLst>
        </pc:spChg>
        <pc:picChg chg="add mod">
          <ac:chgData name="Tom Hartley" userId="f9a9e95579b5c8ee" providerId="LiveId" clId="{9D44E537-854D-45EA-8BAF-26E8AD933B6A}" dt="2020-07-03T09:33:47.469" v="2141" actId="1076"/>
          <ac:picMkLst>
            <pc:docMk/>
            <pc:sldMk cId="1848862890" sldId="376"/>
            <ac:picMk id="5" creationId="{6D67D736-8F23-4CFA-98DF-7043F0001C17}"/>
          </ac:picMkLst>
        </pc:picChg>
      </pc:sldChg>
      <pc:sldChg chg="addSp modSp add">
        <pc:chgData name="Tom Hartley" userId="f9a9e95579b5c8ee" providerId="LiveId" clId="{9D44E537-854D-45EA-8BAF-26E8AD933B6A}" dt="2020-07-03T06:41:02.413" v="567" actId="20577"/>
        <pc:sldMkLst>
          <pc:docMk/>
          <pc:sldMk cId="1312391208" sldId="377"/>
        </pc:sldMkLst>
        <pc:spChg chg="mod">
          <ac:chgData name="Tom Hartley" userId="f9a9e95579b5c8ee" providerId="LiveId" clId="{9D44E537-854D-45EA-8BAF-26E8AD933B6A}" dt="2020-07-03T06:41:02.413" v="567" actId="20577"/>
          <ac:spMkLst>
            <pc:docMk/>
            <pc:sldMk cId="1312391208" sldId="377"/>
            <ac:spMk id="2" creationId="{E07AC473-D55E-48D3-BAA7-D31C33E246C7}"/>
          </ac:spMkLst>
        </pc:spChg>
        <pc:spChg chg="mod">
          <ac:chgData name="Tom Hartley" userId="f9a9e95579b5c8ee" providerId="LiveId" clId="{9D44E537-854D-45EA-8BAF-26E8AD933B6A}" dt="2020-07-03T06:36:48.598" v="526" actId="20577"/>
          <ac:spMkLst>
            <pc:docMk/>
            <pc:sldMk cId="1312391208" sldId="377"/>
            <ac:spMk id="3" creationId="{4963DEA9-1CED-4352-93FE-F335ABFAA628}"/>
          </ac:spMkLst>
        </pc:spChg>
        <pc:spChg chg="add mod">
          <ac:chgData name="Tom Hartley" userId="f9a9e95579b5c8ee" providerId="LiveId" clId="{9D44E537-854D-45EA-8BAF-26E8AD933B6A}" dt="2020-07-03T06:29:00.220" v="200" actId="1076"/>
          <ac:spMkLst>
            <pc:docMk/>
            <pc:sldMk cId="1312391208" sldId="377"/>
            <ac:spMk id="4" creationId="{2FAA6FC0-A209-42AA-BB47-8CDFD8DD7CC9}"/>
          </ac:spMkLst>
        </pc:spChg>
      </pc:sldChg>
      <pc:sldChg chg="addSp modSp add">
        <pc:chgData name="Tom Hartley" userId="f9a9e95579b5c8ee" providerId="LiveId" clId="{9D44E537-854D-45EA-8BAF-26E8AD933B6A}" dt="2020-07-03T06:41:04.912" v="569" actId="20577"/>
        <pc:sldMkLst>
          <pc:docMk/>
          <pc:sldMk cId="676815137" sldId="378"/>
        </pc:sldMkLst>
        <pc:spChg chg="mod">
          <ac:chgData name="Tom Hartley" userId="f9a9e95579b5c8ee" providerId="LiveId" clId="{9D44E537-854D-45EA-8BAF-26E8AD933B6A}" dt="2020-07-03T06:41:04.912" v="569" actId="20577"/>
          <ac:spMkLst>
            <pc:docMk/>
            <pc:sldMk cId="676815137" sldId="378"/>
            <ac:spMk id="2" creationId="{4185D5CA-A41D-4D91-99CF-71AC06F2B37B}"/>
          </ac:spMkLst>
        </pc:spChg>
        <pc:spChg chg="mod">
          <ac:chgData name="Tom Hartley" userId="f9a9e95579b5c8ee" providerId="LiveId" clId="{9D44E537-854D-45EA-8BAF-26E8AD933B6A}" dt="2020-07-03T06:31:47.907" v="337" actId="113"/>
          <ac:spMkLst>
            <pc:docMk/>
            <pc:sldMk cId="676815137" sldId="378"/>
            <ac:spMk id="3" creationId="{C095431C-8CBD-4743-ABDE-A30EFA9A2D42}"/>
          </ac:spMkLst>
        </pc:spChg>
        <pc:spChg chg="add mod">
          <ac:chgData name="Tom Hartley" userId="f9a9e95579b5c8ee" providerId="LiveId" clId="{9D44E537-854D-45EA-8BAF-26E8AD933B6A}" dt="2020-07-03T06:32:03.985" v="341" actId="1076"/>
          <ac:spMkLst>
            <pc:docMk/>
            <pc:sldMk cId="676815137" sldId="378"/>
            <ac:spMk id="5" creationId="{4BFE4AC3-3914-414C-B199-59E42746E680}"/>
          </ac:spMkLst>
        </pc:spChg>
        <pc:spChg chg="add mod">
          <ac:chgData name="Tom Hartley" userId="f9a9e95579b5c8ee" providerId="LiveId" clId="{9D44E537-854D-45EA-8BAF-26E8AD933B6A}" dt="2020-07-03T06:33:48.466" v="472" actId="14100"/>
          <ac:spMkLst>
            <pc:docMk/>
            <pc:sldMk cId="676815137" sldId="378"/>
            <ac:spMk id="6" creationId="{F12AFEAA-356B-4844-9797-34F0E7CEF6BA}"/>
          </ac:spMkLst>
        </pc:spChg>
        <pc:spChg chg="add mod">
          <ac:chgData name="Tom Hartley" userId="f9a9e95579b5c8ee" providerId="LiveId" clId="{9D44E537-854D-45EA-8BAF-26E8AD933B6A}" dt="2020-07-03T06:33:56.184" v="475" actId="1076"/>
          <ac:spMkLst>
            <pc:docMk/>
            <pc:sldMk cId="676815137" sldId="378"/>
            <ac:spMk id="7" creationId="{FCE5BCDF-F3EA-480B-8068-4EEB00151AD7}"/>
          </ac:spMkLst>
        </pc:spChg>
        <pc:spChg chg="add mod">
          <ac:chgData name="Tom Hartley" userId="f9a9e95579b5c8ee" providerId="LiveId" clId="{9D44E537-854D-45EA-8BAF-26E8AD933B6A}" dt="2020-07-03T06:33:51.987" v="473" actId="1076"/>
          <ac:spMkLst>
            <pc:docMk/>
            <pc:sldMk cId="676815137" sldId="378"/>
            <ac:spMk id="8" creationId="{AE2CB695-53F6-4E5F-9A09-39A5E7A6E83A}"/>
          </ac:spMkLst>
        </pc:spChg>
        <pc:spChg chg="add mod">
          <ac:chgData name="Tom Hartley" userId="f9a9e95579b5c8ee" providerId="LiveId" clId="{9D44E537-854D-45EA-8BAF-26E8AD933B6A}" dt="2020-07-03T06:33:54.385" v="474" actId="1076"/>
          <ac:spMkLst>
            <pc:docMk/>
            <pc:sldMk cId="676815137" sldId="378"/>
            <ac:spMk id="9" creationId="{8C9B207E-757C-42B1-BA85-A1591709A593}"/>
          </ac:spMkLst>
        </pc:spChg>
        <pc:spChg chg="add mod">
          <ac:chgData name="Tom Hartley" userId="f9a9e95579b5c8ee" providerId="LiveId" clId="{9D44E537-854D-45EA-8BAF-26E8AD933B6A}" dt="2020-07-03T06:34:03.147" v="477" actId="1076"/>
          <ac:spMkLst>
            <pc:docMk/>
            <pc:sldMk cId="676815137" sldId="378"/>
            <ac:spMk id="10" creationId="{19FD2433-A4C3-445E-BB96-A4B6E61D75F5}"/>
          </ac:spMkLst>
        </pc:spChg>
        <pc:spChg chg="add mod">
          <ac:chgData name="Tom Hartley" userId="f9a9e95579b5c8ee" providerId="LiveId" clId="{9D44E537-854D-45EA-8BAF-26E8AD933B6A}" dt="2020-07-03T06:34:46.865" v="521" actId="1076"/>
          <ac:spMkLst>
            <pc:docMk/>
            <pc:sldMk cId="676815137" sldId="378"/>
            <ac:spMk id="11" creationId="{A45A9E9F-1B28-4F15-AFC2-FC9766745AD9}"/>
          </ac:spMkLst>
        </pc:spChg>
        <pc:picChg chg="add mod">
          <ac:chgData name="Tom Hartley" userId="f9a9e95579b5c8ee" providerId="LiveId" clId="{9D44E537-854D-45EA-8BAF-26E8AD933B6A}" dt="2020-07-03T06:34:57.504" v="523" actId="692"/>
          <ac:picMkLst>
            <pc:docMk/>
            <pc:sldMk cId="676815137" sldId="378"/>
            <ac:picMk id="4" creationId="{08F4833D-0658-465B-89CF-3E04416DF105}"/>
          </ac:picMkLst>
        </pc:picChg>
        <pc:picChg chg="add mod">
          <ac:chgData name="Tom Hartley" userId="f9a9e95579b5c8ee" providerId="LiveId" clId="{9D44E537-854D-45EA-8BAF-26E8AD933B6A}" dt="2020-07-03T06:37:07.851" v="528" actId="1076"/>
          <ac:picMkLst>
            <pc:docMk/>
            <pc:sldMk cId="676815137" sldId="378"/>
            <ac:picMk id="12" creationId="{BBBF4BE3-D2AA-4334-9A5C-E9FE13B7DBDB}"/>
          </ac:picMkLst>
        </pc:picChg>
      </pc:sldChg>
      <pc:sldChg chg="modSp add">
        <pc:chgData name="Tom Hartley" userId="f9a9e95579b5c8ee" providerId="LiveId" clId="{9D44E537-854D-45EA-8BAF-26E8AD933B6A}" dt="2020-07-03T08:25:32.797" v="601" actId="20577"/>
        <pc:sldMkLst>
          <pc:docMk/>
          <pc:sldMk cId="2473739900" sldId="379"/>
        </pc:sldMkLst>
        <pc:spChg chg="mod">
          <ac:chgData name="Tom Hartley" userId="f9a9e95579b5c8ee" providerId="LiveId" clId="{9D44E537-854D-45EA-8BAF-26E8AD933B6A}" dt="2020-07-03T06:40:59.724" v="565" actId="20577"/>
          <ac:spMkLst>
            <pc:docMk/>
            <pc:sldMk cId="2473739900" sldId="379"/>
            <ac:spMk id="2" creationId="{8BA2B793-BA19-40C8-8991-C47F5B447E79}"/>
          </ac:spMkLst>
        </pc:spChg>
        <pc:spChg chg="mod">
          <ac:chgData name="Tom Hartley" userId="f9a9e95579b5c8ee" providerId="LiveId" clId="{9D44E537-854D-45EA-8BAF-26E8AD933B6A}" dt="2020-07-03T08:25:32.797" v="601" actId="20577"/>
          <ac:spMkLst>
            <pc:docMk/>
            <pc:sldMk cId="2473739900" sldId="379"/>
            <ac:spMk id="3" creationId="{BBB8B61F-A6D0-4688-B02D-284AC0E9BED0}"/>
          </ac:spMkLst>
        </pc:spChg>
      </pc:sldChg>
      <pc:sldChg chg="modSp add">
        <pc:chgData name="Tom Hartley" userId="f9a9e95579b5c8ee" providerId="LiveId" clId="{9D44E537-854D-45EA-8BAF-26E8AD933B6A}" dt="2020-07-03T08:24:05.620" v="599" actId="113"/>
        <pc:sldMkLst>
          <pc:docMk/>
          <pc:sldMk cId="1730282070" sldId="380"/>
        </pc:sldMkLst>
        <pc:spChg chg="mod">
          <ac:chgData name="Tom Hartley" userId="f9a9e95579b5c8ee" providerId="LiveId" clId="{9D44E537-854D-45EA-8BAF-26E8AD933B6A}" dt="2020-07-03T08:24:05.620" v="599" actId="113"/>
          <ac:spMkLst>
            <pc:docMk/>
            <pc:sldMk cId="1730282070" sldId="380"/>
            <ac:spMk id="3" creationId="{BBB8B61F-A6D0-4688-B02D-284AC0E9BED0}"/>
          </ac:spMkLst>
        </pc:spChg>
      </pc:sldChg>
      <pc:sldChg chg="modSp add">
        <pc:chgData name="Tom Hartley" userId="f9a9e95579b5c8ee" providerId="LiveId" clId="{9D44E537-854D-45EA-8BAF-26E8AD933B6A}" dt="2020-07-03T09:48:51.338" v="2735" actId="113"/>
        <pc:sldMkLst>
          <pc:docMk/>
          <pc:sldMk cId="1321297114" sldId="381"/>
        </pc:sldMkLst>
        <pc:spChg chg="mod">
          <ac:chgData name="Tom Hartley" userId="f9a9e95579b5c8ee" providerId="LiveId" clId="{9D44E537-854D-45EA-8BAF-26E8AD933B6A}" dt="2020-07-03T09:36:33.401" v="2161" actId="20577"/>
          <ac:spMkLst>
            <pc:docMk/>
            <pc:sldMk cId="1321297114" sldId="381"/>
            <ac:spMk id="2" creationId="{50EE4117-A047-4F31-8C46-D4D43B9EEAEB}"/>
          </ac:spMkLst>
        </pc:spChg>
        <pc:spChg chg="mod">
          <ac:chgData name="Tom Hartley" userId="f9a9e95579b5c8ee" providerId="LiveId" clId="{9D44E537-854D-45EA-8BAF-26E8AD933B6A}" dt="2020-07-03T09:48:51.338" v="2735" actId="113"/>
          <ac:spMkLst>
            <pc:docMk/>
            <pc:sldMk cId="1321297114" sldId="381"/>
            <ac:spMk id="3" creationId="{CA79EF08-87E0-44CF-8748-5AAD69901C23}"/>
          </ac:spMkLst>
        </pc:spChg>
      </pc:sldChg>
      <pc:sldChg chg="add del">
        <pc:chgData name="Tom Hartley" userId="f9a9e95579b5c8ee" providerId="LiveId" clId="{9D44E537-854D-45EA-8BAF-26E8AD933B6A}" dt="2020-07-03T09:50:29.484" v="2765" actId="2696"/>
        <pc:sldMkLst>
          <pc:docMk/>
          <pc:sldMk cId="2458163092" sldId="382"/>
        </pc:sldMkLst>
      </pc:sldChg>
      <pc:sldChg chg="addSp modSp add">
        <pc:chgData name="Tom Hartley" userId="f9a9e95579b5c8ee" providerId="LiveId" clId="{9D44E537-854D-45EA-8BAF-26E8AD933B6A}" dt="2020-07-03T10:14:37.956" v="3577" actId="1076"/>
        <pc:sldMkLst>
          <pc:docMk/>
          <pc:sldMk cId="3443304630" sldId="382"/>
        </pc:sldMkLst>
        <pc:spChg chg="mod">
          <ac:chgData name="Tom Hartley" userId="f9a9e95579b5c8ee" providerId="LiveId" clId="{9D44E537-854D-45EA-8BAF-26E8AD933B6A}" dt="2020-07-03T10:11:51.093" v="3464" actId="313"/>
          <ac:spMkLst>
            <pc:docMk/>
            <pc:sldMk cId="3443304630" sldId="382"/>
            <ac:spMk id="2" creationId="{94E21A2E-97E8-4981-9CE8-C9D6D7512515}"/>
          </ac:spMkLst>
        </pc:spChg>
        <pc:spChg chg="mod">
          <ac:chgData name="Tom Hartley" userId="f9a9e95579b5c8ee" providerId="LiveId" clId="{9D44E537-854D-45EA-8BAF-26E8AD933B6A}" dt="2020-07-03T10:14:32.860" v="3576" actId="27636"/>
          <ac:spMkLst>
            <pc:docMk/>
            <pc:sldMk cId="3443304630" sldId="382"/>
            <ac:spMk id="3" creationId="{E5EA0C22-0B20-4B6A-9075-6578BA1939A1}"/>
          </ac:spMkLst>
        </pc:spChg>
        <pc:spChg chg="add mod">
          <ac:chgData name="Tom Hartley" userId="f9a9e95579b5c8ee" providerId="LiveId" clId="{9D44E537-854D-45EA-8BAF-26E8AD933B6A}" dt="2020-07-03T10:14:37.956" v="3577" actId="1076"/>
          <ac:spMkLst>
            <pc:docMk/>
            <pc:sldMk cId="3443304630" sldId="382"/>
            <ac:spMk id="4" creationId="{8E96741A-665B-43A0-B2EE-9C20CC97871E}"/>
          </ac:spMkLst>
        </pc:spChg>
        <pc:picChg chg="add mod">
          <ac:chgData name="Tom Hartley" userId="f9a9e95579b5c8ee" providerId="LiveId" clId="{9D44E537-854D-45EA-8BAF-26E8AD933B6A}" dt="2020-07-03T10:14:29.333" v="3574" actId="14100"/>
          <ac:picMkLst>
            <pc:docMk/>
            <pc:sldMk cId="3443304630" sldId="382"/>
            <ac:picMk id="5" creationId="{0D3DE70C-C946-4CC9-9367-B8CAEF7DB3D6}"/>
          </ac:picMkLst>
        </pc:picChg>
      </pc:sldChg>
      <pc:sldChg chg="addSp modSp add">
        <pc:chgData name="Tom Hartley" userId="f9a9e95579b5c8ee" providerId="LiveId" clId="{9D44E537-854D-45EA-8BAF-26E8AD933B6A}" dt="2020-07-03T10:09:38.183" v="3436" actId="1076"/>
        <pc:sldMkLst>
          <pc:docMk/>
          <pc:sldMk cId="2187420000" sldId="383"/>
        </pc:sldMkLst>
        <pc:spChg chg="mod">
          <ac:chgData name="Tom Hartley" userId="f9a9e95579b5c8ee" providerId="LiveId" clId="{9D44E537-854D-45EA-8BAF-26E8AD933B6A}" dt="2020-07-03T10:03:12.184" v="3236" actId="20577"/>
          <ac:spMkLst>
            <pc:docMk/>
            <pc:sldMk cId="2187420000" sldId="383"/>
            <ac:spMk id="2" creationId="{58E5159F-5E8D-4E19-80AD-A64694EC8A96}"/>
          </ac:spMkLst>
        </pc:spChg>
        <pc:spChg chg="mod">
          <ac:chgData name="Tom Hartley" userId="f9a9e95579b5c8ee" providerId="LiveId" clId="{9D44E537-854D-45EA-8BAF-26E8AD933B6A}" dt="2020-07-03T10:03:25.007" v="3239"/>
          <ac:spMkLst>
            <pc:docMk/>
            <pc:sldMk cId="2187420000" sldId="383"/>
            <ac:spMk id="3" creationId="{7E62A0F5-7279-4C43-AC6C-64C3DA2316AB}"/>
          </ac:spMkLst>
        </pc:spChg>
        <pc:spChg chg="add mod">
          <ac:chgData name="Tom Hartley" userId="f9a9e95579b5c8ee" providerId="LiveId" clId="{9D44E537-854D-45EA-8BAF-26E8AD933B6A}" dt="2020-07-03T10:09:38.183" v="3436" actId="1076"/>
          <ac:spMkLst>
            <pc:docMk/>
            <pc:sldMk cId="2187420000" sldId="383"/>
            <ac:spMk id="6" creationId="{134F1AC6-635F-4A99-A59E-8DC4716B0085}"/>
          </ac:spMkLst>
        </pc:spChg>
        <pc:picChg chg="add mod">
          <ac:chgData name="Tom Hartley" userId="f9a9e95579b5c8ee" providerId="LiveId" clId="{9D44E537-854D-45EA-8BAF-26E8AD933B6A}" dt="2020-07-03T10:08:39.226" v="3426" actId="1076"/>
          <ac:picMkLst>
            <pc:docMk/>
            <pc:sldMk cId="2187420000" sldId="383"/>
            <ac:picMk id="5" creationId="{CA290250-3BB0-4BCC-967A-40DF18279453}"/>
          </ac:picMkLst>
        </pc:picChg>
        <pc:picChg chg="add mod">
          <ac:chgData name="Tom Hartley" userId="f9a9e95579b5c8ee" providerId="LiveId" clId="{9D44E537-854D-45EA-8BAF-26E8AD933B6A}" dt="2020-07-03T10:09:35.487" v="3435" actId="1076"/>
          <ac:picMkLst>
            <pc:docMk/>
            <pc:sldMk cId="2187420000" sldId="383"/>
            <ac:picMk id="7" creationId="{40345A6D-BC9A-4594-92FA-15F9DBAFCE1D}"/>
          </ac:picMkLst>
        </pc:picChg>
      </pc:sldChg>
      <pc:sldChg chg="add del">
        <pc:chgData name="Tom Hartley" userId="f9a9e95579b5c8ee" providerId="LiveId" clId="{9D44E537-854D-45EA-8BAF-26E8AD933B6A}" dt="2020-07-03T09:49:50.758" v="2736" actId="2696"/>
        <pc:sldMkLst>
          <pc:docMk/>
          <pc:sldMk cId="4270801331" sldId="383"/>
        </pc:sldMkLst>
      </pc:sldChg>
      <pc:sldChg chg="add del">
        <pc:chgData name="Tom Hartley" userId="f9a9e95579b5c8ee" providerId="LiveId" clId="{9D44E537-854D-45EA-8BAF-26E8AD933B6A}" dt="2020-07-03T09:49:50.763" v="2737" actId="2696"/>
        <pc:sldMkLst>
          <pc:docMk/>
          <pc:sldMk cId="1029609176" sldId="384"/>
        </pc:sldMkLst>
      </pc:sldChg>
      <pc:sldChg chg="addSp delSp modSp add">
        <pc:chgData name="Tom Hartley" userId="f9a9e95579b5c8ee" providerId="LiveId" clId="{9D44E537-854D-45EA-8BAF-26E8AD933B6A}" dt="2020-07-03T10:16:14.726" v="3590" actId="1076"/>
        <pc:sldMkLst>
          <pc:docMk/>
          <pc:sldMk cId="2325887748" sldId="384"/>
        </pc:sldMkLst>
        <pc:spChg chg="mod">
          <ac:chgData name="Tom Hartley" userId="f9a9e95579b5c8ee" providerId="LiveId" clId="{9D44E537-854D-45EA-8BAF-26E8AD933B6A}" dt="2020-07-03T10:12:44.779" v="3562" actId="20577"/>
          <ac:spMkLst>
            <pc:docMk/>
            <pc:sldMk cId="2325887748" sldId="384"/>
            <ac:spMk id="2" creationId="{5AF0C8FD-45F1-41A7-A5E3-7DD321902E7D}"/>
          </ac:spMkLst>
        </pc:spChg>
        <pc:spChg chg="mod">
          <ac:chgData name="Tom Hartley" userId="f9a9e95579b5c8ee" providerId="LiveId" clId="{9D44E537-854D-45EA-8BAF-26E8AD933B6A}" dt="2020-07-03T10:13:05.616" v="3568" actId="20577"/>
          <ac:spMkLst>
            <pc:docMk/>
            <pc:sldMk cId="2325887748" sldId="384"/>
            <ac:spMk id="3" creationId="{53F2240B-BBF6-4C0E-8AFC-0658EFEB0F98}"/>
          </ac:spMkLst>
        </pc:spChg>
        <pc:picChg chg="add mod">
          <ac:chgData name="Tom Hartley" userId="f9a9e95579b5c8ee" providerId="LiveId" clId="{9D44E537-854D-45EA-8BAF-26E8AD933B6A}" dt="2020-07-03T10:16:14.726" v="3590" actId="1076"/>
          <ac:picMkLst>
            <pc:docMk/>
            <pc:sldMk cId="2325887748" sldId="384"/>
            <ac:picMk id="4" creationId="{73235193-F34C-4DD1-88C0-262B206ACD06}"/>
          </ac:picMkLst>
        </pc:picChg>
        <pc:picChg chg="add del mod">
          <ac:chgData name="Tom Hartley" userId="f9a9e95579b5c8ee" providerId="LiveId" clId="{9D44E537-854D-45EA-8BAF-26E8AD933B6A}" dt="2020-07-03T10:15:59.320" v="3586" actId="478"/>
          <ac:picMkLst>
            <pc:docMk/>
            <pc:sldMk cId="2325887748" sldId="384"/>
            <ac:picMk id="5" creationId="{0DBD3873-A0EE-4178-A821-9F48D9B5E4F1}"/>
          </ac:picMkLst>
        </pc:picChg>
        <pc:picChg chg="add mod">
          <ac:chgData name="Tom Hartley" userId="f9a9e95579b5c8ee" providerId="LiveId" clId="{9D44E537-854D-45EA-8BAF-26E8AD933B6A}" dt="2020-07-03T10:16:14.726" v="3590" actId="1076"/>
          <ac:picMkLst>
            <pc:docMk/>
            <pc:sldMk cId="2325887748" sldId="384"/>
            <ac:picMk id="6" creationId="{E6F96F82-87CB-46D3-AE4C-4F6FBBDAC6F5}"/>
          </ac:picMkLst>
        </pc:picChg>
      </pc:sldChg>
      <pc:sldChg chg="addSp modSp add">
        <pc:chgData name="Tom Hartley" userId="f9a9e95579b5c8ee" providerId="LiveId" clId="{9D44E537-854D-45EA-8BAF-26E8AD933B6A}" dt="2020-07-03T10:19:55.984" v="3717" actId="20577"/>
        <pc:sldMkLst>
          <pc:docMk/>
          <pc:sldMk cId="3281869007" sldId="385"/>
        </pc:sldMkLst>
        <pc:spChg chg="mod">
          <ac:chgData name="Tom Hartley" userId="f9a9e95579b5c8ee" providerId="LiveId" clId="{9D44E537-854D-45EA-8BAF-26E8AD933B6A}" dt="2020-07-03T10:19:55.984" v="3717" actId="20577"/>
          <ac:spMkLst>
            <pc:docMk/>
            <pc:sldMk cId="3281869007" sldId="385"/>
            <ac:spMk id="2" creationId="{D3D47EAB-B055-46DC-9959-5405066706C9}"/>
          </ac:spMkLst>
        </pc:spChg>
        <pc:spChg chg="mod">
          <ac:chgData name="Tom Hartley" userId="f9a9e95579b5c8ee" providerId="LiveId" clId="{9D44E537-854D-45EA-8BAF-26E8AD933B6A}" dt="2020-07-03T10:19:18.511" v="3694" actId="27636"/>
          <ac:spMkLst>
            <pc:docMk/>
            <pc:sldMk cId="3281869007" sldId="385"/>
            <ac:spMk id="3" creationId="{45646A14-2615-41CE-B95E-F1DF4B9417A3}"/>
          </ac:spMkLst>
        </pc:spChg>
        <pc:spChg chg="add mod">
          <ac:chgData name="Tom Hartley" userId="f9a9e95579b5c8ee" providerId="LiveId" clId="{9D44E537-854D-45EA-8BAF-26E8AD933B6A}" dt="2020-07-03T10:19:41.822" v="3700" actId="20577"/>
          <ac:spMkLst>
            <pc:docMk/>
            <pc:sldMk cId="3281869007" sldId="385"/>
            <ac:spMk id="5" creationId="{4A9F0F03-569E-465D-83D9-F78637480FF4}"/>
          </ac:spMkLst>
        </pc:spChg>
        <pc:picChg chg="add mod">
          <ac:chgData name="Tom Hartley" userId="f9a9e95579b5c8ee" providerId="LiveId" clId="{9D44E537-854D-45EA-8BAF-26E8AD933B6A}" dt="2020-07-03T10:19:16.670" v="3692" actId="1076"/>
          <ac:picMkLst>
            <pc:docMk/>
            <pc:sldMk cId="3281869007" sldId="385"/>
            <ac:picMk id="4" creationId="{91C7ABF8-DAC3-4D6F-B04B-5C4DFC45D177}"/>
          </ac:picMkLst>
        </pc:picChg>
      </pc:sldChg>
      <pc:sldChg chg="add del">
        <pc:chgData name="Tom Hartley" userId="f9a9e95579b5c8ee" providerId="LiveId" clId="{9D44E537-854D-45EA-8BAF-26E8AD933B6A}" dt="2020-07-03T09:49:50.767" v="2738" actId="2696"/>
        <pc:sldMkLst>
          <pc:docMk/>
          <pc:sldMk cId="4160115504" sldId="385"/>
        </pc:sldMkLst>
      </pc:sldChg>
      <pc:sldChg chg="addSp modSp add">
        <pc:chgData name="Tom Hartley" userId="f9a9e95579b5c8ee" providerId="LiveId" clId="{9D44E537-854D-45EA-8BAF-26E8AD933B6A}" dt="2020-07-03T10:28:10.233" v="3739" actId="14100"/>
        <pc:sldMkLst>
          <pc:docMk/>
          <pc:sldMk cId="284734025" sldId="386"/>
        </pc:sldMkLst>
        <pc:spChg chg="mod">
          <ac:chgData name="Tom Hartley" userId="f9a9e95579b5c8ee" providerId="LiveId" clId="{9D44E537-854D-45EA-8BAF-26E8AD933B6A}" dt="2020-07-03T10:22:29.568" v="3727"/>
          <ac:spMkLst>
            <pc:docMk/>
            <pc:sldMk cId="284734025" sldId="386"/>
            <ac:spMk id="2" creationId="{AF6A1C0F-B98B-4B64-99AF-83802A831010}"/>
          </ac:spMkLst>
        </pc:spChg>
        <pc:spChg chg="mod">
          <ac:chgData name="Tom Hartley" userId="f9a9e95579b5c8ee" providerId="LiveId" clId="{9D44E537-854D-45EA-8BAF-26E8AD933B6A}" dt="2020-07-03T10:28:10.233" v="3739" actId="14100"/>
          <ac:spMkLst>
            <pc:docMk/>
            <pc:sldMk cId="284734025" sldId="386"/>
            <ac:spMk id="3" creationId="{841CD81C-DC89-48FC-B0F4-86107FB0F4A3}"/>
          </ac:spMkLst>
        </pc:spChg>
        <pc:spChg chg="add mod">
          <ac:chgData name="Tom Hartley" userId="f9a9e95579b5c8ee" providerId="LiveId" clId="{9D44E537-854D-45EA-8BAF-26E8AD933B6A}" dt="2020-07-03T10:27:59.064" v="3737" actId="1076"/>
          <ac:spMkLst>
            <pc:docMk/>
            <pc:sldMk cId="284734025" sldId="386"/>
            <ac:spMk id="6" creationId="{72DA9E77-FB6E-4E5E-9870-D55445D5F61D}"/>
          </ac:spMkLst>
        </pc:spChg>
        <pc:picChg chg="add mod">
          <ac:chgData name="Tom Hartley" userId="f9a9e95579b5c8ee" providerId="LiveId" clId="{9D44E537-854D-45EA-8BAF-26E8AD933B6A}" dt="2020-07-03T10:27:48.621" v="3734" actId="692"/>
          <ac:picMkLst>
            <pc:docMk/>
            <pc:sldMk cId="284734025" sldId="386"/>
            <ac:picMk id="5" creationId="{A60E98A1-6A4F-404D-9598-EB5D59D1A46A}"/>
          </ac:picMkLst>
        </pc:picChg>
      </pc:sldChg>
    </pc:docChg>
  </pc:docChgLst>
  <pc:docChgLst>
    <pc:chgData name="Tom Hartley" userId="f9a9e95579b5c8ee" providerId="LiveId" clId="{4B1D06D9-73B2-4B58-8D9C-D8827F101067}"/>
    <pc:docChg chg="undo custSel addSld modSld">
      <pc:chgData name="Tom Hartley" userId="f9a9e95579b5c8ee" providerId="LiveId" clId="{4B1D06D9-73B2-4B58-8D9C-D8827F101067}" dt="2023-11-02T17:49:47.522" v="124" actId="15"/>
      <pc:docMkLst>
        <pc:docMk/>
      </pc:docMkLst>
      <pc:sldChg chg="modSp mod">
        <pc:chgData name="Tom Hartley" userId="f9a9e95579b5c8ee" providerId="LiveId" clId="{4B1D06D9-73B2-4B58-8D9C-D8827F101067}" dt="2023-10-25T16:44:14.491" v="36" actId="313"/>
        <pc:sldMkLst>
          <pc:docMk/>
          <pc:sldMk cId="367599832" sldId="256"/>
        </pc:sldMkLst>
        <pc:spChg chg="mod">
          <ac:chgData name="Tom Hartley" userId="f9a9e95579b5c8ee" providerId="LiveId" clId="{4B1D06D9-73B2-4B58-8D9C-D8827F101067}" dt="2023-10-25T16:44:14.491" v="36" actId="313"/>
          <ac:spMkLst>
            <pc:docMk/>
            <pc:sldMk cId="367599832" sldId="256"/>
            <ac:spMk id="2" creationId="{00000000-0000-0000-0000-000000000000}"/>
          </ac:spMkLst>
        </pc:spChg>
      </pc:sldChg>
      <pc:sldChg chg="addSp modSp mod">
        <pc:chgData name="Tom Hartley" userId="f9a9e95579b5c8ee" providerId="LiveId" clId="{4B1D06D9-73B2-4B58-8D9C-D8827F101067}" dt="2023-10-25T16:46:33.752" v="45" actId="14100"/>
        <pc:sldMkLst>
          <pc:docMk/>
          <pc:sldMk cId="1207360939" sldId="509"/>
        </pc:sldMkLst>
        <pc:spChg chg="add mod">
          <ac:chgData name="Tom Hartley" userId="f9a9e95579b5c8ee" providerId="LiveId" clId="{4B1D06D9-73B2-4B58-8D9C-D8827F101067}" dt="2023-10-25T16:46:33.752" v="45" actId="14100"/>
          <ac:spMkLst>
            <pc:docMk/>
            <pc:sldMk cId="1207360939" sldId="509"/>
            <ac:spMk id="4" creationId="{B2048BD4-4DC8-BD8A-8EDC-2018A9D67C13}"/>
          </ac:spMkLst>
        </pc:spChg>
        <pc:spChg chg="mod">
          <ac:chgData name="Tom Hartley" userId="f9a9e95579b5c8ee" providerId="LiveId" clId="{4B1D06D9-73B2-4B58-8D9C-D8827F101067}" dt="2023-10-25T16:45:11.362" v="40" actId="207"/>
          <ac:spMkLst>
            <pc:docMk/>
            <pc:sldMk cId="1207360939" sldId="509"/>
            <ac:spMk id="6" creationId="{57A37664-00BA-AE10-BD7F-A2FB1FD84266}"/>
          </ac:spMkLst>
        </pc:spChg>
      </pc:sldChg>
      <pc:sldChg chg="modSp mod">
        <pc:chgData name="Tom Hartley" userId="f9a9e95579b5c8ee" providerId="LiveId" clId="{4B1D06D9-73B2-4B58-8D9C-D8827F101067}" dt="2023-10-25T16:49:46.942" v="50" actId="27636"/>
        <pc:sldMkLst>
          <pc:docMk/>
          <pc:sldMk cId="939044515" sldId="513"/>
        </pc:sldMkLst>
        <pc:spChg chg="mod">
          <ac:chgData name="Tom Hartley" userId="f9a9e95579b5c8ee" providerId="LiveId" clId="{4B1D06D9-73B2-4B58-8D9C-D8827F101067}" dt="2023-10-25T16:49:46.942" v="50" actId="27636"/>
          <ac:spMkLst>
            <pc:docMk/>
            <pc:sldMk cId="939044515" sldId="513"/>
            <ac:spMk id="3" creationId="{5C4E5858-E211-03C0-3DAA-42286861991E}"/>
          </ac:spMkLst>
        </pc:spChg>
      </pc:sldChg>
      <pc:sldChg chg="modSp mod">
        <pc:chgData name="Tom Hartley" userId="f9a9e95579b5c8ee" providerId="LiveId" clId="{4B1D06D9-73B2-4B58-8D9C-D8827F101067}" dt="2023-11-01T18:09:37.199" v="57" actId="20577"/>
        <pc:sldMkLst>
          <pc:docMk/>
          <pc:sldMk cId="2333411351" sldId="518"/>
        </pc:sldMkLst>
        <pc:spChg chg="mod">
          <ac:chgData name="Tom Hartley" userId="f9a9e95579b5c8ee" providerId="LiveId" clId="{4B1D06D9-73B2-4B58-8D9C-D8827F101067}" dt="2023-11-01T18:09:37.199" v="57" actId="20577"/>
          <ac:spMkLst>
            <pc:docMk/>
            <pc:sldMk cId="2333411351" sldId="518"/>
            <ac:spMk id="3" creationId="{5C4E5858-E211-03C0-3DAA-42286861991E}"/>
          </ac:spMkLst>
        </pc:spChg>
      </pc:sldChg>
      <pc:sldChg chg="modSp mod">
        <pc:chgData name="Tom Hartley" userId="f9a9e95579b5c8ee" providerId="LiveId" clId="{4B1D06D9-73B2-4B58-8D9C-D8827F101067}" dt="2023-11-02T17:43:26.348" v="83"/>
        <pc:sldMkLst>
          <pc:docMk/>
          <pc:sldMk cId="3259306904" sldId="529"/>
        </pc:sldMkLst>
        <pc:spChg chg="mod">
          <ac:chgData name="Tom Hartley" userId="f9a9e95579b5c8ee" providerId="LiveId" clId="{4B1D06D9-73B2-4B58-8D9C-D8827F101067}" dt="2023-11-02T17:43:26.348" v="83"/>
          <ac:spMkLst>
            <pc:docMk/>
            <pc:sldMk cId="3259306904" sldId="529"/>
            <ac:spMk id="3" creationId="{83FEFF2D-EADD-96A8-98CD-E7B46EAA60C5}"/>
          </ac:spMkLst>
        </pc:spChg>
      </pc:sldChg>
      <pc:sldChg chg="modSp mod">
        <pc:chgData name="Tom Hartley" userId="f9a9e95579b5c8ee" providerId="LiveId" clId="{4B1D06D9-73B2-4B58-8D9C-D8827F101067}" dt="2023-11-02T17:48:21.691" v="109" actId="20577"/>
        <pc:sldMkLst>
          <pc:docMk/>
          <pc:sldMk cId="4072764336" sldId="530"/>
        </pc:sldMkLst>
        <pc:spChg chg="mod">
          <ac:chgData name="Tom Hartley" userId="f9a9e95579b5c8ee" providerId="LiveId" clId="{4B1D06D9-73B2-4B58-8D9C-D8827F101067}" dt="2023-11-02T17:48:21.691" v="109" actId="20577"/>
          <ac:spMkLst>
            <pc:docMk/>
            <pc:sldMk cId="4072764336" sldId="530"/>
            <ac:spMk id="3" creationId="{6E06ACC7-BA62-4801-D114-F79B71D74BCF}"/>
          </ac:spMkLst>
        </pc:spChg>
      </pc:sldChg>
      <pc:sldChg chg="modSp mod">
        <pc:chgData name="Tom Hartley" userId="f9a9e95579b5c8ee" providerId="LiveId" clId="{4B1D06D9-73B2-4B58-8D9C-D8827F101067}" dt="2023-11-02T17:49:47.522" v="124" actId="15"/>
        <pc:sldMkLst>
          <pc:docMk/>
          <pc:sldMk cId="3368483987" sldId="533"/>
        </pc:sldMkLst>
        <pc:spChg chg="mod">
          <ac:chgData name="Tom Hartley" userId="f9a9e95579b5c8ee" providerId="LiveId" clId="{4B1D06D9-73B2-4B58-8D9C-D8827F101067}" dt="2023-11-02T17:49:47.522" v="124" actId="15"/>
          <ac:spMkLst>
            <pc:docMk/>
            <pc:sldMk cId="3368483987" sldId="533"/>
            <ac:spMk id="3" creationId="{547B46B1-27BC-DA48-FDC9-1E1F8A44F4ED}"/>
          </ac:spMkLst>
        </pc:spChg>
      </pc:sldChg>
      <pc:sldChg chg="new">
        <pc:chgData name="Tom Hartley" userId="f9a9e95579b5c8ee" providerId="LiveId" clId="{4B1D06D9-73B2-4B58-8D9C-D8827F101067}" dt="2023-11-01T18:11:24.243" v="58" actId="680"/>
        <pc:sldMkLst>
          <pc:docMk/>
          <pc:sldMk cId="3717743804" sldId="536"/>
        </pc:sldMkLst>
      </pc:sldChg>
      <pc:sldChg chg="new">
        <pc:chgData name="Tom Hartley" userId="f9a9e95579b5c8ee" providerId="LiveId" clId="{4B1D06D9-73B2-4B58-8D9C-D8827F101067}" dt="2023-11-01T18:11:31.081" v="59" actId="680"/>
        <pc:sldMkLst>
          <pc:docMk/>
          <pc:sldMk cId="1507281261" sldId="537"/>
        </pc:sldMkLst>
      </pc:sldChg>
      <pc:sldChg chg="modSp mod">
        <pc:chgData name="Tom Hartley" userId="f9a9e95579b5c8ee" providerId="LiveId" clId="{4B1D06D9-73B2-4B58-8D9C-D8827F101067}" dt="2023-11-02T17:31:45.721" v="64" actId="20577"/>
        <pc:sldMkLst>
          <pc:docMk/>
          <pc:sldMk cId="4209632746" sldId="538"/>
        </pc:sldMkLst>
        <pc:spChg chg="mod">
          <ac:chgData name="Tom Hartley" userId="f9a9e95579b5c8ee" providerId="LiveId" clId="{4B1D06D9-73B2-4B58-8D9C-D8827F101067}" dt="2023-11-02T17:31:45.721" v="64" actId="20577"/>
          <ac:spMkLst>
            <pc:docMk/>
            <pc:sldMk cId="4209632746" sldId="538"/>
            <ac:spMk id="3" creationId="{CE8B79B7-0CDC-CE15-C028-C5D733C52CC7}"/>
          </ac:spMkLst>
        </pc:spChg>
      </pc:sldChg>
    </pc:docChg>
  </pc:docChgLst>
  <pc:docChgLst>
    <pc:chgData name="Tom Hartley" userId="f9a9e95579b5c8ee" providerId="LiveId" clId="{8A63A06E-C542-407B-9E4E-8947B58A0CC6}"/>
    <pc:docChg chg="undo redo custSel addSld delSld modSld sldOrd">
      <pc:chgData name="Tom Hartley" userId="f9a9e95579b5c8ee" providerId="LiveId" clId="{8A63A06E-C542-407B-9E4E-8947B58A0CC6}" dt="2023-01-03T15:01:58.226" v="4094" actId="27636"/>
      <pc:docMkLst>
        <pc:docMk/>
      </pc:docMkLst>
      <pc:sldChg chg="modSp mod">
        <pc:chgData name="Tom Hartley" userId="f9a9e95579b5c8ee" providerId="LiveId" clId="{8A63A06E-C542-407B-9E4E-8947B58A0CC6}" dt="2023-01-03T11:17:47.715" v="344" actId="20577"/>
        <pc:sldMkLst>
          <pc:docMk/>
          <pc:sldMk cId="367599832" sldId="256"/>
        </pc:sldMkLst>
        <pc:spChg chg="mod">
          <ac:chgData name="Tom Hartley" userId="f9a9e95579b5c8ee" providerId="LiveId" clId="{8A63A06E-C542-407B-9E4E-8947B58A0CC6}" dt="2022-12-20T21:20:25.521" v="6" actId="27636"/>
          <ac:spMkLst>
            <pc:docMk/>
            <pc:sldMk cId="367599832" sldId="256"/>
            <ac:spMk id="2" creationId="{00000000-0000-0000-0000-000000000000}"/>
          </ac:spMkLst>
        </pc:spChg>
        <pc:spChg chg="mod">
          <ac:chgData name="Tom Hartley" userId="f9a9e95579b5c8ee" providerId="LiveId" clId="{8A63A06E-C542-407B-9E4E-8947B58A0CC6}" dt="2023-01-03T11:17:47.715" v="344" actId="20577"/>
          <ac:spMkLst>
            <pc:docMk/>
            <pc:sldMk cId="367599832" sldId="256"/>
            <ac:spMk id="3" creationId="{00000000-0000-0000-0000-000000000000}"/>
          </ac:spMkLst>
        </pc:spChg>
      </pc:sldChg>
      <pc:sldChg chg="modSp mod">
        <pc:chgData name="Tom Hartley" userId="f9a9e95579b5c8ee" providerId="LiveId" clId="{8A63A06E-C542-407B-9E4E-8947B58A0CC6}" dt="2023-01-03T15:01:43.102" v="4089"/>
        <pc:sldMkLst>
          <pc:docMk/>
          <pc:sldMk cId="2579396489" sldId="257"/>
        </pc:sldMkLst>
        <pc:spChg chg="mod">
          <ac:chgData name="Tom Hartley" userId="f9a9e95579b5c8ee" providerId="LiveId" clId="{8A63A06E-C542-407B-9E4E-8947B58A0CC6}" dt="2023-01-03T15:01:43.102" v="4089"/>
          <ac:spMkLst>
            <pc:docMk/>
            <pc:sldMk cId="2579396489" sldId="257"/>
            <ac:spMk id="3" creationId="{00000000-0000-0000-0000-000000000000}"/>
          </ac:spMkLst>
        </pc:spChg>
      </pc:sldChg>
      <pc:sldChg chg="modSp mod ord">
        <pc:chgData name="Tom Hartley" userId="f9a9e95579b5c8ee" providerId="LiveId" clId="{8A63A06E-C542-407B-9E4E-8947B58A0CC6}" dt="2023-01-03T15:01:58.226" v="4094" actId="27636"/>
        <pc:sldMkLst>
          <pc:docMk/>
          <pc:sldMk cId="3984578066" sldId="315"/>
        </pc:sldMkLst>
        <pc:spChg chg="mod">
          <ac:chgData name="Tom Hartley" userId="f9a9e95579b5c8ee" providerId="LiveId" clId="{8A63A06E-C542-407B-9E4E-8947B58A0CC6}" dt="2023-01-03T15:01:58.226" v="4094" actId="27636"/>
          <ac:spMkLst>
            <pc:docMk/>
            <pc:sldMk cId="3984578066" sldId="315"/>
            <ac:spMk id="3" creationId="{00000000-0000-0000-0000-000000000000}"/>
          </ac:spMkLst>
        </pc:spChg>
      </pc:sldChg>
      <pc:sldChg chg="del">
        <pc:chgData name="Tom Hartley" userId="f9a9e95579b5c8ee" providerId="LiveId" clId="{8A63A06E-C542-407B-9E4E-8947B58A0CC6}" dt="2023-01-03T14:58:15.195" v="3962" actId="2696"/>
        <pc:sldMkLst>
          <pc:docMk/>
          <pc:sldMk cId="1342545484" sldId="349"/>
        </pc:sldMkLst>
      </pc:sldChg>
      <pc:sldChg chg="delSp modSp add mod ord">
        <pc:chgData name="Tom Hartley" userId="f9a9e95579b5c8ee" providerId="LiveId" clId="{8A63A06E-C542-407B-9E4E-8947B58A0CC6}" dt="2023-01-03T12:38:20.377" v="1226" actId="478"/>
        <pc:sldMkLst>
          <pc:docMk/>
          <pc:sldMk cId="3131496761" sldId="406"/>
        </pc:sldMkLst>
        <pc:spChg chg="mod">
          <ac:chgData name="Tom Hartley" userId="f9a9e95579b5c8ee" providerId="LiveId" clId="{8A63A06E-C542-407B-9E4E-8947B58A0CC6}" dt="2023-01-03T12:38:15.316" v="1224" actId="20577"/>
          <ac:spMkLst>
            <pc:docMk/>
            <pc:sldMk cId="3131496761" sldId="406"/>
            <ac:spMk id="3" creationId="{70046E3C-2310-47E1-8C57-D7586496CD94}"/>
          </ac:spMkLst>
        </pc:spChg>
        <pc:spChg chg="del mod">
          <ac:chgData name="Tom Hartley" userId="f9a9e95579b5c8ee" providerId="LiveId" clId="{8A63A06E-C542-407B-9E4E-8947B58A0CC6}" dt="2023-01-03T12:38:20.377" v="1226" actId="478"/>
          <ac:spMkLst>
            <pc:docMk/>
            <pc:sldMk cId="3131496761" sldId="406"/>
            <ac:spMk id="4" creationId="{9EA11E43-9B64-4084-B3D8-DD17C9589AEE}"/>
          </ac:spMkLst>
        </pc:spChg>
        <pc:spChg chg="mod">
          <ac:chgData name="Tom Hartley" userId="f9a9e95579b5c8ee" providerId="LiveId" clId="{8A63A06E-C542-407B-9E4E-8947B58A0CC6}" dt="2023-01-03T12:23:32.998" v="1162" actId="20577"/>
          <ac:spMkLst>
            <pc:docMk/>
            <pc:sldMk cId="3131496761" sldId="406"/>
            <ac:spMk id="5" creationId="{F306B3DB-D8C8-4D00-992F-5719EA498C52}"/>
          </ac:spMkLst>
        </pc:spChg>
      </pc:sldChg>
      <pc:sldChg chg="add">
        <pc:chgData name="Tom Hartley" userId="f9a9e95579b5c8ee" providerId="LiveId" clId="{8A63A06E-C542-407B-9E4E-8947B58A0CC6}" dt="2023-01-03T12:25:27.960" v="1173"/>
        <pc:sldMkLst>
          <pc:docMk/>
          <pc:sldMk cId="337026312" sldId="408"/>
        </pc:sldMkLst>
      </pc:sldChg>
      <pc:sldChg chg="add">
        <pc:chgData name="Tom Hartley" userId="f9a9e95579b5c8ee" providerId="LiveId" clId="{8A63A06E-C542-407B-9E4E-8947B58A0CC6}" dt="2023-01-03T12:25:27.960" v="1173"/>
        <pc:sldMkLst>
          <pc:docMk/>
          <pc:sldMk cId="1130102504" sldId="409"/>
        </pc:sldMkLst>
      </pc:sldChg>
      <pc:sldChg chg="add">
        <pc:chgData name="Tom Hartley" userId="f9a9e95579b5c8ee" providerId="LiveId" clId="{8A63A06E-C542-407B-9E4E-8947B58A0CC6}" dt="2023-01-03T12:25:27.960" v="1173"/>
        <pc:sldMkLst>
          <pc:docMk/>
          <pc:sldMk cId="2309825091" sldId="410"/>
        </pc:sldMkLst>
      </pc:sldChg>
      <pc:sldChg chg="add del">
        <pc:chgData name="Tom Hartley" userId="f9a9e95579b5c8ee" providerId="LiveId" clId="{8A63A06E-C542-407B-9E4E-8947B58A0CC6}" dt="2023-01-03T12:35:46.261" v="1198" actId="2696"/>
        <pc:sldMkLst>
          <pc:docMk/>
          <pc:sldMk cId="2545425454" sldId="412"/>
        </pc:sldMkLst>
      </pc:sldChg>
      <pc:sldChg chg="addSp delSp modSp add mod">
        <pc:chgData name="Tom Hartley" userId="f9a9e95579b5c8ee" providerId="LiveId" clId="{8A63A06E-C542-407B-9E4E-8947B58A0CC6}" dt="2023-01-03T12:37:22.221" v="1208" actId="1076"/>
        <pc:sldMkLst>
          <pc:docMk/>
          <pc:sldMk cId="3121263712" sldId="413"/>
        </pc:sldMkLst>
        <pc:spChg chg="mod">
          <ac:chgData name="Tom Hartley" userId="f9a9e95579b5c8ee" providerId="LiveId" clId="{8A63A06E-C542-407B-9E4E-8947B58A0CC6}" dt="2023-01-03T12:37:19.837" v="1207" actId="1076"/>
          <ac:spMkLst>
            <pc:docMk/>
            <pc:sldMk cId="3121263712" sldId="413"/>
            <ac:spMk id="6" creationId="{F7A9951E-5C4D-43EC-B224-9B83ED2C72C3}"/>
          </ac:spMkLst>
        </pc:spChg>
        <pc:spChg chg="mod">
          <ac:chgData name="Tom Hartley" userId="f9a9e95579b5c8ee" providerId="LiveId" clId="{8A63A06E-C542-407B-9E4E-8947B58A0CC6}" dt="2023-01-03T12:36:10.994" v="1201"/>
          <ac:spMkLst>
            <pc:docMk/>
            <pc:sldMk cId="3121263712" sldId="413"/>
            <ac:spMk id="7" creationId="{57749D4B-4591-4780-B092-FDDD08C6C963}"/>
          </ac:spMkLst>
        </pc:spChg>
        <pc:picChg chg="del">
          <ac:chgData name="Tom Hartley" userId="f9a9e95579b5c8ee" providerId="LiveId" clId="{8A63A06E-C542-407B-9E4E-8947B58A0CC6}" dt="2023-01-03T12:37:09.709" v="1202" actId="478"/>
          <ac:picMkLst>
            <pc:docMk/>
            <pc:sldMk cId="3121263712" sldId="413"/>
            <ac:picMk id="8" creationId="{2A240617-97D4-4B56-BCD5-68BD28B9D9EF}"/>
          </ac:picMkLst>
        </pc:picChg>
        <pc:picChg chg="add mod">
          <ac:chgData name="Tom Hartley" userId="f9a9e95579b5c8ee" providerId="LiveId" clId="{8A63A06E-C542-407B-9E4E-8947B58A0CC6}" dt="2023-01-03T12:37:22.221" v="1208" actId="1076"/>
          <ac:picMkLst>
            <pc:docMk/>
            <pc:sldMk cId="3121263712" sldId="413"/>
            <ac:picMk id="12" creationId="{C03EEDF6-848E-25D1-4BFB-FABF08449C88}"/>
          </ac:picMkLst>
        </pc:picChg>
      </pc:sldChg>
      <pc:sldChg chg="modSp add mod">
        <pc:chgData name="Tom Hartley" userId="f9a9e95579b5c8ee" providerId="LiveId" clId="{8A63A06E-C542-407B-9E4E-8947B58A0CC6}" dt="2023-01-03T12:46:25.436" v="1239" actId="14100"/>
        <pc:sldMkLst>
          <pc:docMk/>
          <pc:sldMk cId="3849712028" sldId="414"/>
        </pc:sldMkLst>
        <pc:spChg chg="mod">
          <ac:chgData name="Tom Hartley" userId="f9a9e95579b5c8ee" providerId="LiveId" clId="{8A63A06E-C542-407B-9E4E-8947B58A0CC6}" dt="2023-01-03T12:46:25.436" v="1239" actId="14100"/>
          <ac:spMkLst>
            <pc:docMk/>
            <pc:sldMk cId="3849712028" sldId="414"/>
            <ac:spMk id="3" creationId="{E09A8854-6900-4EFC-BDCE-727519AB7B20}"/>
          </ac:spMkLst>
        </pc:spChg>
        <pc:spChg chg="mod">
          <ac:chgData name="Tom Hartley" userId="f9a9e95579b5c8ee" providerId="LiveId" clId="{8A63A06E-C542-407B-9E4E-8947B58A0CC6}" dt="2023-01-03T12:46:22.660" v="1238" actId="1076"/>
          <ac:spMkLst>
            <pc:docMk/>
            <pc:sldMk cId="3849712028" sldId="414"/>
            <ac:spMk id="4" creationId="{9C25F81C-EBA2-4492-8654-6F82EA41EC3A}"/>
          </ac:spMkLst>
        </pc:spChg>
      </pc:sldChg>
      <pc:sldChg chg="addSp delSp modSp add mod">
        <pc:chgData name="Tom Hartley" userId="f9a9e95579b5c8ee" providerId="LiveId" clId="{8A63A06E-C542-407B-9E4E-8947B58A0CC6}" dt="2023-01-03T11:54:17.702" v="1158"/>
        <pc:sldMkLst>
          <pc:docMk/>
          <pc:sldMk cId="941698463" sldId="415"/>
        </pc:sldMkLst>
        <pc:spChg chg="mod">
          <ac:chgData name="Tom Hartley" userId="f9a9e95579b5c8ee" providerId="LiveId" clId="{8A63A06E-C542-407B-9E4E-8947B58A0CC6}" dt="2023-01-03T11:53:16.316" v="1137" actId="20577"/>
          <ac:spMkLst>
            <pc:docMk/>
            <pc:sldMk cId="941698463" sldId="415"/>
            <ac:spMk id="3" creationId="{E09A8854-6900-4EFC-BDCE-727519AB7B20}"/>
          </ac:spMkLst>
        </pc:spChg>
        <pc:spChg chg="mod">
          <ac:chgData name="Tom Hartley" userId="f9a9e95579b5c8ee" providerId="LiveId" clId="{8A63A06E-C542-407B-9E4E-8947B58A0CC6}" dt="2023-01-03T11:49:05.591" v="1038" actId="1076"/>
          <ac:spMkLst>
            <pc:docMk/>
            <pc:sldMk cId="941698463" sldId="415"/>
            <ac:spMk id="4" creationId="{C8C9CCB0-F9E5-47AD-9ED3-65C2E9F19D26}"/>
          </ac:spMkLst>
        </pc:spChg>
        <pc:spChg chg="add mod">
          <ac:chgData name="Tom Hartley" userId="f9a9e95579b5c8ee" providerId="LiveId" clId="{8A63A06E-C542-407B-9E4E-8947B58A0CC6}" dt="2023-01-03T11:54:17.702" v="1158"/>
          <ac:spMkLst>
            <pc:docMk/>
            <pc:sldMk cId="941698463" sldId="415"/>
            <ac:spMk id="5" creationId="{7514EBD6-0A79-7249-C8B8-2CAD92574B0F}"/>
          </ac:spMkLst>
        </pc:spChg>
        <pc:spChg chg="add del">
          <ac:chgData name="Tom Hartley" userId="f9a9e95579b5c8ee" providerId="LiveId" clId="{8A63A06E-C542-407B-9E4E-8947B58A0CC6}" dt="2023-01-03T11:48:28.573" v="1025"/>
          <ac:spMkLst>
            <pc:docMk/>
            <pc:sldMk cId="941698463" sldId="415"/>
            <ac:spMk id="6" creationId="{3C509D06-F4E9-7AE1-3FDC-79A6AB073804}"/>
          </ac:spMkLst>
        </pc:spChg>
        <pc:spChg chg="add mod">
          <ac:chgData name="Tom Hartley" userId="f9a9e95579b5c8ee" providerId="LiveId" clId="{8A63A06E-C542-407B-9E4E-8947B58A0CC6}" dt="2023-01-03T11:49:05.591" v="1038" actId="1076"/>
          <ac:spMkLst>
            <pc:docMk/>
            <pc:sldMk cId="941698463" sldId="415"/>
            <ac:spMk id="7" creationId="{4BE8EAFB-02AE-E0D0-9EF8-6F85987DA7FA}"/>
          </ac:spMkLst>
        </pc:spChg>
      </pc:sldChg>
      <pc:sldChg chg="addSp delSp modSp add mod">
        <pc:chgData name="Tom Hartley" userId="f9a9e95579b5c8ee" providerId="LiveId" clId="{8A63A06E-C542-407B-9E4E-8947B58A0CC6}" dt="2023-01-03T11:54:14.590" v="1157"/>
        <pc:sldMkLst>
          <pc:docMk/>
          <pc:sldMk cId="2249388148" sldId="416"/>
        </pc:sldMkLst>
        <pc:spChg chg="mod">
          <ac:chgData name="Tom Hartley" userId="f9a9e95579b5c8ee" providerId="LiveId" clId="{8A63A06E-C542-407B-9E4E-8947B58A0CC6}" dt="2023-01-03T11:53:12.566" v="1136" actId="20577"/>
          <ac:spMkLst>
            <pc:docMk/>
            <pc:sldMk cId="2249388148" sldId="416"/>
            <ac:spMk id="3" creationId="{E09A8854-6900-4EFC-BDCE-727519AB7B20}"/>
          </ac:spMkLst>
        </pc:spChg>
        <pc:spChg chg="add del mod">
          <ac:chgData name="Tom Hartley" userId="f9a9e95579b5c8ee" providerId="LiveId" clId="{8A63A06E-C542-407B-9E4E-8947B58A0CC6}" dt="2023-01-03T11:51:16.361" v="1063" actId="478"/>
          <ac:spMkLst>
            <pc:docMk/>
            <pc:sldMk cId="2249388148" sldId="416"/>
            <ac:spMk id="4" creationId="{9200A26B-DFD7-4C13-BC7A-1ABEFE2D5D2B}"/>
          </ac:spMkLst>
        </pc:spChg>
        <pc:spChg chg="add mod">
          <ac:chgData name="Tom Hartley" userId="f9a9e95579b5c8ee" providerId="LiveId" clId="{8A63A06E-C542-407B-9E4E-8947B58A0CC6}" dt="2023-01-03T11:51:16.738" v="1064" actId="1076"/>
          <ac:spMkLst>
            <pc:docMk/>
            <pc:sldMk cId="2249388148" sldId="416"/>
            <ac:spMk id="5" creationId="{6D65DEDE-DF3D-19B8-EE1B-0D38D5D2FB46}"/>
          </ac:spMkLst>
        </pc:spChg>
        <pc:spChg chg="add mod">
          <ac:chgData name="Tom Hartley" userId="f9a9e95579b5c8ee" providerId="LiveId" clId="{8A63A06E-C542-407B-9E4E-8947B58A0CC6}" dt="2023-01-03T11:54:14.590" v="1157"/>
          <ac:spMkLst>
            <pc:docMk/>
            <pc:sldMk cId="2249388148" sldId="416"/>
            <ac:spMk id="6" creationId="{99687C07-9266-B8C4-880F-7F108EA288C8}"/>
          </ac:spMkLst>
        </pc:spChg>
        <pc:spChg chg="add mod">
          <ac:chgData name="Tom Hartley" userId="f9a9e95579b5c8ee" providerId="LiveId" clId="{8A63A06E-C542-407B-9E4E-8947B58A0CC6}" dt="2023-01-03T11:51:16.738" v="1064" actId="1076"/>
          <ac:spMkLst>
            <pc:docMk/>
            <pc:sldMk cId="2249388148" sldId="416"/>
            <ac:spMk id="7" creationId="{8867E359-501F-F456-A8A6-4EF950CF48D7}"/>
          </ac:spMkLst>
        </pc:spChg>
      </pc:sldChg>
      <pc:sldChg chg="modSp add mod">
        <pc:chgData name="Tom Hartley" userId="f9a9e95579b5c8ee" providerId="LiveId" clId="{8A63A06E-C542-407B-9E4E-8947B58A0CC6}" dt="2023-01-03T12:23:21.506" v="1161" actId="20577"/>
        <pc:sldMkLst>
          <pc:docMk/>
          <pc:sldMk cId="477197650" sldId="417"/>
        </pc:sldMkLst>
        <pc:spChg chg="mod">
          <ac:chgData name="Tom Hartley" userId="f9a9e95579b5c8ee" providerId="LiveId" clId="{8A63A06E-C542-407B-9E4E-8947B58A0CC6}" dt="2023-01-03T12:23:21.506" v="1161" actId="20577"/>
          <ac:spMkLst>
            <pc:docMk/>
            <pc:sldMk cId="477197650" sldId="417"/>
            <ac:spMk id="3" creationId="{E09A8854-6900-4EFC-BDCE-727519AB7B20}"/>
          </ac:spMkLst>
        </pc:spChg>
      </pc:sldChg>
      <pc:sldChg chg="delSp modSp add mod ord">
        <pc:chgData name="Tom Hartley" userId="f9a9e95579b5c8ee" providerId="LiveId" clId="{8A63A06E-C542-407B-9E4E-8947B58A0CC6}" dt="2023-01-03T11:54:01.379" v="1156" actId="20577"/>
        <pc:sldMkLst>
          <pc:docMk/>
          <pc:sldMk cId="3827582879" sldId="418"/>
        </pc:sldMkLst>
        <pc:spChg chg="mod">
          <ac:chgData name="Tom Hartley" userId="f9a9e95579b5c8ee" providerId="LiveId" clId="{8A63A06E-C542-407B-9E4E-8947B58A0CC6}" dt="2023-01-03T11:53:08.818" v="1135" actId="20577"/>
          <ac:spMkLst>
            <pc:docMk/>
            <pc:sldMk cId="3827582879" sldId="418"/>
            <ac:spMk id="3" creationId="{E09A8854-6900-4EFC-BDCE-727519AB7B20}"/>
          </ac:spMkLst>
        </pc:spChg>
        <pc:spChg chg="del mod">
          <ac:chgData name="Tom Hartley" userId="f9a9e95579b5c8ee" providerId="LiveId" clId="{8A63A06E-C542-407B-9E4E-8947B58A0CC6}" dt="2023-01-03T11:53:03.433" v="1133" actId="478"/>
          <ac:spMkLst>
            <pc:docMk/>
            <pc:sldMk cId="3827582879" sldId="418"/>
            <ac:spMk id="4" creationId="{62205DB9-F850-4F76-BE14-76C0C743953C}"/>
          </ac:spMkLst>
        </pc:spChg>
        <pc:spChg chg="del mod">
          <ac:chgData name="Tom Hartley" userId="f9a9e95579b5c8ee" providerId="LiveId" clId="{8A63A06E-C542-407B-9E4E-8947B58A0CC6}" dt="2023-01-03T11:53:03.433" v="1133" actId="478"/>
          <ac:spMkLst>
            <pc:docMk/>
            <pc:sldMk cId="3827582879" sldId="418"/>
            <ac:spMk id="5" creationId="{C4C47AA6-7771-4AC3-B937-3A0CD134ADD9}"/>
          </ac:spMkLst>
        </pc:spChg>
        <pc:spChg chg="del">
          <ac:chgData name="Tom Hartley" userId="f9a9e95579b5c8ee" providerId="LiveId" clId="{8A63A06E-C542-407B-9E4E-8947B58A0CC6}" dt="2023-01-03T11:53:05.242" v="1134" actId="478"/>
          <ac:spMkLst>
            <pc:docMk/>
            <pc:sldMk cId="3827582879" sldId="418"/>
            <ac:spMk id="6" creationId="{A4B3D55C-5378-4075-BA7D-CD39D24BB648}"/>
          </ac:spMkLst>
        </pc:spChg>
        <pc:spChg chg="del mod">
          <ac:chgData name="Tom Hartley" userId="f9a9e95579b5c8ee" providerId="LiveId" clId="{8A63A06E-C542-407B-9E4E-8947B58A0CC6}" dt="2023-01-03T11:53:05.242" v="1134" actId="478"/>
          <ac:spMkLst>
            <pc:docMk/>
            <pc:sldMk cId="3827582879" sldId="418"/>
            <ac:spMk id="7" creationId="{4B038B4A-26F8-461A-865F-93CDC798DD1D}"/>
          </ac:spMkLst>
        </pc:spChg>
        <pc:spChg chg="mod">
          <ac:chgData name="Tom Hartley" userId="f9a9e95579b5c8ee" providerId="LiveId" clId="{8A63A06E-C542-407B-9E4E-8947B58A0CC6}" dt="2023-01-03T11:54:01.379" v="1156" actId="20577"/>
          <ac:spMkLst>
            <pc:docMk/>
            <pc:sldMk cId="3827582879" sldId="418"/>
            <ac:spMk id="8" creationId="{3DE17B72-C0BB-48B0-984A-911F1F455180}"/>
          </ac:spMkLst>
        </pc:spChg>
        <pc:spChg chg="mod">
          <ac:chgData name="Tom Hartley" userId="f9a9e95579b5c8ee" providerId="LiveId" clId="{8A63A06E-C542-407B-9E4E-8947B58A0CC6}" dt="2023-01-03T11:53:51.505" v="1146" actId="20577"/>
          <ac:spMkLst>
            <pc:docMk/>
            <pc:sldMk cId="3827582879" sldId="418"/>
            <ac:spMk id="9" creationId="{CF58DA6D-C1A2-449D-84A8-5D2862284570}"/>
          </ac:spMkLst>
        </pc:spChg>
      </pc:sldChg>
      <pc:sldChg chg="del">
        <pc:chgData name="Tom Hartley" userId="f9a9e95579b5c8ee" providerId="LiveId" clId="{8A63A06E-C542-407B-9E4E-8947B58A0CC6}" dt="2023-01-03T14:58:15.195" v="3962" actId="2696"/>
        <pc:sldMkLst>
          <pc:docMk/>
          <pc:sldMk cId="2043590837" sldId="441"/>
        </pc:sldMkLst>
      </pc:sldChg>
      <pc:sldChg chg="modSp mod ord">
        <pc:chgData name="Tom Hartley" userId="f9a9e95579b5c8ee" providerId="LiveId" clId="{8A63A06E-C542-407B-9E4E-8947B58A0CC6}" dt="2022-12-20T21:22:10.867" v="76" actId="113"/>
        <pc:sldMkLst>
          <pc:docMk/>
          <pc:sldMk cId="1190540744" sldId="442"/>
        </pc:sldMkLst>
        <pc:spChg chg="mod">
          <ac:chgData name="Tom Hartley" userId="f9a9e95579b5c8ee" providerId="LiveId" clId="{8A63A06E-C542-407B-9E4E-8947B58A0CC6}" dt="2022-12-20T21:22:10.867" v="76" actId="113"/>
          <ac:spMkLst>
            <pc:docMk/>
            <pc:sldMk cId="1190540744" sldId="442"/>
            <ac:spMk id="3" creationId="{22E8B1A1-9544-4A41-8405-7AC5FCC3BEAF}"/>
          </ac:spMkLst>
        </pc:spChg>
      </pc:sldChg>
      <pc:sldChg chg="modSp mod ord">
        <pc:chgData name="Tom Hartley" userId="f9a9e95579b5c8ee" providerId="LiveId" clId="{8A63A06E-C542-407B-9E4E-8947B58A0CC6}" dt="2023-01-03T14:50:29.058" v="3873" actId="20577"/>
        <pc:sldMkLst>
          <pc:docMk/>
          <pc:sldMk cId="458440758" sldId="443"/>
        </pc:sldMkLst>
        <pc:spChg chg="mod">
          <ac:chgData name="Tom Hartley" userId="f9a9e95579b5c8ee" providerId="LiveId" clId="{8A63A06E-C542-407B-9E4E-8947B58A0CC6}" dt="2023-01-03T14:50:29.058" v="3873" actId="20577"/>
          <ac:spMkLst>
            <pc:docMk/>
            <pc:sldMk cId="458440758" sldId="443"/>
            <ac:spMk id="2" creationId="{BD4779D9-A6EC-415B-97A4-95769655EF89}"/>
          </ac:spMkLst>
        </pc:spChg>
      </pc:sldChg>
      <pc:sldChg chg="del">
        <pc:chgData name="Tom Hartley" userId="f9a9e95579b5c8ee" providerId="LiveId" clId="{8A63A06E-C542-407B-9E4E-8947B58A0CC6}" dt="2023-01-03T14:58:15.195" v="3962" actId="2696"/>
        <pc:sldMkLst>
          <pc:docMk/>
          <pc:sldMk cId="4073869332" sldId="447"/>
        </pc:sldMkLst>
      </pc:sldChg>
      <pc:sldChg chg="del">
        <pc:chgData name="Tom Hartley" userId="f9a9e95579b5c8ee" providerId="LiveId" clId="{8A63A06E-C542-407B-9E4E-8947B58A0CC6}" dt="2023-01-03T14:58:15.195" v="3962" actId="2696"/>
        <pc:sldMkLst>
          <pc:docMk/>
          <pc:sldMk cId="3348522178" sldId="448"/>
        </pc:sldMkLst>
      </pc:sldChg>
      <pc:sldChg chg="del">
        <pc:chgData name="Tom Hartley" userId="f9a9e95579b5c8ee" providerId="LiveId" clId="{8A63A06E-C542-407B-9E4E-8947B58A0CC6}" dt="2023-01-03T14:58:15.195" v="3962" actId="2696"/>
        <pc:sldMkLst>
          <pc:docMk/>
          <pc:sldMk cId="509609168" sldId="449"/>
        </pc:sldMkLst>
      </pc:sldChg>
      <pc:sldChg chg="modSp mod ord">
        <pc:chgData name="Tom Hartley" userId="f9a9e95579b5c8ee" providerId="LiveId" clId="{8A63A06E-C542-407B-9E4E-8947B58A0CC6}" dt="2023-01-03T14:49:45.023" v="3863" actId="20577"/>
        <pc:sldMkLst>
          <pc:docMk/>
          <pc:sldMk cId="2323577222" sldId="450"/>
        </pc:sldMkLst>
        <pc:spChg chg="mod">
          <ac:chgData name="Tom Hartley" userId="f9a9e95579b5c8ee" providerId="LiveId" clId="{8A63A06E-C542-407B-9E4E-8947B58A0CC6}" dt="2023-01-03T14:49:29.162" v="3846" actId="20577"/>
          <ac:spMkLst>
            <pc:docMk/>
            <pc:sldMk cId="2323577222" sldId="450"/>
            <ac:spMk id="2" creationId="{57442B4F-E91D-43AE-A861-F3A2C174A979}"/>
          </ac:spMkLst>
        </pc:spChg>
        <pc:spChg chg="mod">
          <ac:chgData name="Tom Hartley" userId="f9a9e95579b5c8ee" providerId="LiveId" clId="{8A63A06E-C542-407B-9E4E-8947B58A0CC6}" dt="2023-01-03T14:49:45.023" v="3863" actId="20577"/>
          <ac:spMkLst>
            <pc:docMk/>
            <pc:sldMk cId="2323577222" sldId="450"/>
            <ac:spMk id="3" creationId="{6949CA65-5FCA-41B7-B23F-5FC35149B37C}"/>
          </ac:spMkLst>
        </pc:spChg>
      </pc:sldChg>
      <pc:sldChg chg="del">
        <pc:chgData name="Tom Hartley" userId="f9a9e95579b5c8ee" providerId="LiveId" clId="{8A63A06E-C542-407B-9E4E-8947B58A0CC6}" dt="2023-01-03T14:58:15.195" v="3962" actId="2696"/>
        <pc:sldMkLst>
          <pc:docMk/>
          <pc:sldMk cId="2377665532" sldId="451"/>
        </pc:sldMkLst>
      </pc:sldChg>
      <pc:sldChg chg="del">
        <pc:chgData name="Tom Hartley" userId="f9a9e95579b5c8ee" providerId="LiveId" clId="{8A63A06E-C542-407B-9E4E-8947B58A0CC6}" dt="2023-01-03T14:58:15.195" v="3962" actId="2696"/>
        <pc:sldMkLst>
          <pc:docMk/>
          <pc:sldMk cId="862337446" sldId="452"/>
        </pc:sldMkLst>
      </pc:sldChg>
      <pc:sldChg chg="del">
        <pc:chgData name="Tom Hartley" userId="f9a9e95579b5c8ee" providerId="LiveId" clId="{8A63A06E-C542-407B-9E4E-8947B58A0CC6}" dt="2023-01-03T14:58:15.195" v="3962" actId="2696"/>
        <pc:sldMkLst>
          <pc:docMk/>
          <pc:sldMk cId="785827806" sldId="454"/>
        </pc:sldMkLst>
      </pc:sldChg>
      <pc:sldChg chg="del">
        <pc:chgData name="Tom Hartley" userId="f9a9e95579b5c8ee" providerId="LiveId" clId="{8A63A06E-C542-407B-9E4E-8947B58A0CC6}" dt="2023-01-03T14:58:15.195" v="3962" actId="2696"/>
        <pc:sldMkLst>
          <pc:docMk/>
          <pc:sldMk cId="224349125" sldId="455"/>
        </pc:sldMkLst>
      </pc:sldChg>
      <pc:sldChg chg="del">
        <pc:chgData name="Tom Hartley" userId="f9a9e95579b5c8ee" providerId="LiveId" clId="{8A63A06E-C542-407B-9E4E-8947B58A0CC6}" dt="2023-01-03T14:58:15.195" v="3962" actId="2696"/>
        <pc:sldMkLst>
          <pc:docMk/>
          <pc:sldMk cId="917941094" sldId="456"/>
        </pc:sldMkLst>
      </pc:sldChg>
      <pc:sldChg chg="del">
        <pc:chgData name="Tom Hartley" userId="f9a9e95579b5c8ee" providerId="LiveId" clId="{8A63A06E-C542-407B-9E4E-8947B58A0CC6}" dt="2023-01-03T14:58:15.195" v="3962" actId="2696"/>
        <pc:sldMkLst>
          <pc:docMk/>
          <pc:sldMk cId="282776434" sldId="457"/>
        </pc:sldMkLst>
      </pc:sldChg>
      <pc:sldChg chg="del">
        <pc:chgData name="Tom Hartley" userId="f9a9e95579b5c8ee" providerId="LiveId" clId="{8A63A06E-C542-407B-9E4E-8947B58A0CC6}" dt="2023-01-03T14:58:15.195" v="3962" actId="2696"/>
        <pc:sldMkLst>
          <pc:docMk/>
          <pc:sldMk cId="4023059141" sldId="458"/>
        </pc:sldMkLst>
      </pc:sldChg>
      <pc:sldChg chg="ord">
        <pc:chgData name="Tom Hartley" userId="f9a9e95579b5c8ee" providerId="LiveId" clId="{8A63A06E-C542-407B-9E4E-8947B58A0CC6}" dt="2023-01-03T14:55:21.040" v="3961"/>
        <pc:sldMkLst>
          <pc:docMk/>
          <pc:sldMk cId="3997914070" sldId="459"/>
        </pc:sldMkLst>
      </pc:sldChg>
      <pc:sldChg chg="del">
        <pc:chgData name="Tom Hartley" userId="f9a9e95579b5c8ee" providerId="LiveId" clId="{8A63A06E-C542-407B-9E4E-8947B58A0CC6}" dt="2023-01-03T14:58:15.195" v="3962" actId="2696"/>
        <pc:sldMkLst>
          <pc:docMk/>
          <pc:sldMk cId="2924942979" sldId="460"/>
        </pc:sldMkLst>
      </pc:sldChg>
      <pc:sldChg chg="del">
        <pc:chgData name="Tom Hartley" userId="f9a9e95579b5c8ee" providerId="LiveId" clId="{8A63A06E-C542-407B-9E4E-8947B58A0CC6}" dt="2023-01-03T14:58:15.195" v="3962" actId="2696"/>
        <pc:sldMkLst>
          <pc:docMk/>
          <pc:sldMk cId="448994600" sldId="461"/>
        </pc:sldMkLst>
      </pc:sldChg>
      <pc:sldChg chg="del">
        <pc:chgData name="Tom Hartley" userId="f9a9e95579b5c8ee" providerId="LiveId" clId="{8A63A06E-C542-407B-9E4E-8947B58A0CC6}" dt="2023-01-03T14:58:15.195" v="3962" actId="2696"/>
        <pc:sldMkLst>
          <pc:docMk/>
          <pc:sldMk cId="90454" sldId="462"/>
        </pc:sldMkLst>
      </pc:sldChg>
      <pc:sldChg chg="ord">
        <pc:chgData name="Tom Hartley" userId="f9a9e95579b5c8ee" providerId="LiveId" clId="{8A63A06E-C542-407B-9E4E-8947B58A0CC6}" dt="2023-01-03T14:55:21.040" v="3961"/>
        <pc:sldMkLst>
          <pc:docMk/>
          <pc:sldMk cId="3247829565" sldId="463"/>
        </pc:sldMkLst>
      </pc:sldChg>
      <pc:sldChg chg="ord">
        <pc:chgData name="Tom Hartley" userId="f9a9e95579b5c8ee" providerId="LiveId" clId="{8A63A06E-C542-407B-9E4E-8947B58A0CC6}" dt="2023-01-03T14:55:21.040" v="3961"/>
        <pc:sldMkLst>
          <pc:docMk/>
          <pc:sldMk cId="1496818681" sldId="464"/>
        </pc:sldMkLst>
      </pc:sldChg>
      <pc:sldChg chg="del">
        <pc:chgData name="Tom Hartley" userId="f9a9e95579b5c8ee" providerId="LiveId" clId="{8A63A06E-C542-407B-9E4E-8947B58A0CC6}" dt="2023-01-03T14:58:15.195" v="3962" actId="2696"/>
        <pc:sldMkLst>
          <pc:docMk/>
          <pc:sldMk cId="3621413964" sldId="465"/>
        </pc:sldMkLst>
      </pc:sldChg>
      <pc:sldChg chg="del">
        <pc:chgData name="Tom Hartley" userId="f9a9e95579b5c8ee" providerId="LiveId" clId="{8A63A06E-C542-407B-9E4E-8947B58A0CC6}" dt="2023-01-03T14:58:15.195" v="3962" actId="2696"/>
        <pc:sldMkLst>
          <pc:docMk/>
          <pc:sldMk cId="4055841152" sldId="466"/>
        </pc:sldMkLst>
      </pc:sldChg>
      <pc:sldChg chg="del">
        <pc:chgData name="Tom Hartley" userId="f9a9e95579b5c8ee" providerId="LiveId" clId="{8A63A06E-C542-407B-9E4E-8947B58A0CC6}" dt="2023-01-03T14:58:15.195" v="3962" actId="2696"/>
        <pc:sldMkLst>
          <pc:docMk/>
          <pc:sldMk cId="2271701164" sldId="467"/>
        </pc:sldMkLst>
      </pc:sldChg>
      <pc:sldChg chg="del">
        <pc:chgData name="Tom Hartley" userId="f9a9e95579b5c8ee" providerId="LiveId" clId="{8A63A06E-C542-407B-9E4E-8947B58A0CC6}" dt="2023-01-03T14:58:15.195" v="3962" actId="2696"/>
        <pc:sldMkLst>
          <pc:docMk/>
          <pc:sldMk cId="3829282779" sldId="468"/>
        </pc:sldMkLst>
      </pc:sldChg>
      <pc:sldChg chg="del">
        <pc:chgData name="Tom Hartley" userId="f9a9e95579b5c8ee" providerId="LiveId" clId="{8A63A06E-C542-407B-9E4E-8947B58A0CC6}" dt="2023-01-03T14:58:15.195" v="3962" actId="2696"/>
        <pc:sldMkLst>
          <pc:docMk/>
          <pc:sldMk cId="2606438760" sldId="469"/>
        </pc:sldMkLst>
      </pc:sldChg>
      <pc:sldChg chg="del">
        <pc:chgData name="Tom Hartley" userId="f9a9e95579b5c8ee" providerId="LiveId" clId="{8A63A06E-C542-407B-9E4E-8947B58A0CC6}" dt="2023-01-03T14:58:15.195" v="3962" actId="2696"/>
        <pc:sldMkLst>
          <pc:docMk/>
          <pc:sldMk cId="2148783421" sldId="470"/>
        </pc:sldMkLst>
      </pc:sldChg>
      <pc:sldChg chg="del">
        <pc:chgData name="Tom Hartley" userId="f9a9e95579b5c8ee" providerId="LiveId" clId="{8A63A06E-C542-407B-9E4E-8947B58A0CC6}" dt="2023-01-03T14:58:15.195" v="3962" actId="2696"/>
        <pc:sldMkLst>
          <pc:docMk/>
          <pc:sldMk cId="938178870" sldId="471"/>
        </pc:sldMkLst>
      </pc:sldChg>
      <pc:sldChg chg="del">
        <pc:chgData name="Tom Hartley" userId="f9a9e95579b5c8ee" providerId="LiveId" clId="{8A63A06E-C542-407B-9E4E-8947B58A0CC6}" dt="2023-01-03T14:58:15.195" v="3962" actId="2696"/>
        <pc:sldMkLst>
          <pc:docMk/>
          <pc:sldMk cId="456172601" sldId="472"/>
        </pc:sldMkLst>
      </pc:sldChg>
      <pc:sldChg chg="del">
        <pc:chgData name="Tom Hartley" userId="f9a9e95579b5c8ee" providerId="LiveId" clId="{8A63A06E-C542-407B-9E4E-8947B58A0CC6}" dt="2023-01-03T14:58:15.195" v="3962" actId="2696"/>
        <pc:sldMkLst>
          <pc:docMk/>
          <pc:sldMk cId="1652663833" sldId="473"/>
        </pc:sldMkLst>
      </pc:sldChg>
      <pc:sldChg chg="del">
        <pc:chgData name="Tom Hartley" userId="f9a9e95579b5c8ee" providerId="LiveId" clId="{8A63A06E-C542-407B-9E4E-8947B58A0CC6}" dt="2023-01-03T14:58:15.195" v="3962" actId="2696"/>
        <pc:sldMkLst>
          <pc:docMk/>
          <pc:sldMk cId="2506075810" sldId="474"/>
        </pc:sldMkLst>
      </pc:sldChg>
      <pc:sldChg chg="del">
        <pc:chgData name="Tom Hartley" userId="f9a9e95579b5c8ee" providerId="LiveId" clId="{8A63A06E-C542-407B-9E4E-8947B58A0CC6}" dt="2023-01-03T14:58:15.195" v="3962" actId="2696"/>
        <pc:sldMkLst>
          <pc:docMk/>
          <pc:sldMk cId="25436535" sldId="475"/>
        </pc:sldMkLst>
      </pc:sldChg>
      <pc:sldChg chg="del">
        <pc:chgData name="Tom Hartley" userId="f9a9e95579b5c8ee" providerId="LiveId" clId="{8A63A06E-C542-407B-9E4E-8947B58A0CC6}" dt="2023-01-03T14:58:15.195" v="3962" actId="2696"/>
        <pc:sldMkLst>
          <pc:docMk/>
          <pc:sldMk cId="4031255497" sldId="476"/>
        </pc:sldMkLst>
      </pc:sldChg>
      <pc:sldChg chg="del">
        <pc:chgData name="Tom Hartley" userId="f9a9e95579b5c8ee" providerId="LiveId" clId="{8A63A06E-C542-407B-9E4E-8947B58A0CC6}" dt="2023-01-03T14:58:15.195" v="3962" actId="2696"/>
        <pc:sldMkLst>
          <pc:docMk/>
          <pc:sldMk cId="1844582738" sldId="477"/>
        </pc:sldMkLst>
      </pc:sldChg>
      <pc:sldChg chg="del">
        <pc:chgData name="Tom Hartley" userId="f9a9e95579b5c8ee" providerId="LiveId" clId="{8A63A06E-C542-407B-9E4E-8947B58A0CC6}" dt="2023-01-03T14:58:15.195" v="3962" actId="2696"/>
        <pc:sldMkLst>
          <pc:docMk/>
          <pc:sldMk cId="3078555146" sldId="478"/>
        </pc:sldMkLst>
      </pc:sldChg>
      <pc:sldChg chg="del">
        <pc:chgData name="Tom Hartley" userId="f9a9e95579b5c8ee" providerId="LiveId" clId="{8A63A06E-C542-407B-9E4E-8947B58A0CC6}" dt="2023-01-03T14:58:15.195" v="3962" actId="2696"/>
        <pc:sldMkLst>
          <pc:docMk/>
          <pc:sldMk cId="2048921508" sldId="479"/>
        </pc:sldMkLst>
      </pc:sldChg>
      <pc:sldChg chg="del">
        <pc:chgData name="Tom Hartley" userId="f9a9e95579b5c8ee" providerId="LiveId" clId="{8A63A06E-C542-407B-9E4E-8947B58A0CC6}" dt="2023-01-03T14:58:15.195" v="3962" actId="2696"/>
        <pc:sldMkLst>
          <pc:docMk/>
          <pc:sldMk cId="1987321423" sldId="480"/>
        </pc:sldMkLst>
      </pc:sldChg>
      <pc:sldChg chg="del">
        <pc:chgData name="Tom Hartley" userId="f9a9e95579b5c8ee" providerId="LiveId" clId="{8A63A06E-C542-407B-9E4E-8947B58A0CC6}" dt="2023-01-03T14:58:15.195" v="3962" actId="2696"/>
        <pc:sldMkLst>
          <pc:docMk/>
          <pc:sldMk cId="41358305" sldId="481"/>
        </pc:sldMkLst>
      </pc:sldChg>
      <pc:sldChg chg="modSp mod ord">
        <pc:chgData name="Tom Hartley" userId="f9a9e95579b5c8ee" providerId="LiveId" clId="{8A63A06E-C542-407B-9E4E-8947B58A0CC6}" dt="2023-01-03T14:54:51.513" v="3959" actId="20577"/>
        <pc:sldMkLst>
          <pc:docMk/>
          <pc:sldMk cId="3599259164" sldId="482"/>
        </pc:sldMkLst>
        <pc:spChg chg="mod">
          <ac:chgData name="Tom Hartley" userId="f9a9e95579b5c8ee" providerId="LiveId" clId="{8A63A06E-C542-407B-9E4E-8947B58A0CC6}" dt="2023-01-03T14:51:00.542" v="3883" actId="20577"/>
          <ac:spMkLst>
            <pc:docMk/>
            <pc:sldMk cId="3599259164" sldId="482"/>
            <ac:spMk id="2" creationId="{663332A5-A352-4D48-949E-80238D99A3C7}"/>
          </ac:spMkLst>
        </pc:spChg>
        <pc:spChg chg="mod">
          <ac:chgData name="Tom Hartley" userId="f9a9e95579b5c8ee" providerId="LiveId" clId="{8A63A06E-C542-407B-9E4E-8947B58A0CC6}" dt="2023-01-03T14:54:51.513" v="3959" actId="20577"/>
          <ac:spMkLst>
            <pc:docMk/>
            <pc:sldMk cId="3599259164" sldId="482"/>
            <ac:spMk id="3" creationId="{D6FC7F3E-5EC0-420A-83F1-9E72A8676328}"/>
          </ac:spMkLst>
        </pc:spChg>
      </pc:sldChg>
      <pc:sldChg chg="addSp modSp new mod">
        <pc:chgData name="Tom Hartley" userId="f9a9e95579b5c8ee" providerId="LiveId" clId="{8A63A06E-C542-407B-9E4E-8947B58A0CC6}" dt="2023-01-03T13:59:46.313" v="2129" actId="1076"/>
        <pc:sldMkLst>
          <pc:docMk/>
          <pc:sldMk cId="489565427" sldId="483"/>
        </pc:sldMkLst>
        <pc:spChg chg="mod">
          <ac:chgData name="Tom Hartley" userId="f9a9e95579b5c8ee" providerId="LiveId" clId="{8A63A06E-C542-407B-9E4E-8947B58A0CC6}" dt="2023-01-03T13:07:43.285" v="1849"/>
          <ac:spMkLst>
            <pc:docMk/>
            <pc:sldMk cId="489565427" sldId="483"/>
            <ac:spMk id="2" creationId="{EC110BA2-2763-A915-4263-149D911DF487}"/>
          </ac:spMkLst>
        </pc:spChg>
        <pc:spChg chg="mod">
          <ac:chgData name="Tom Hartley" userId="f9a9e95579b5c8ee" providerId="LiveId" clId="{8A63A06E-C542-407B-9E4E-8947B58A0CC6}" dt="2023-01-03T13:59:41.404" v="2128" actId="113"/>
          <ac:spMkLst>
            <pc:docMk/>
            <pc:sldMk cId="489565427" sldId="483"/>
            <ac:spMk id="3" creationId="{9889CE0A-6A07-8EAC-9035-AE94C5DF4FA7}"/>
          </ac:spMkLst>
        </pc:spChg>
        <pc:spChg chg="add mod">
          <ac:chgData name="Tom Hartley" userId="f9a9e95579b5c8ee" providerId="LiveId" clId="{8A63A06E-C542-407B-9E4E-8947B58A0CC6}" dt="2023-01-03T13:59:46.313" v="2129" actId="1076"/>
          <ac:spMkLst>
            <pc:docMk/>
            <pc:sldMk cId="489565427" sldId="483"/>
            <ac:spMk id="4" creationId="{A77DDB88-36F8-EDF8-3017-0D92DD596252}"/>
          </ac:spMkLst>
        </pc:spChg>
      </pc:sldChg>
      <pc:sldChg chg="add del">
        <pc:chgData name="Tom Hartley" userId="f9a9e95579b5c8ee" providerId="LiveId" clId="{8A63A06E-C542-407B-9E4E-8947B58A0CC6}" dt="2023-01-03T14:58:18.899" v="3965" actId="2696"/>
        <pc:sldMkLst>
          <pc:docMk/>
          <pc:sldMk cId="1185954141" sldId="484"/>
        </pc:sldMkLst>
      </pc:sldChg>
      <pc:sldChg chg="modSp add mod">
        <pc:chgData name="Tom Hartley" userId="f9a9e95579b5c8ee" providerId="LiveId" clId="{8A63A06E-C542-407B-9E4E-8947B58A0CC6}" dt="2023-01-03T12:48:05.524" v="1272" actId="20577"/>
        <pc:sldMkLst>
          <pc:docMk/>
          <pc:sldMk cId="1592147557" sldId="485"/>
        </pc:sldMkLst>
        <pc:spChg chg="mod">
          <ac:chgData name="Tom Hartley" userId="f9a9e95579b5c8ee" providerId="LiveId" clId="{8A63A06E-C542-407B-9E4E-8947B58A0CC6}" dt="2023-01-03T11:05:23.136" v="93"/>
          <ac:spMkLst>
            <pc:docMk/>
            <pc:sldMk cId="1592147557" sldId="485"/>
            <ac:spMk id="2" creationId="{EC110BA2-2763-A915-4263-149D911DF487}"/>
          </ac:spMkLst>
        </pc:spChg>
        <pc:spChg chg="mod">
          <ac:chgData name="Tom Hartley" userId="f9a9e95579b5c8ee" providerId="LiveId" clId="{8A63A06E-C542-407B-9E4E-8947B58A0CC6}" dt="2023-01-03T12:48:05.524" v="1272" actId="20577"/>
          <ac:spMkLst>
            <pc:docMk/>
            <pc:sldMk cId="1592147557" sldId="485"/>
            <ac:spMk id="3" creationId="{9889CE0A-6A07-8EAC-9035-AE94C5DF4FA7}"/>
          </ac:spMkLst>
        </pc:spChg>
      </pc:sldChg>
      <pc:sldChg chg="add">
        <pc:chgData name="Tom Hartley" userId="f9a9e95579b5c8ee" providerId="LiveId" clId="{8A63A06E-C542-407B-9E4E-8947B58A0CC6}" dt="2023-01-03T11:15:40.985" v="324"/>
        <pc:sldMkLst>
          <pc:docMk/>
          <pc:sldMk cId="1917259771" sldId="486"/>
        </pc:sldMkLst>
      </pc:sldChg>
      <pc:sldChg chg="modSp add mod">
        <pc:chgData name="Tom Hartley" userId="f9a9e95579b5c8ee" providerId="LiveId" clId="{8A63A06E-C542-407B-9E4E-8947B58A0CC6}" dt="2023-01-03T11:43:52.560" v="958" actId="113"/>
        <pc:sldMkLst>
          <pc:docMk/>
          <pc:sldMk cId="2753414640" sldId="487"/>
        </pc:sldMkLst>
        <pc:spChg chg="mod">
          <ac:chgData name="Tom Hartley" userId="f9a9e95579b5c8ee" providerId="LiveId" clId="{8A63A06E-C542-407B-9E4E-8947B58A0CC6}" dt="2023-01-03T11:20:25.543" v="405" actId="313"/>
          <ac:spMkLst>
            <pc:docMk/>
            <pc:sldMk cId="2753414640" sldId="487"/>
            <ac:spMk id="2" creationId="{EC110BA2-2763-A915-4263-149D911DF487}"/>
          </ac:spMkLst>
        </pc:spChg>
        <pc:spChg chg="mod">
          <ac:chgData name="Tom Hartley" userId="f9a9e95579b5c8ee" providerId="LiveId" clId="{8A63A06E-C542-407B-9E4E-8947B58A0CC6}" dt="2023-01-03T11:43:52.560" v="958" actId="113"/>
          <ac:spMkLst>
            <pc:docMk/>
            <pc:sldMk cId="2753414640" sldId="487"/>
            <ac:spMk id="3" creationId="{9889CE0A-6A07-8EAC-9035-AE94C5DF4FA7}"/>
          </ac:spMkLst>
        </pc:spChg>
      </pc:sldChg>
      <pc:sldChg chg="addSp delSp modSp add mod">
        <pc:chgData name="Tom Hartley" userId="f9a9e95579b5c8ee" providerId="LiveId" clId="{8A63A06E-C542-407B-9E4E-8947B58A0CC6}" dt="2023-01-03T12:58:24.947" v="1677" actId="1076"/>
        <pc:sldMkLst>
          <pc:docMk/>
          <pc:sldMk cId="1782889530" sldId="488"/>
        </pc:sldMkLst>
        <pc:spChg chg="mod">
          <ac:chgData name="Tom Hartley" userId="f9a9e95579b5c8ee" providerId="LiveId" clId="{8A63A06E-C542-407B-9E4E-8947B58A0CC6}" dt="2023-01-03T12:49:36.182" v="1328" actId="20577"/>
          <ac:spMkLst>
            <pc:docMk/>
            <pc:sldMk cId="1782889530" sldId="488"/>
            <ac:spMk id="2" creationId="{EC110BA2-2763-A915-4263-149D911DF487}"/>
          </ac:spMkLst>
        </pc:spChg>
        <pc:spChg chg="mod">
          <ac:chgData name="Tom Hartley" userId="f9a9e95579b5c8ee" providerId="LiveId" clId="{8A63A06E-C542-407B-9E4E-8947B58A0CC6}" dt="2023-01-03T12:57:34.028" v="1665" actId="20577"/>
          <ac:spMkLst>
            <pc:docMk/>
            <pc:sldMk cId="1782889530" sldId="488"/>
            <ac:spMk id="3" creationId="{9889CE0A-6A07-8EAC-9035-AE94C5DF4FA7}"/>
          </ac:spMkLst>
        </pc:spChg>
        <pc:spChg chg="add mod">
          <ac:chgData name="Tom Hartley" userId="f9a9e95579b5c8ee" providerId="LiveId" clId="{8A63A06E-C542-407B-9E4E-8947B58A0CC6}" dt="2023-01-03T12:57:49.692" v="1668" actId="14100"/>
          <ac:spMkLst>
            <pc:docMk/>
            <pc:sldMk cId="1782889530" sldId="488"/>
            <ac:spMk id="4" creationId="{96DA3869-AAC7-1435-9257-D3317B7C9CC9}"/>
          </ac:spMkLst>
        </pc:spChg>
        <pc:cxnChg chg="add del mod">
          <ac:chgData name="Tom Hartley" userId="f9a9e95579b5c8ee" providerId="LiveId" clId="{8A63A06E-C542-407B-9E4E-8947B58A0CC6}" dt="2023-01-03T12:58:06.057" v="1672" actId="478"/>
          <ac:cxnSpMkLst>
            <pc:docMk/>
            <pc:sldMk cId="1782889530" sldId="488"/>
            <ac:cxnSpMk id="6" creationId="{E349577B-81F1-8C2B-F9E2-9422F1228D36}"/>
          </ac:cxnSpMkLst>
        </pc:cxnChg>
        <pc:cxnChg chg="add mod">
          <ac:chgData name="Tom Hartley" userId="f9a9e95579b5c8ee" providerId="LiveId" clId="{8A63A06E-C542-407B-9E4E-8947B58A0CC6}" dt="2023-01-03T12:58:23.388" v="1676" actId="14100"/>
          <ac:cxnSpMkLst>
            <pc:docMk/>
            <pc:sldMk cId="1782889530" sldId="488"/>
            <ac:cxnSpMk id="10" creationId="{2A92573B-5FAE-339E-3E03-6E6C67590C13}"/>
          </ac:cxnSpMkLst>
        </pc:cxnChg>
        <pc:cxnChg chg="add mod">
          <ac:chgData name="Tom Hartley" userId="f9a9e95579b5c8ee" providerId="LiveId" clId="{8A63A06E-C542-407B-9E4E-8947B58A0CC6}" dt="2023-01-03T12:58:24.947" v="1677" actId="1076"/>
          <ac:cxnSpMkLst>
            <pc:docMk/>
            <pc:sldMk cId="1782889530" sldId="488"/>
            <ac:cxnSpMk id="13" creationId="{02A3C400-CEEE-66BA-1EA4-0204638F8EA0}"/>
          </ac:cxnSpMkLst>
        </pc:cxnChg>
      </pc:sldChg>
      <pc:sldChg chg="addSp delSp modSp add mod">
        <pc:chgData name="Tom Hartley" userId="f9a9e95579b5c8ee" providerId="LiveId" clId="{8A63A06E-C542-407B-9E4E-8947B58A0CC6}" dt="2023-01-03T12:35:24.805" v="1197" actId="1076"/>
        <pc:sldMkLst>
          <pc:docMk/>
          <pc:sldMk cId="927689787" sldId="489"/>
        </pc:sldMkLst>
        <pc:spChg chg="del">
          <ac:chgData name="Tom Hartley" userId="f9a9e95579b5c8ee" providerId="LiveId" clId="{8A63A06E-C542-407B-9E4E-8947B58A0CC6}" dt="2023-01-03T12:27:50.674" v="1176" actId="478"/>
          <ac:spMkLst>
            <pc:docMk/>
            <pc:sldMk cId="927689787" sldId="489"/>
            <ac:spMk id="4" creationId="{29E96D80-84AA-460A-84AC-84A4CDD5B13A}"/>
          </ac:spMkLst>
        </pc:spChg>
        <pc:spChg chg="del">
          <ac:chgData name="Tom Hartley" userId="f9a9e95579b5c8ee" providerId="LiveId" clId="{8A63A06E-C542-407B-9E4E-8947B58A0CC6}" dt="2023-01-03T12:27:50.674" v="1176" actId="478"/>
          <ac:spMkLst>
            <pc:docMk/>
            <pc:sldMk cId="927689787" sldId="489"/>
            <ac:spMk id="5" creationId="{4C08134E-3D74-448D-81AF-3E3F69360397}"/>
          </ac:spMkLst>
        </pc:spChg>
        <pc:spChg chg="del">
          <ac:chgData name="Tom Hartley" userId="f9a9e95579b5c8ee" providerId="LiveId" clId="{8A63A06E-C542-407B-9E4E-8947B58A0CC6}" dt="2023-01-03T12:27:50.674" v="1176" actId="478"/>
          <ac:spMkLst>
            <pc:docMk/>
            <pc:sldMk cId="927689787" sldId="489"/>
            <ac:spMk id="6" creationId="{D3A29442-6804-403E-81A4-54BB61546170}"/>
          </ac:spMkLst>
        </pc:spChg>
        <pc:spChg chg="add mod">
          <ac:chgData name="Tom Hartley" userId="f9a9e95579b5c8ee" providerId="LiveId" clId="{8A63A06E-C542-407B-9E4E-8947B58A0CC6}" dt="2023-01-03T12:35:20.789" v="1196" actId="1076"/>
          <ac:spMkLst>
            <pc:docMk/>
            <pc:sldMk cId="927689787" sldId="489"/>
            <ac:spMk id="8" creationId="{2ED9A4B9-F756-C9EF-3B09-EE6C936010D8}"/>
          </ac:spMkLst>
        </pc:spChg>
        <pc:picChg chg="del">
          <ac:chgData name="Tom Hartley" userId="f9a9e95579b5c8ee" providerId="LiveId" clId="{8A63A06E-C542-407B-9E4E-8947B58A0CC6}" dt="2023-01-03T12:27:45.623" v="1175" actId="478"/>
          <ac:picMkLst>
            <pc:docMk/>
            <pc:sldMk cId="927689787" sldId="489"/>
            <ac:picMk id="7" creationId="{D3504E7F-1A91-42D7-A9C5-A6E73F354ADD}"/>
          </ac:picMkLst>
        </pc:picChg>
        <pc:picChg chg="add mod">
          <ac:chgData name="Tom Hartley" userId="f9a9e95579b5c8ee" providerId="LiveId" clId="{8A63A06E-C542-407B-9E4E-8947B58A0CC6}" dt="2023-01-03T12:35:24.805" v="1197" actId="1076"/>
          <ac:picMkLst>
            <pc:docMk/>
            <pc:sldMk cId="927689787" sldId="489"/>
            <ac:picMk id="10" creationId="{6C09B1A4-A3F2-C069-9C68-CBC9CF1F5E34}"/>
          </ac:picMkLst>
        </pc:picChg>
      </pc:sldChg>
      <pc:sldChg chg="addSp modSp add mod">
        <pc:chgData name="Tom Hartley" userId="f9a9e95579b5c8ee" providerId="LiveId" clId="{8A63A06E-C542-407B-9E4E-8947B58A0CC6}" dt="2023-01-03T13:04:34.827" v="1848" actId="1076"/>
        <pc:sldMkLst>
          <pc:docMk/>
          <pc:sldMk cId="2188054815" sldId="490"/>
        </pc:sldMkLst>
        <pc:spChg chg="mod">
          <ac:chgData name="Tom Hartley" userId="f9a9e95579b5c8ee" providerId="LiveId" clId="{8A63A06E-C542-407B-9E4E-8947B58A0CC6}" dt="2023-01-03T12:59:11.166" v="1699" actId="20577"/>
          <ac:spMkLst>
            <pc:docMk/>
            <pc:sldMk cId="2188054815" sldId="490"/>
            <ac:spMk id="2" creationId="{EC110BA2-2763-A915-4263-149D911DF487}"/>
          </ac:spMkLst>
        </pc:spChg>
        <pc:spChg chg="mod">
          <ac:chgData name="Tom Hartley" userId="f9a9e95579b5c8ee" providerId="LiveId" clId="{8A63A06E-C542-407B-9E4E-8947B58A0CC6}" dt="2023-01-03T13:04:29.567" v="1847" actId="20577"/>
          <ac:spMkLst>
            <pc:docMk/>
            <pc:sldMk cId="2188054815" sldId="490"/>
            <ac:spMk id="3" creationId="{9889CE0A-6A07-8EAC-9035-AE94C5DF4FA7}"/>
          </ac:spMkLst>
        </pc:spChg>
        <pc:spChg chg="add mod">
          <ac:chgData name="Tom Hartley" userId="f9a9e95579b5c8ee" providerId="LiveId" clId="{8A63A06E-C542-407B-9E4E-8947B58A0CC6}" dt="2023-01-03T13:04:34.827" v="1848" actId="1076"/>
          <ac:spMkLst>
            <pc:docMk/>
            <pc:sldMk cId="2188054815" sldId="490"/>
            <ac:spMk id="4" creationId="{FB2B1F4C-075F-E115-DDEF-6677960DBC98}"/>
          </ac:spMkLst>
        </pc:spChg>
      </pc:sldChg>
      <pc:sldChg chg="addSp modSp add mod">
        <pc:chgData name="Tom Hartley" userId="f9a9e95579b5c8ee" providerId="LiveId" clId="{8A63A06E-C542-407B-9E4E-8947B58A0CC6}" dt="2023-01-03T14:04:04.440" v="2323" actId="1076"/>
        <pc:sldMkLst>
          <pc:docMk/>
          <pc:sldMk cId="701737264" sldId="491"/>
        </pc:sldMkLst>
        <pc:spChg chg="mod">
          <ac:chgData name="Tom Hartley" userId="f9a9e95579b5c8ee" providerId="LiveId" clId="{8A63A06E-C542-407B-9E4E-8947B58A0CC6}" dt="2023-01-03T14:01:21.516" v="2130"/>
          <ac:spMkLst>
            <pc:docMk/>
            <pc:sldMk cId="701737264" sldId="491"/>
            <ac:spMk id="2" creationId="{EC110BA2-2763-A915-4263-149D911DF487}"/>
          </ac:spMkLst>
        </pc:spChg>
        <pc:spChg chg="mod">
          <ac:chgData name="Tom Hartley" userId="f9a9e95579b5c8ee" providerId="LiveId" clId="{8A63A06E-C542-407B-9E4E-8947B58A0CC6}" dt="2023-01-03T14:03:30.305" v="2311" actId="20577"/>
          <ac:spMkLst>
            <pc:docMk/>
            <pc:sldMk cId="701737264" sldId="491"/>
            <ac:spMk id="3" creationId="{9889CE0A-6A07-8EAC-9035-AE94C5DF4FA7}"/>
          </ac:spMkLst>
        </pc:spChg>
        <pc:spChg chg="add mod">
          <ac:chgData name="Tom Hartley" userId="f9a9e95579b5c8ee" providerId="LiveId" clId="{8A63A06E-C542-407B-9E4E-8947B58A0CC6}" dt="2023-01-03T14:01:26.254" v="2131"/>
          <ac:spMkLst>
            <pc:docMk/>
            <pc:sldMk cId="701737264" sldId="491"/>
            <ac:spMk id="4" creationId="{372C2A34-44E2-0FAB-05BE-8A2549CE3478}"/>
          </ac:spMkLst>
        </pc:spChg>
        <pc:spChg chg="add mod">
          <ac:chgData name="Tom Hartley" userId="f9a9e95579b5c8ee" providerId="LiveId" clId="{8A63A06E-C542-407B-9E4E-8947B58A0CC6}" dt="2023-01-03T14:03:52.016" v="2317" actId="1076"/>
          <ac:spMkLst>
            <pc:docMk/>
            <pc:sldMk cId="701737264" sldId="491"/>
            <ac:spMk id="5" creationId="{28D5AAC7-213E-CBD2-B5EE-7BA32A12DEDA}"/>
          </ac:spMkLst>
        </pc:spChg>
        <pc:spChg chg="add mod">
          <ac:chgData name="Tom Hartley" userId="f9a9e95579b5c8ee" providerId="LiveId" clId="{8A63A06E-C542-407B-9E4E-8947B58A0CC6}" dt="2023-01-03T14:04:04.440" v="2323" actId="1076"/>
          <ac:spMkLst>
            <pc:docMk/>
            <pc:sldMk cId="701737264" sldId="491"/>
            <ac:spMk id="6" creationId="{2DB02E38-EFF9-DDEA-FCFA-2BE695D4131F}"/>
          </ac:spMkLst>
        </pc:spChg>
      </pc:sldChg>
      <pc:sldChg chg="addSp modSp add mod">
        <pc:chgData name="Tom Hartley" userId="f9a9e95579b5c8ee" providerId="LiveId" clId="{8A63A06E-C542-407B-9E4E-8947B58A0CC6}" dt="2023-01-03T14:20:15.576" v="3171" actId="113"/>
        <pc:sldMkLst>
          <pc:docMk/>
          <pc:sldMk cId="1369464851" sldId="492"/>
        </pc:sldMkLst>
        <pc:spChg chg="mod">
          <ac:chgData name="Tom Hartley" userId="f9a9e95579b5c8ee" providerId="LiveId" clId="{8A63A06E-C542-407B-9E4E-8947B58A0CC6}" dt="2023-01-03T14:16:14.055" v="2886"/>
          <ac:spMkLst>
            <pc:docMk/>
            <pc:sldMk cId="1369464851" sldId="492"/>
            <ac:spMk id="2" creationId="{EC110BA2-2763-A915-4263-149D911DF487}"/>
          </ac:spMkLst>
        </pc:spChg>
        <pc:spChg chg="mod">
          <ac:chgData name="Tom Hartley" userId="f9a9e95579b5c8ee" providerId="LiveId" clId="{8A63A06E-C542-407B-9E4E-8947B58A0CC6}" dt="2023-01-03T14:20:15.576" v="3171" actId="113"/>
          <ac:spMkLst>
            <pc:docMk/>
            <pc:sldMk cId="1369464851" sldId="492"/>
            <ac:spMk id="3" creationId="{9889CE0A-6A07-8EAC-9035-AE94C5DF4FA7}"/>
          </ac:spMkLst>
        </pc:spChg>
        <pc:spChg chg="add mod">
          <ac:chgData name="Tom Hartley" userId="f9a9e95579b5c8ee" providerId="LiveId" clId="{8A63A06E-C542-407B-9E4E-8947B58A0CC6}" dt="2023-01-03T14:17:05.481" v="2888" actId="1076"/>
          <ac:spMkLst>
            <pc:docMk/>
            <pc:sldMk cId="1369464851" sldId="492"/>
            <ac:spMk id="4" creationId="{DF9C2D66-A17C-5FB6-7466-76B4B57A7E45}"/>
          </ac:spMkLst>
        </pc:spChg>
      </pc:sldChg>
      <pc:sldChg chg="addSp modSp add mod">
        <pc:chgData name="Tom Hartley" userId="f9a9e95579b5c8ee" providerId="LiveId" clId="{8A63A06E-C542-407B-9E4E-8947B58A0CC6}" dt="2023-01-03T14:14:41.608" v="2885" actId="1076"/>
        <pc:sldMkLst>
          <pc:docMk/>
          <pc:sldMk cId="1188126559" sldId="493"/>
        </pc:sldMkLst>
        <pc:spChg chg="mod">
          <ac:chgData name="Tom Hartley" userId="f9a9e95579b5c8ee" providerId="LiveId" clId="{8A63A06E-C542-407B-9E4E-8947B58A0CC6}" dt="2023-01-03T14:05:31.567" v="2325"/>
          <ac:spMkLst>
            <pc:docMk/>
            <pc:sldMk cId="1188126559" sldId="493"/>
            <ac:spMk id="2" creationId="{EC110BA2-2763-A915-4263-149D911DF487}"/>
          </ac:spMkLst>
        </pc:spChg>
        <pc:spChg chg="mod">
          <ac:chgData name="Tom Hartley" userId="f9a9e95579b5c8ee" providerId="LiveId" clId="{8A63A06E-C542-407B-9E4E-8947B58A0CC6}" dt="2023-01-03T14:14:36.187" v="2884" actId="113"/>
          <ac:spMkLst>
            <pc:docMk/>
            <pc:sldMk cId="1188126559" sldId="493"/>
            <ac:spMk id="3" creationId="{9889CE0A-6A07-8EAC-9035-AE94C5DF4FA7}"/>
          </ac:spMkLst>
        </pc:spChg>
        <pc:spChg chg="add mod">
          <ac:chgData name="Tom Hartley" userId="f9a9e95579b5c8ee" providerId="LiveId" clId="{8A63A06E-C542-407B-9E4E-8947B58A0CC6}" dt="2023-01-03T14:14:41.608" v="2885" actId="1076"/>
          <ac:spMkLst>
            <pc:docMk/>
            <pc:sldMk cId="1188126559" sldId="493"/>
            <ac:spMk id="4" creationId="{7DCD43CD-51F8-284A-BF1C-F8703839989E}"/>
          </ac:spMkLst>
        </pc:spChg>
      </pc:sldChg>
      <pc:sldChg chg="addSp delSp modSp add mod">
        <pc:chgData name="Tom Hartley" userId="f9a9e95579b5c8ee" providerId="LiveId" clId="{8A63A06E-C542-407B-9E4E-8947B58A0CC6}" dt="2023-01-03T14:22:45.111" v="3240" actId="1076"/>
        <pc:sldMkLst>
          <pc:docMk/>
          <pc:sldMk cId="2795286774" sldId="494"/>
        </pc:sldMkLst>
        <pc:spChg chg="mod">
          <ac:chgData name="Tom Hartley" userId="f9a9e95579b5c8ee" providerId="LiveId" clId="{8A63A06E-C542-407B-9E4E-8947B58A0CC6}" dt="2023-01-03T14:21:34.314" v="3173"/>
          <ac:spMkLst>
            <pc:docMk/>
            <pc:sldMk cId="2795286774" sldId="494"/>
            <ac:spMk id="2" creationId="{EC110BA2-2763-A915-4263-149D911DF487}"/>
          </ac:spMkLst>
        </pc:spChg>
        <pc:spChg chg="mod">
          <ac:chgData name="Tom Hartley" userId="f9a9e95579b5c8ee" providerId="LiveId" clId="{8A63A06E-C542-407B-9E4E-8947B58A0CC6}" dt="2023-01-03T14:22:42.358" v="3239" actId="113"/>
          <ac:spMkLst>
            <pc:docMk/>
            <pc:sldMk cId="2795286774" sldId="494"/>
            <ac:spMk id="3" creationId="{9889CE0A-6A07-8EAC-9035-AE94C5DF4FA7}"/>
          </ac:spMkLst>
        </pc:spChg>
        <pc:spChg chg="add mod">
          <ac:chgData name="Tom Hartley" userId="f9a9e95579b5c8ee" providerId="LiveId" clId="{8A63A06E-C542-407B-9E4E-8947B58A0CC6}" dt="2023-01-03T14:22:45.111" v="3240" actId="1076"/>
          <ac:spMkLst>
            <pc:docMk/>
            <pc:sldMk cId="2795286774" sldId="494"/>
            <ac:spMk id="4" creationId="{31B96D3D-5CD3-5106-25E3-1CA4E1D18D2C}"/>
          </ac:spMkLst>
        </pc:spChg>
        <pc:spChg chg="add del">
          <ac:chgData name="Tom Hartley" userId="f9a9e95579b5c8ee" providerId="LiveId" clId="{8A63A06E-C542-407B-9E4E-8947B58A0CC6}" dt="2023-01-03T14:21:59.196" v="3216"/>
          <ac:spMkLst>
            <pc:docMk/>
            <pc:sldMk cId="2795286774" sldId="494"/>
            <ac:spMk id="5" creationId="{34189B5B-75CB-64CB-F499-F33FF6343444}"/>
          </ac:spMkLst>
        </pc:spChg>
      </pc:sldChg>
      <pc:sldChg chg="addSp modSp add mod">
        <pc:chgData name="Tom Hartley" userId="f9a9e95579b5c8ee" providerId="LiveId" clId="{8A63A06E-C542-407B-9E4E-8947B58A0CC6}" dt="2023-01-03T14:41:39.799" v="3562" actId="1076"/>
        <pc:sldMkLst>
          <pc:docMk/>
          <pc:sldMk cId="584037432" sldId="495"/>
        </pc:sldMkLst>
        <pc:spChg chg="mod">
          <ac:chgData name="Tom Hartley" userId="f9a9e95579b5c8ee" providerId="LiveId" clId="{8A63A06E-C542-407B-9E4E-8947B58A0CC6}" dt="2023-01-03T14:35:40.051" v="3259" actId="20577"/>
          <ac:spMkLst>
            <pc:docMk/>
            <pc:sldMk cId="584037432" sldId="495"/>
            <ac:spMk id="2" creationId="{EC110BA2-2763-A915-4263-149D911DF487}"/>
          </ac:spMkLst>
        </pc:spChg>
        <pc:spChg chg="mod">
          <ac:chgData name="Tom Hartley" userId="f9a9e95579b5c8ee" providerId="LiveId" clId="{8A63A06E-C542-407B-9E4E-8947B58A0CC6}" dt="2023-01-03T14:40:08.087" v="3561" actId="20577"/>
          <ac:spMkLst>
            <pc:docMk/>
            <pc:sldMk cId="584037432" sldId="495"/>
            <ac:spMk id="3" creationId="{9889CE0A-6A07-8EAC-9035-AE94C5DF4FA7}"/>
          </ac:spMkLst>
        </pc:spChg>
        <pc:spChg chg="add mod">
          <ac:chgData name="Tom Hartley" userId="f9a9e95579b5c8ee" providerId="LiveId" clId="{8A63A06E-C542-407B-9E4E-8947B58A0CC6}" dt="2023-01-03T14:41:39.799" v="3562" actId="1076"/>
          <ac:spMkLst>
            <pc:docMk/>
            <pc:sldMk cId="584037432" sldId="495"/>
            <ac:spMk id="4" creationId="{1BDE8AB1-A892-A65C-9A01-B3962D6DA0F5}"/>
          </ac:spMkLst>
        </pc:spChg>
      </pc:sldChg>
      <pc:sldChg chg="addSp modSp add mod">
        <pc:chgData name="Tom Hartley" userId="f9a9e95579b5c8ee" providerId="LiveId" clId="{8A63A06E-C542-407B-9E4E-8947B58A0CC6}" dt="2023-01-03T14:45:45.079" v="3835" actId="14100"/>
        <pc:sldMkLst>
          <pc:docMk/>
          <pc:sldMk cId="3628832497" sldId="496"/>
        </pc:sldMkLst>
        <pc:spChg chg="mod">
          <ac:chgData name="Tom Hartley" userId="f9a9e95579b5c8ee" providerId="LiveId" clId="{8A63A06E-C542-407B-9E4E-8947B58A0CC6}" dt="2023-01-03T14:41:49.268" v="3576" actId="20577"/>
          <ac:spMkLst>
            <pc:docMk/>
            <pc:sldMk cId="3628832497" sldId="496"/>
            <ac:spMk id="2" creationId="{EC110BA2-2763-A915-4263-149D911DF487}"/>
          </ac:spMkLst>
        </pc:spChg>
        <pc:spChg chg="mod">
          <ac:chgData name="Tom Hartley" userId="f9a9e95579b5c8ee" providerId="LiveId" clId="{8A63A06E-C542-407B-9E4E-8947B58A0CC6}" dt="2023-01-03T14:44:29.731" v="3806" actId="21"/>
          <ac:spMkLst>
            <pc:docMk/>
            <pc:sldMk cId="3628832497" sldId="496"/>
            <ac:spMk id="3" creationId="{9889CE0A-6A07-8EAC-9035-AE94C5DF4FA7}"/>
          </ac:spMkLst>
        </pc:spChg>
        <pc:spChg chg="add mod">
          <ac:chgData name="Tom Hartley" userId="f9a9e95579b5c8ee" providerId="LiveId" clId="{8A63A06E-C542-407B-9E4E-8947B58A0CC6}" dt="2023-01-03T14:45:07.815" v="3825" actId="1076"/>
          <ac:spMkLst>
            <pc:docMk/>
            <pc:sldMk cId="3628832497" sldId="496"/>
            <ac:spMk id="4" creationId="{AD88968B-A514-932D-EA60-93FFFA2E0CC6}"/>
          </ac:spMkLst>
        </pc:spChg>
        <pc:spChg chg="add mod">
          <ac:chgData name="Tom Hartley" userId="f9a9e95579b5c8ee" providerId="LiveId" clId="{8A63A06E-C542-407B-9E4E-8947B58A0CC6}" dt="2023-01-03T14:45:42.056" v="3834" actId="14100"/>
          <ac:spMkLst>
            <pc:docMk/>
            <pc:sldMk cId="3628832497" sldId="496"/>
            <ac:spMk id="5" creationId="{3427C538-9261-C7D7-CA64-88C7D1A58335}"/>
          </ac:spMkLst>
        </pc:spChg>
        <pc:spChg chg="add mod">
          <ac:chgData name="Tom Hartley" userId="f9a9e95579b5c8ee" providerId="LiveId" clId="{8A63A06E-C542-407B-9E4E-8947B58A0CC6}" dt="2023-01-03T14:45:45.079" v="3835" actId="14100"/>
          <ac:spMkLst>
            <pc:docMk/>
            <pc:sldMk cId="3628832497" sldId="496"/>
            <ac:spMk id="6" creationId="{D5FE14F6-85C2-F401-2AAE-7463AFFAA4DA}"/>
          </ac:spMkLst>
        </pc:spChg>
      </pc:sldChg>
    </pc:docChg>
  </pc:docChgLst>
  <pc:docChgLst>
    <pc:chgData name="Tom Hartley" userId="f9a9e95579b5c8ee" providerId="LiveId" clId="{ABF0C4B7-C0C7-44CC-9AB7-E3D591726760}"/>
    <pc:docChg chg="undo custSel addSld delSld modSld modMainMaster">
      <pc:chgData name="Tom Hartley" userId="f9a9e95579b5c8ee" providerId="LiveId" clId="{ABF0C4B7-C0C7-44CC-9AB7-E3D591726760}" dt="2020-02-05T10:30:51.834" v="54" actId="2696"/>
      <pc:docMkLst>
        <pc:docMk/>
      </pc:docMkLst>
      <pc:sldChg chg="modSp">
        <pc:chgData name="Tom Hartley" userId="f9a9e95579b5c8ee" providerId="LiveId" clId="{ABF0C4B7-C0C7-44CC-9AB7-E3D591726760}" dt="2020-02-05T10:29:51.323" v="48" actId="1037"/>
        <pc:sldMkLst>
          <pc:docMk/>
          <pc:sldMk cId="367599832" sldId="256"/>
        </pc:sldMkLst>
        <pc:spChg chg="mod">
          <ac:chgData name="Tom Hartley" userId="f9a9e95579b5c8ee" providerId="LiveId" clId="{ABF0C4B7-C0C7-44CC-9AB7-E3D591726760}" dt="2020-02-05T10:29:19.985" v="44"/>
          <ac:spMkLst>
            <pc:docMk/>
            <pc:sldMk cId="367599832" sldId="256"/>
            <ac:spMk id="2" creationId="{00000000-0000-0000-0000-000000000000}"/>
          </ac:spMkLst>
        </pc:spChg>
        <pc:spChg chg="mod">
          <ac:chgData name="Tom Hartley" userId="f9a9e95579b5c8ee" providerId="LiveId" clId="{ABF0C4B7-C0C7-44CC-9AB7-E3D591726760}" dt="2020-02-05T10:29:51.323" v="48" actId="1037"/>
          <ac:spMkLst>
            <pc:docMk/>
            <pc:sldMk cId="367599832" sldId="256"/>
            <ac:spMk id="7" creationId="{00000000-0000-0000-0000-000000000000}"/>
          </ac:spMkLst>
        </pc:spChg>
        <pc:picChg chg="mod">
          <ac:chgData name="Tom Hartley" userId="f9a9e95579b5c8ee" providerId="LiveId" clId="{ABF0C4B7-C0C7-44CC-9AB7-E3D591726760}" dt="2020-02-05T10:27:54.697" v="23"/>
          <ac:picMkLst>
            <pc:docMk/>
            <pc:sldMk cId="367599832" sldId="256"/>
            <ac:picMk id="4" creationId="{00000000-0000-0000-0000-000000000000}"/>
          </ac:picMkLst>
        </pc:picChg>
        <pc:picChg chg="mod">
          <ac:chgData name="Tom Hartley" userId="f9a9e95579b5c8ee" providerId="LiveId" clId="{ABF0C4B7-C0C7-44CC-9AB7-E3D591726760}" dt="2020-02-05T10:29:35.148" v="45" actId="1076"/>
          <ac:picMkLst>
            <pc:docMk/>
            <pc:sldMk cId="367599832" sldId="256"/>
            <ac:picMk id="1026" creationId="{00000000-0000-0000-0000-000000000000}"/>
          </ac:picMkLst>
        </pc:picChg>
      </pc:sldChg>
      <pc:sldChg chg="modSp">
        <pc:chgData name="Tom Hartley" userId="f9a9e95579b5c8ee" providerId="LiveId" clId="{ABF0C4B7-C0C7-44CC-9AB7-E3D591726760}" dt="2020-02-05T10:27:54.786" v="24" actId="27636"/>
        <pc:sldMkLst>
          <pc:docMk/>
          <pc:sldMk cId="3414860155" sldId="260"/>
        </pc:sldMkLst>
        <pc:spChg chg="mod">
          <ac:chgData name="Tom Hartley" userId="f9a9e95579b5c8ee" providerId="LiveId" clId="{ABF0C4B7-C0C7-44CC-9AB7-E3D591726760}" dt="2020-02-05T10:27:54.786" v="24" actId="27636"/>
          <ac:spMkLst>
            <pc:docMk/>
            <pc:sldMk cId="3414860155" sldId="260"/>
            <ac:spMk id="3" creationId="{00000000-0000-0000-0000-000000000000}"/>
          </ac:spMkLst>
        </pc:spChg>
      </pc:sldChg>
      <pc:sldChg chg="modSp">
        <pc:chgData name="Tom Hartley" userId="f9a9e95579b5c8ee" providerId="LiveId" clId="{ABF0C4B7-C0C7-44CC-9AB7-E3D591726760}" dt="2020-02-05T10:27:54.697" v="23"/>
        <pc:sldMkLst>
          <pc:docMk/>
          <pc:sldMk cId="2721602708" sldId="261"/>
        </pc:sldMkLst>
        <pc:picChg chg="mod">
          <ac:chgData name="Tom Hartley" userId="f9a9e95579b5c8ee" providerId="LiveId" clId="{ABF0C4B7-C0C7-44CC-9AB7-E3D591726760}" dt="2020-02-05T10:27:54.697" v="23"/>
          <ac:picMkLst>
            <pc:docMk/>
            <pc:sldMk cId="2721602708" sldId="261"/>
            <ac:picMk id="4" creationId="{00000000-0000-0000-0000-000000000000}"/>
          </ac:picMkLst>
        </pc:picChg>
      </pc:sldChg>
      <pc:sldChg chg="modSp">
        <pc:chgData name="Tom Hartley" userId="f9a9e95579b5c8ee" providerId="LiveId" clId="{ABF0C4B7-C0C7-44CC-9AB7-E3D591726760}" dt="2020-02-05T10:27:54.788" v="25" actId="27636"/>
        <pc:sldMkLst>
          <pc:docMk/>
          <pc:sldMk cId="3517006666" sldId="262"/>
        </pc:sldMkLst>
        <pc:spChg chg="mod">
          <ac:chgData name="Tom Hartley" userId="f9a9e95579b5c8ee" providerId="LiveId" clId="{ABF0C4B7-C0C7-44CC-9AB7-E3D591726760}" dt="2020-02-05T10:27:54.788" v="25" actId="27636"/>
          <ac:spMkLst>
            <pc:docMk/>
            <pc:sldMk cId="3517006666" sldId="262"/>
            <ac:spMk id="2" creationId="{00000000-0000-0000-0000-000000000000}"/>
          </ac:spMkLst>
        </pc:spChg>
      </pc:sldChg>
      <pc:sldChg chg="modSp">
        <pc:chgData name="Tom Hartley" userId="f9a9e95579b5c8ee" providerId="LiveId" clId="{ABF0C4B7-C0C7-44CC-9AB7-E3D591726760}" dt="2020-02-05T10:27:54.790" v="26" actId="27636"/>
        <pc:sldMkLst>
          <pc:docMk/>
          <pc:sldMk cId="3667270965" sldId="263"/>
        </pc:sldMkLst>
        <pc:spChg chg="mod">
          <ac:chgData name="Tom Hartley" userId="f9a9e95579b5c8ee" providerId="LiveId" clId="{ABF0C4B7-C0C7-44CC-9AB7-E3D591726760}" dt="2020-02-05T10:27:54.790" v="26" actId="27636"/>
          <ac:spMkLst>
            <pc:docMk/>
            <pc:sldMk cId="3667270965" sldId="263"/>
            <ac:spMk id="2" creationId="{00000000-0000-0000-0000-000000000000}"/>
          </ac:spMkLst>
        </pc:spChg>
        <pc:spChg chg="mod">
          <ac:chgData name="Tom Hartley" userId="f9a9e95579b5c8ee" providerId="LiveId" clId="{ABF0C4B7-C0C7-44CC-9AB7-E3D591726760}" dt="2020-02-05T10:27:54.697" v="23"/>
          <ac:spMkLst>
            <pc:docMk/>
            <pc:sldMk cId="3667270965" sldId="263"/>
            <ac:spMk id="5" creationId="{00000000-0000-0000-0000-000000000000}"/>
          </ac:spMkLst>
        </pc:spChg>
        <pc:spChg chg="mod">
          <ac:chgData name="Tom Hartley" userId="f9a9e95579b5c8ee" providerId="LiveId" clId="{ABF0C4B7-C0C7-44CC-9AB7-E3D591726760}" dt="2020-02-05T10:27:54.697" v="23"/>
          <ac:spMkLst>
            <pc:docMk/>
            <pc:sldMk cId="3667270965" sldId="263"/>
            <ac:spMk id="6" creationId="{00000000-0000-0000-0000-000000000000}"/>
          </ac:spMkLst>
        </pc:spChg>
        <pc:picChg chg="mod">
          <ac:chgData name="Tom Hartley" userId="f9a9e95579b5c8ee" providerId="LiveId" clId="{ABF0C4B7-C0C7-44CC-9AB7-E3D591726760}" dt="2020-02-05T10:27:54.697" v="23"/>
          <ac:picMkLst>
            <pc:docMk/>
            <pc:sldMk cId="3667270965" sldId="263"/>
            <ac:picMk id="7" creationId="{2BB7C889-4FA6-4B18-A56B-2F7CBD86A555}"/>
          </ac:picMkLst>
        </pc:picChg>
      </pc:sldChg>
      <pc:sldChg chg="modSp">
        <pc:chgData name="Tom Hartley" userId="f9a9e95579b5c8ee" providerId="LiveId" clId="{ABF0C4B7-C0C7-44CC-9AB7-E3D591726760}" dt="2020-02-05T10:27:54.801" v="28" actId="27636"/>
        <pc:sldMkLst>
          <pc:docMk/>
          <pc:sldMk cId="486126381" sldId="264"/>
        </pc:sldMkLst>
        <pc:spChg chg="mod">
          <ac:chgData name="Tom Hartley" userId="f9a9e95579b5c8ee" providerId="LiveId" clId="{ABF0C4B7-C0C7-44CC-9AB7-E3D591726760}" dt="2020-02-05T10:27:54.792" v="27" actId="27636"/>
          <ac:spMkLst>
            <pc:docMk/>
            <pc:sldMk cId="486126381" sldId="264"/>
            <ac:spMk id="2" creationId="{00000000-0000-0000-0000-000000000000}"/>
          </ac:spMkLst>
        </pc:spChg>
        <pc:spChg chg="mod">
          <ac:chgData name="Tom Hartley" userId="f9a9e95579b5c8ee" providerId="LiveId" clId="{ABF0C4B7-C0C7-44CC-9AB7-E3D591726760}" dt="2020-02-05T10:27:54.801" v="28" actId="27636"/>
          <ac:spMkLst>
            <pc:docMk/>
            <pc:sldMk cId="486126381" sldId="264"/>
            <ac:spMk id="3" creationId="{00000000-0000-0000-0000-000000000000}"/>
          </ac:spMkLst>
        </pc:spChg>
      </pc:sldChg>
      <pc:sldChg chg="modSp">
        <pc:chgData name="Tom Hartley" userId="f9a9e95579b5c8ee" providerId="LiveId" clId="{ABF0C4B7-C0C7-44CC-9AB7-E3D591726760}" dt="2020-02-05T10:27:54.811" v="30" actId="27636"/>
        <pc:sldMkLst>
          <pc:docMk/>
          <pc:sldMk cId="1951588060" sldId="265"/>
        </pc:sldMkLst>
        <pc:spChg chg="mod">
          <ac:chgData name="Tom Hartley" userId="f9a9e95579b5c8ee" providerId="LiveId" clId="{ABF0C4B7-C0C7-44CC-9AB7-E3D591726760}" dt="2020-02-05T10:27:54.811" v="30" actId="27636"/>
          <ac:spMkLst>
            <pc:docMk/>
            <pc:sldMk cId="1951588060" sldId="265"/>
            <ac:spMk id="2" creationId="{00000000-0000-0000-0000-000000000000}"/>
          </ac:spMkLst>
        </pc:spChg>
        <pc:spChg chg="mod">
          <ac:chgData name="Tom Hartley" userId="f9a9e95579b5c8ee" providerId="LiveId" clId="{ABF0C4B7-C0C7-44CC-9AB7-E3D591726760}" dt="2020-02-05T10:27:54.811" v="29" actId="27636"/>
          <ac:spMkLst>
            <pc:docMk/>
            <pc:sldMk cId="1951588060" sldId="265"/>
            <ac:spMk id="3" creationId="{00000000-0000-0000-0000-000000000000}"/>
          </ac:spMkLst>
        </pc:spChg>
      </pc:sldChg>
      <pc:sldChg chg="modSp">
        <pc:chgData name="Tom Hartley" userId="f9a9e95579b5c8ee" providerId="LiveId" clId="{ABF0C4B7-C0C7-44CC-9AB7-E3D591726760}" dt="2020-02-05T10:27:54.815" v="31" actId="27636"/>
        <pc:sldMkLst>
          <pc:docMk/>
          <pc:sldMk cId="2382836258" sldId="267"/>
        </pc:sldMkLst>
        <pc:spChg chg="mod">
          <ac:chgData name="Tom Hartley" userId="f9a9e95579b5c8ee" providerId="LiveId" clId="{ABF0C4B7-C0C7-44CC-9AB7-E3D591726760}" dt="2020-02-05T10:27:54.815" v="31" actId="27636"/>
          <ac:spMkLst>
            <pc:docMk/>
            <pc:sldMk cId="2382836258" sldId="267"/>
            <ac:spMk id="2" creationId="{00000000-0000-0000-0000-000000000000}"/>
          </ac:spMkLst>
        </pc:spChg>
      </pc:sldChg>
      <pc:sldChg chg="modSp">
        <pc:chgData name="Tom Hartley" userId="f9a9e95579b5c8ee" providerId="LiveId" clId="{ABF0C4B7-C0C7-44CC-9AB7-E3D591726760}" dt="2020-02-05T10:27:54.697" v="23"/>
        <pc:sldMkLst>
          <pc:docMk/>
          <pc:sldMk cId="2762540071" sldId="268"/>
        </pc:sldMkLst>
        <pc:spChg chg="mod">
          <ac:chgData name="Tom Hartley" userId="f9a9e95579b5c8ee" providerId="LiveId" clId="{ABF0C4B7-C0C7-44CC-9AB7-E3D591726760}" dt="2020-02-05T10:27:51.554" v="22"/>
          <ac:spMkLst>
            <pc:docMk/>
            <pc:sldMk cId="2762540071" sldId="268"/>
            <ac:spMk id="2" creationId="{00000000-0000-0000-0000-000000000000}"/>
          </ac:spMkLst>
        </pc:spChg>
        <pc:spChg chg="mod">
          <ac:chgData name="Tom Hartley" userId="f9a9e95579b5c8ee" providerId="LiveId" clId="{ABF0C4B7-C0C7-44CC-9AB7-E3D591726760}" dt="2020-02-05T10:27:54.697" v="23"/>
          <ac:spMkLst>
            <pc:docMk/>
            <pc:sldMk cId="2762540071" sldId="268"/>
            <ac:spMk id="3" creationId="{00000000-0000-0000-0000-000000000000}"/>
          </ac:spMkLst>
        </pc:spChg>
        <pc:spChg chg="mod">
          <ac:chgData name="Tom Hartley" userId="f9a9e95579b5c8ee" providerId="LiveId" clId="{ABF0C4B7-C0C7-44CC-9AB7-E3D591726760}" dt="2020-02-05T10:27:54.697" v="23"/>
          <ac:spMkLst>
            <pc:docMk/>
            <pc:sldMk cId="2762540071" sldId="268"/>
            <ac:spMk id="5" creationId="{00000000-0000-0000-0000-000000000000}"/>
          </ac:spMkLst>
        </pc:spChg>
        <pc:spChg chg="mod">
          <ac:chgData name="Tom Hartley" userId="f9a9e95579b5c8ee" providerId="LiveId" clId="{ABF0C4B7-C0C7-44CC-9AB7-E3D591726760}" dt="2020-02-05T10:27:54.697" v="23"/>
          <ac:spMkLst>
            <pc:docMk/>
            <pc:sldMk cId="2762540071" sldId="268"/>
            <ac:spMk id="6" creationId="{00000000-0000-0000-0000-000000000000}"/>
          </ac:spMkLst>
        </pc:spChg>
        <pc:spChg chg="mod">
          <ac:chgData name="Tom Hartley" userId="f9a9e95579b5c8ee" providerId="LiveId" clId="{ABF0C4B7-C0C7-44CC-9AB7-E3D591726760}" dt="2020-02-05T10:27:54.697" v="23"/>
          <ac:spMkLst>
            <pc:docMk/>
            <pc:sldMk cId="2762540071" sldId="268"/>
            <ac:spMk id="7" creationId="{00000000-0000-0000-0000-000000000000}"/>
          </ac:spMkLst>
        </pc:spChg>
        <pc:spChg chg="mod">
          <ac:chgData name="Tom Hartley" userId="f9a9e95579b5c8ee" providerId="LiveId" clId="{ABF0C4B7-C0C7-44CC-9AB7-E3D591726760}" dt="2020-02-05T10:27:54.697" v="23"/>
          <ac:spMkLst>
            <pc:docMk/>
            <pc:sldMk cId="2762540071" sldId="268"/>
            <ac:spMk id="8" creationId="{00000000-0000-0000-0000-000000000000}"/>
          </ac:spMkLst>
        </pc:spChg>
        <pc:spChg chg="mod">
          <ac:chgData name="Tom Hartley" userId="f9a9e95579b5c8ee" providerId="LiveId" clId="{ABF0C4B7-C0C7-44CC-9AB7-E3D591726760}" dt="2020-02-05T10:27:54.697" v="23"/>
          <ac:spMkLst>
            <pc:docMk/>
            <pc:sldMk cId="2762540071" sldId="268"/>
            <ac:spMk id="9" creationId="{00000000-0000-0000-0000-000000000000}"/>
          </ac:spMkLst>
        </pc:spChg>
        <pc:spChg chg="mod">
          <ac:chgData name="Tom Hartley" userId="f9a9e95579b5c8ee" providerId="LiveId" clId="{ABF0C4B7-C0C7-44CC-9AB7-E3D591726760}" dt="2020-02-05T10:27:54.697" v="23"/>
          <ac:spMkLst>
            <pc:docMk/>
            <pc:sldMk cId="2762540071" sldId="268"/>
            <ac:spMk id="10" creationId="{00000000-0000-0000-0000-000000000000}"/>
          </ac:spMkLst>
        </pc:spChg>
        <pc:picChg chg="mod">
          <ac:chgData name="Tom Hartley" userId="f9a9e95579b5c8ee" providerId="LiveId" clId="{ABF0C4B7-C0C7-44CC-9AB7-E3D591726760}" dt="2020-02-05T10:27:54.697" v="23"/>
          <ac:picMkLst>
            <pc:docMk/>
            <pc:sldMk cId="2762540071" sldId="268"/>
            <ac:picMk id="4" creationId="{00000000-0000-0000-0000-000000000000}"/>
          </ac:picMkLst>
        </pc:picChg>
      </pc:sldChg>
      <pc:sldChg chg="modSp">
        <pc:chgData name="Tom Hartley" userId="f9a9e95579b5c8ee" providerId="LiveId" clId="{ABF0C4B7-C0C7-44CC-9AB7-E3D591726760}" dt="2020-02-05T10:27:54.697" v="23"/>
        <pc:sldMkLst>
          <pc:docMk/>
          <pc:sldMk cId="1423104099" sldId="269"/>
        </pc:sldMkLst>
        <pc:picChg chg="mod">
          <ac:chgData name="Tom Hartley" userId="f9a9e95579b5c8ee" providerId="LiveId" clId="{ABF0C4B7-C0C7-44CC-9AB7-E3D591726760}" dt="2020-02-05T10:27:54.697" v="23"/>
          <ac:picMkLst>
            <pc:docMk/>
            <pc:sldMk cId="1423104099" sldId="269"/>
            <ac:picMk id="4" creationId="{00000000-0000-0000-0000-000000000000}"/>
          </ac:picMkLst>
        </pc:picChg>
      </pc:sldChg>
      <pc:sldChg chg="modSp">
        <pc:chgData name="Tom Hartley" userId="f9a9e95579b5c8ee" providerId="LiveId" clId="{ABF0C4B7-C0C7-44CC-9AB7-E3D591726760}" dt="2020-02-05T10:27:54.818" v="32" actId="27636"/>
        <pc:sldMkLst>
          <pc:docMk/>
          <pc:sldMk cId="3896552841" sldId="270"/>
        </pc:sldMkLst>
        <pc:spChg chg="mod">
          <ac:chgData name="Tom Hartley" userId="f9a9e95579b5c8ee" providerId="LiveId" clId="{ABF0C4B7-C0C7-44CC-9AB7-E3D591726760}" dt="2020-02-05T10:27:54.818" v="32" actId="27636"/>
          <ac:spMkLst>
            <pc:docMk/>
            <pc:sldMk cId="3896552841" sldId="270"/>
            <ac:spMk id="2" creationId="{00000000-0000-0000-0000-000000000000}"/>
          </ac:spMkLst>
        </pc:spChg>
        <pc:picChg chg="mod">
          <ac:chgData name="Tom Hartley" userId="f9a9e95579b5c8ee" providerId="LiveId" clId="{ABF0C4B7-C0C7-44CC-9AB7-E3D591726760}" dt="2020-02-05T10:27:54.697" v="23"/>
          <ac:picMkLst>
            <pc:docMk/>
            <pc:sldMk cId="3896552841" sldId="270"/>
            <ac:picMk id="4" creationId="{00000000-0000-0000-0000-000000000000}"/>
          </ac:picMkLst>
        </pc:picChg>
      </pc:sldChg>
      <pc:sldChg chg="modSp">
        <pc:chgData name="Tom Hartley" userId="f9a9e95579b5c8ee" providerId="LiveId" clId="{ABF0C4B7-C0C7-44CC-9AB7-E3D591726760}" dt="2020-02-05T10:27:54.697" v="23"/>
        <pc:sldMkLst>
          <pc:docMk/>
          <pc:sldMk cId="2795449355" sldId="271"/>
        </pc:sldMkLst>
        <pc:picChg chg="mod">
          <ac:chgData name="Tom Hartley" userId="f9a9e95579b5c8ee" providerId="LiveId" clId="{ABF0C4B7-C0C7-44CC-9AB7-E3D591726760}" dt="2020-02-05T10:27:54.697" v="23"/>
          <ac:picMkLst>
            <pc:docMk/>
            <pc:sldMk cId="2795449355" sldId="271"/>
            <ac:picMk id="4" creationId="{00000000-0000-0000-0000-000000000000}"/>
          </ac:picMkLst>
        </pc:picChg>
      </pc:sldChg>
      <pc:sldChg chg="modSp del">
        <pc:chgData name="Tom Hartley" userId="f9a9e95579b5c8ee" providerId="LiveId" clId="{ABF0C4B7-C0C7-44CC-9AB7-E3D591726760}" dt="2020-02-05T10:30:51.834" v="54" actId="2696"/>
        <pc:sldMkLst>
          <pc:docMk/>
          <pc:sldMk cId="783104814" sldId="272"/>
        </pc:sldMkLst>
        <pc:spChg chg="mod">
          <ac:chgData name="Tom Hartley" userId="f9a9e95579b5c8ee" providerId="LiveId" clId="{ABF0C4B7-C0C7-44CC-9AB7-E3D591726760}" dt="2020-02-05T10:27:54.697" v="23"/>
          <ac:spMkLst>
            <pc:docMk/>
            <pc:sldMk cId="783104814" sldId="272"/>
            <ac:spMk id="3" creationId="{00000000-0000-0000-0000-000000000000}"/>
          </ac:spMkLst>
        </pc:spChg>
        <pc:picChg chg="mod">
          <ac:chgData name="Tom Hartley" userId="f9a9e95579b5c8ee" providerId="LiveId" clId="{ABF0C4B7-C0C7-44CC-9AB7-E3D591726760}" dt="2020-02-05T10:27:54.697" v="23"/>
          <ac:picMkLst>
            <pc:docMk/>
            <pc:sldMk cId="783104814" sldId="272"/>
            <ac:picMk id="4" creationId="{00000000-0000-0000-0000-000000000000}"/>
          </ac:picMkLst>
        </pc:picChg>
      </pc:sldChg>
      <pc:sldChg chg="modSp">
        <pc:chgData name="Tom Hartley" userId="f9a9e95579b5c8ee" providerId="LiveId" clId="{ABF0C4B7-C0C7-44CC-9AB7-E3D591726760}" dt="2020-02-05T10:27:54.697" v="23"/>
        <pc:sldMkLst>
          <pc:docMk/>
          <pc:sldMk cId="4269564189" sldId="273"/>
        </pc:sldMkLst>
        <pc:spChg chg="mod">
          <ac:chgData name="Tom Hartley" userId="f9a9e95579b5c8ee" providerId="LiveId" clId="{ABF0C4B7-C0C7-44CC-9AB7-E3D591726760}" dt="2020-02-05T10:27:54.697" v="23"/>
          <ac:spMkLst>
            <pc:docMk/>
            <pc:sldMk cId="4269564189" sldId="273"/>
            <ac:spMk id="5" creationId="{00000000-0000-0000-0000-000000000000}"/>
          </ac:spMkLst>
        </pc:spChg>
        <pc:spChg chg="mod">
          <ac:chgData name="Tom Hartley" userId="f9a9e95579b5c8ee" providerId="LiveId" clId="{ABF0C4B7-C0C7-44CC-9AB7-E3D591726760}" dt="2020-02-05T10:27:54.697" v="23"/>
          <ac:spMkLst>
            <pc:docMk/>
            <pc:sldMk cId="4269564189" sldId="273"/>
            <ac:spMk id="6" creationId="{00000000-0000-0000-0000-000000000000}"/>
          </ac:spMkLst>
        </pc:spChg>
        <pc:spChg chg="mod">
          <ac:chgData name="Tom Hartley" userId="f9a9e95579b5c8ee" providerId="LiveId" clId="{ABF0C4B7-C0C7-44CC-9AB7-E3D591726760}" dt="2020-02-05T10:27:54.697" v="23"/>
          <ac:spMkLst>
            <pc:docMk/>
            <pc:sldMk cId="4269564189" sldId="273"/>
            <ac:spMk id="7" creationId="{00000000-0000-0000-0000-000000000000}"/>
          </ac:spMkLst>
        </pc:spChg>
        <pc:spChg chg="mod">
          <ac:chgData name="Tom Hartley" userId="f9a9e95579b5c8ee" providerId="LiveId" clId="{ABF0C4B7-C0C7-44CC-9AB7-E3D591726760}" dt="2020-02-05T10:27:54.697" v="23"/>
          <ac:spMkLst>
            <pc:docMk/>
            <pc:sldMk cId="4269564189" sldId="273"/>
            <ac:spMk id="8" creationId="{00000000-0000-0000-0000-000000000000}"/>
          </ac:spMkLst>
        </pc:spChg>
        <pc:picChg chg="mod">
          <ac:chgData name="Tom Hartley" userId="f9a9e95579b5c8ee" providerId="LiveId" clId="{ABF0C4B7-C0C7-44CC-9AB7-E3D591726760}" dt="2020-02-05T10:27:54.697" v="23"/>
          <ac:picMkLst>
            <pc:docMk/>
            <pc:sldMk cId="4269564189" sldId="273"/>
            <ac:picMk id="4" creationId="{00000000-0000-0000-0000-000000000000}"/>
          </ac:picMkLst>
        </pc:picChg>
      </pc:sldChg>
      <pc:sldChg chg="modSp">
        <pc:chgData name="Tom Hartley" userId="f9a9e95579b5c8ee" providerId="LiveId" clId="{ABF0C4B7-C0C7-44CC-9AB7-E3D591726760}" dt="2020-02-05T10:27:54.833" v="34" actId="27636"/>
        <pc:sldMkLst>
          <pc:docMk/>
          <pc:sldMk cId="4107203413" sldId="274"/>
        </pc:sldMkLst>
        <pc:spChg chg="mod">
          <ac:chgData name="Tom Hartley" userId="f9a9e95579b5c8ee" providerId="LiveId" clId="{ABF0C4B7-C0C7-44CC-9AB7-E3D591726760}" dt="2020-02-05T10:27:54.824" v="33" actId="27636"/>
          <ac:spMkLst>
            <pc:docMk/>
            <pc:sldMk cId="4107203413" sldId="274"/>
            <ac:spMk id="2" creationId="{00000000-0000-0000-0000-000000000000}"/>
          </ac:spMkLst>
        </pc:spChg>
        <pc:spChg chg="mod">
          <ac:chgData name="Tom Hartley" userId="f9a9e95579b5c8ee" providerId="LiveId" clId="{ABF0C4B7-C0C7-44CC-9AB7-E3D591726760}" dt="2020-02-05T10:27:54.833" v="34" actId="27636"/>
          <ac:spMkLst>
            <pc:docMk/>
            <pc:sldMk cId="4107203413" sldId="274"/>
            <ac:spMk id="3" creationId="{00000000-0000-0000-0000-000000000000}"/>
          </ac:spMkLst>
        </pc:spChg>
      </pc:sldChg>
      <pc:sldChg chg="modSp">
        <pc:chgData name="Tom Hartley" userId="f9a9e95579b5c8ee" providerId="LiveId" clId="{ABF0C4B7-C0C7-44CC-9AB7-E3D591726760}" dt="2020-02-05T10:27:54.841" v="36" actId="27636"/>
        <pc:sldMkLst>
          <pc:docMk/>
          <pc:sldMk cId="2053485936" sldId="275"/>
        </pc:sldMkLst>
        <pc:spChg chg="mod">
          <ac:chgData name="Tom Hartley" userId="f9a9e95579b5c8ee" providerId="LiveId" clId="{ABF0C4B7-C0C7-44CC-9AB7-E3D591726760}" dt="2020-02-05T10:27:54.841" v="36" actId="27636"/>
          <ac:spMkLst>
            <pc:docMk/>
            <pc:sldMk cId="2053485936" sldId="275"/>
            <ac:spMk id="2" creationId="{00000000-0000-0000-0000-000000000000}"/>
          </ac:spMkLst>
        </pc:spChg>
        <pc:spChg chg="mod">
          <ac:chgData name="Tom Hartley" userId="f9a9e95579b5c8ee" providerId="LiveId" clId="{ABF0C4B7-C0C7-44CC-9AB7-E3D591726760}" dt="2020-02-05T10:27:54.840" v="35" actId="27636"/>
          <ac:spMkLst>
            <pc:docMk/>
            <pc:sldMk cId="2053485936" sldId="275"/>
            <ac:spMk id="3" creationId="{00000000-0000-0000-0000-000000000000}"/>
          </ac:spMkLst>
        </pc:spChg>
        <pc:picChg chg="mod">
          <ac:chgData name="Tom Hartley" userId="f9a9e95579b5c8ee" providerId="LiveId" clId="{ABF0C4B7-C0C7-44CC-9AB7-E3D591726760}" dt="2020-02-05T10:27:54.697" v="23"/>
          <ac:picMkLst>
            <pc:docMk/>
            <pc:sldMk cId="2053485936" sldId="275"/>
            <ac:picMk id="4" creationId="{00000000-0000-0000-0000-000000000000}"/>
          </ac:picMkLst>
        </pc:picChg>
        <pc:cxnChg chg="mod">
          <ac:chgData name="Tom Hartley" userId="f9a9e95579b5c8ee" providerId="LiveId" clId="{ABF0C4B7-C0C7-44CC-9AB7-E3D591726760}" dt="2020-02-05T10:27:54.697" v="23"/>
          <ac:cxnSpMkLst>
            <pc:docMk/>
            <pc:sldMk cId="2053485936" sldId="275"/>
            <ac:cxnSpMk id="5" creationId="{00000000-0000-0000-0000-000000000000}"/>
          </ac:cxnSpMkLst>
        </pc:cxnChg>
      </pc:sldChg>
      <pc:sldChg chg="modSp">
        <pc:chgData name="Tom Hartley" userId="f9a9e95579b5c8ee" providerId="LiveId" clId="{ABF0C4B7-C0C7-44CC-9AB7-E3D591726760}" dt="2020-02-05T10:27:54.697" v="23"/>
        <pc:sldMkLst>
          <pc:docMk/>
          <pc:sldMk cId="1149636725" sldId="276"/>
        </pc:sldMkLst>
        <pc:spChg chg="mod">
          <ac:chgData name="Tom Hartley" userId="f9a9e95579b5c8ee" providerId="LiveId" clId="{ABF0C4B7-C0C7-44CC-9AB7-E3D591726760}" dt="2020-02-05T10:27:51.554" v="22"/>
          <ac:spMkLst>
            <pc:docMk/>
            <pc:sldMk cId="1149636725" sldId="276"/>
            <ac:spMk id="2" creationId="{00000000-0000-0000-0000-000000000000}"/>
          </ac:spMkLst>
        </pc:spChg>
        <pc:spChg chg="mod">
          <ac:chgData name="Tom Hartley" userId="f9a9e95579b5c8ee" providerId="LiveId" clId="{ABF0C4B7-C0C7-44CC-9AB7-E3D591726760}" dt="2020-02-05T10:27:54.697" v="23"/>
          <ac:spMkLst>
            <pc:docMk/>
            <pc:sldMk cId="1149636725" sldId="276"/>
            <ac:spMk id="3" creationId="{00000000-0000-0000-0000-000000000000}"/>
          </ac:spMkLst>
        </pc:spChg>
        <pc:picChg chg="mod">
          <ac:chgData name="Tom Hartley" userId="f9a9e95579b5c8ee" providerId="LiveId" clId="{ABF0C4B7-C0C7-44CC-9AB7-E3D591726760}" dt="2020-02-05T10:27:54.697" v="23"/>
          <ac:picMkLst>
            <pc:docMk/>
            <pc:sldMk cId="1149636725" sldId="276"/>
            <ac:picMk id="4" creationId="{00000000-0000-0000-0000-000000000000}"/>
          </ac:picMkLst>
        </pc:picChg>
        <pc:picChg chg="mod">
          <ac:chgData name="Tom Hartley" userId="f9a9e95579b5c8ee" providerId="LiveId" clId="{ABF0C4B7-C0C7-44CC-9AB7-E3D591726760}" dt="2020-02-05T10:27:54.697" v="23"/>
          <ac:picMkLst>
            <pc:docMk/>
            <pc:sldMk cId="1149636725" sldId="276"/>
            <ac:picMk id="5" creationId="{00000000-0000-0000-0000-000000000000}"/>
          </ac:picMkLst>
        </pc:picChg>
        <pc:picChg chg="mod">
          <ac:chgData name="Tom Hartley" userId="f9a9e95579b5c8ee" providerId="LiveId" clId="{ABF0C4B7-C0C7-44CC-9AB7-E3D591726760}" dt="2020-02-05T10:27:54.697" v="23"/>
          <ac:picMkLst>
            <pc:docMk/>
            <pc:sldMk cId="1149636725" sldId="276"/>
            <ac:picMk id="6" creationId="{00000000-0000-0000-0000-000000000000}"/>
          </ac:picMkLst>
        </pc:picChg>
        <pc:cxnChg chg="mod">
          <ac:chgData name="Tom Hartley" userId="f9a9e95579b5c8ee" providerId="LiveId" clId="{ABF0C4B7-C0C7-44CC-9AB7-E3D591726760}" dt="2020-02-05T10:27:54.697" v="23"/>
          <ac:cxnSpMkLst>
            <pc:docMk/>
            <pc:sldMk cId="1149636725" sldId="276"/>
            <ac:cxnSpMk id="7" creationId="{00000000-0000-0000-0000-000000000000}"/>
          </ac:cxnSpMkLst>
        </pc:cxnChg>
      </pc:sldChg>
      <pc:sldChg chg="modSp">
        <pc:chgData name="Tom Hartley" userId="f9a9e95579b5c8ee" providerId="LiveId" clId="{ABF0C4B7-C0C7-44CC-9AB7-E3D591726760}" dt="2020-02-05T10:27:54.846" v="37" actId="27636"/>
        <pc:sldMkLst>
          <pc:docMk/>
          <pc:sldMk cId="4160200782" sldId="277"/>
        </pc:sldMkLst>
        <pc:spChg chg="mod">
          <ac:chgData name="Tom Hartley" userId="f9a9e95579b5c8ee" providerId="LiveId" clId="{ABF0C4B7-C0C7-44CC-9AB7-E3D591726760}" dt="2020-02-05T10:27:54.846" v="37" actId="27636"/>
          <ac:spMkLst>
            <pc:docMk/>
            <pc:sldMk cId="4160200782" sldId="277"/>
            <ac:spMk id="2" creationId="{00000000-0000-0000-0000-000000000000}"/>
          </ac:spMkLst>
        </pc:spChg>
      </pc:sldChg>
      <pc:sldChg chg="modSp">
        <pc:chgData name="Tom Hartley" userId="f9a9e95579b5c8ee" providerId="LiveId" clId="{ABF0C4B7-C0C7-44CC-9AB7-E3D591726760}" dt="2020-02-05T10:27:51.554" v="22"/>
        <pc:sldMkLst>
          <pc:docMk/>
          <pc:sldMk cId="3968920507" sldId="278"/>
        </pc:sldMkLst>
        <pc:spChg chg="mod">
          <ac:chgData name="Tom Hartley" userId="f9a9e95579b5c8ee" providerId="LiveId" clId="{ABF0C4B7-C0C7-44CC-9AB7-E3D591726760}" dt="2020-02-05T10:27:51.554" v="22"/>
          <ac:spMkLst>
            <pc:docMk/>
            <pc:sldMk cId="3968920507" sldId="278"/>
            <ac:spMk id="3" creationId="{00000000-0000-0000-0000-000000000000}"/>
          </ac:spMkLst>
        </pc:spChg>
      </pc:sldChg>
      <pc:sldChg chg="modSp">
        <pc:chgData name="Tom Hartley" userId="f9a9e95579b5c8ee" providerId="LiveId" clId="{ABF0C4B7-C0C7-44CC-9AB7-E3D591726760}" dt="2020-02-05T10:27:54.856" v="39" actId="27636"/>
        <pc:sldMkLst>
          <pc:docMk/>
          <pc:sldMk cId="1609110315" sldId="279"/>
        </pc:sldMkLst>
        <pc:spChg chg="mod">
          <ac:chgData name="Tom Hartley" userId="f9a9e95579b5c8ee" providerId="LiveId" clId="{ABF0C4B7-C0C7-44CC-9AB7-E3D591726760}" dt="2020-02-05T10:27:54.850" v="38" actId="27636"/>
          <ac:spMkLst>
            <pc:docMk/>
            <pc:sldMk cId="1609110315" sldId="279"/>
            <ac:spMk id="2" creationId="{00000000-0000-0000-0000-000000000000}"/>
          </ac:spMkLst>
        </pc:spChg>
        <pc:spChg chg="mod">
          <ac:chgData name="Tom Hartley" userId="f9a9e95579b5c8ee" providerId="LiveId" clId="{ABF0C4B7-C0C7-44CC-9AB7-E3D591726760}" dt="2020-02-05T10:27:54.856" v="39" actId="27636"/>
          <ac:spMkLst>
            <pc:docMk/>
            <pc:sldMk cId="1609110315" sldId="279"/>
            <ac:spMk id="3" creationId="{00000000-0000-0000-0000-000000000000}"/>
          </ac:spMkLst>
        </pc:spChg>
      </pc:sldChg>
      <pc:sldChg chg="modSp">
        <pc:chgData name="Tom Hartley" userId="f9a9e95579b5c8ee" providerId="LiveId" clId="{ABF0C4B7-C0C7-44CC-9AB7-E3D591726760}" dt="2020-02-05T10:27:54.857" v="40" actId="27636"/>
        <pc:sldMkLst>
          <pc:docMk/>
          <pc:sldMk cId="902729275" sldId="280"/>
        </pc:sldMkLst>
        <pc:spChg chg="mod">
          <ac:chgData name="Tom Hartley" userId="f9a9e95579b5c8ee" providerId="LiveId" clId="{ABF0C4B7-C0C7-44CC-9AB7-E3D591726760}" dt="2020-02-05T10:27:54.857" v="40" actId="27636"/>
          <ac:spMkLst>
            <pc:docMk/>
            <pc:sldMk cId="902729275" sldId="280"/>
            <ac:spMk id="2" creationId="{00000000-0000-0000-0000-000000000000}"/>
          </ac:spMkLst>
        </pc:spChg>
      </pc:sldChg>
      <pc:sldChg chg="modSp">
        <pc:chgData name="Tom Hartley" userId="f9a9e95579b5c8ee" providerId="LiveId" clId="{ABF0C4B7-C0C7-44CC-9AB7-E3D591726760}" dt="2020-02-05T10:27:54.860" v="41" actId="27636"/>
        <pc:sldMkLst>
          <pc:docMk/>
          <pc:sldMk cId="675176383" sldId="281"/>
        </pc:sldMkLst>
        <pc:spChg chg="mod">
          <ac:chgData name="Tom Hartley" userId="f9a9e95579b5c8ee" providerId="LiveId" clId="{ABF0C4B7-C0C7-44CC-9AB7-E3D591726760}" dt="2020-02-05T10:27:54.860" v="41" actId="27636"/>
          <ac:spMkLst>
            <pc:docMk/>
            <pc:sldMk cId="675176383" sldId="281"/>
            <ac:spMk id="2" creationId="{00000000-0000-0000-0000-000000000000}"/>
          </ac:spMkLst>
        </pc:spChg>
      </pc:sldChg>
      <pc:sldChg chg="addSp modSp add">
        <pc:chgData name="Tom Hartley" userId="f9a9e95579b5c8ee" providerId="LiveId" clId="{ABF0C4B7-C0C7-44CC-9AB7-E3D591726760}" dt="2020-02-05T10:30:47.892" v="53"/>
        <pc:sldMkLst>
          <pc:docMk/>
          <pc:sldMk cId="854298810" sldId="317"/>
        </pc:sldMkLst>
        <pc:spChg chg="mod">
          <ac:chgData name="Tom Hartley" userId="f9a9e95579b5c8ee" providerId="LiveId" clId="{ABF0C4B7-C0C7-44CC-9AB7-E3D591726760}" dt="2020-02-05T10:30:47.892" v="53"/>
          <ac:spMkLst>
            <pc:docMk/>
            <pc:sldMk cId="854298810" sldId="317"/>
            <ac:spMk id="2" creationId="{C420D68B-8688-4F3D-91EF-6D501E736501}"/>
          </ac:spMkLst>
        </pc:spChg>
        <pc:spChg chg="mod">
          <ac:chgData name="Tom Hartley" userId="f9a9e95579b5c8ee" providerId="LiveId" clId="{ABF0C4B7-C0C7-44CC-9AB7-E3D591726760}" dt="2020-02-05T10:30:39.970" v="51" actId="14100"/>
          <ac:spMkLst>
            <pc:docMk/>
            <pc:sldMk cId="854298810" sldId="317"/>
            <ac:spMk id="3" creationId="{712F1632-BE50-4DC0-9EC1-E5B46FC91405}"/>
          </ac:spMkLst>
        </pc:spChg>
        <pc:picChg chg="add">
          <ac:chgData name="Tom Hartley" userId="f9a9e95579b5c8ee" providerId="LiveId" clId="{ABF0C4B7-C0C7-44CC-9AB7-E3D591726760}" dt="2020-02-05T10:30:42.954" v="52"/>
          <ac:picMkLst>
            <pc:docMk/>
            <pc:sldMk cId="854298810" sldId="317"/>
            <ac:picMk id="4" creationId="{224BC868-B339-412F-A33C-432E6852312C}"/>
          </ac:picMkLst>
        </pc:picChg>
      </pc:sldChg>
      <pc:sldMasterChg chg="modSp modSldLayout">
        <pc:chgData name="Tom Hartley" userId="f9a9e95579b5c8ee" providerId="LiveId" clId="{ABF0C4B7-C0C7-44CC-9AB7-E3D591726760}" dt="2020-02-05T10:27:54.697" v="23"/>
        <pc:sldMasterMkLst>
          <pc:docMk/>
          <pc:sldMasterMk cId="0" sldId="2147483672"/>
        </pc:sldMasterMkLst>
        <pc:spChg chg="mod">
          <ac:chgData name="Tom Hartley" userId="f9a9e95579b5c8ee" providerId="LiveId" clId="{ABF0C4B7-C0C7-44CC-9AB7-E3D591726760}" dt="2020-02-05T10:27:54.697" v="23"/>
          <ac:spMkLst>
            <pc:docMk/>
            <pc:sldMasterMk cId="0" sldId="2147483672"/>
            <ac:spMk id="2" creationId="{00000000-0000-0000-0000-000000000000}"/>
          </ac:spMkLst>
        </pc:spChg>
        <pc:spChg chg="mod">
          <ac:chgData name="Tom Hartley" userId="f9a9e95579b5c8ee" providerId="LiveId" clId="{ABF0C4B7-C0C7-44CC-9AB7-E3D591726760}" dt="2020-02-05T10:27:54.697" v="23"/>
          <ac:spMkLst>
            <pc:docMk/>
            <pc:sldMasterMk cId="0" sldId="2147483672"/>
            <ac:spMk id="3" creationId="{00000000-0000-0000-0000-000000000000}"/>
          </ac:spMkLst>
        </pc:spChg>
        <pc:spChg chg="mod">
          <ac:chgData name="Tom Hartley" userId="f9a9e95579b5c8ee" providerId="LiveId" clId="{ABF0C4B7-C0C7-44CC-9AB7-E3D591726760}" dt="2020-02-05T10:27:54.697" v="23"/>
          <ac:spMkLst>
            <pc:docMk/>
            <pc:sldMasterMk cId="0" sldId="2147483672"/>
            <ac:spMk id="4" creationId="{00000000-0000-0000-0000-000000000000}"/>
          </ac:spMkLst>
        </pc:spChg>
        <pc:spChg chg="mod">
          <ac:chgData name="Tom Hartley" userId="f9a9e95579b5c8ee" providerId="LiveId" clId="{ABF0C4B7-C0C7-44CC-9AB7-E3D591726760}" dt="2020-02-05T10:27:54.697" v="23"/>
          <ac:spMkLst>
            <pc:docMk/>
            <pc:sldMasterMk cId="0" sldId="2147483672"/>
            <ac:spMk id="5" creationId="{00000000-0000-0000-0000-000000000000}"/>
          </ac:spMkLst>
        </pc:spChg>
        <pc:spChg chg="mod">
          <ac:chgData name="Tom Hartley" userId="f9a9e95579b5c8ee" providerId="LiveId" clId="{ABF0C4B7-C0C7-44CC-9AB7-E3D591726760}" dt="2020-02-05T10:27:54.697" v="23"/>
          <ac:spMkLst>
            <pc:docMk/>
            <pc:sldMasterMk cId="0" sldId="2147483672"/>
            <ac:spMk id="6" creationId="{00000000-0000-0000-0000-000000000000}"/>
          </ac:spMkLst>
        </pc:spChg>
        <pc:spChg chg="mod">
          <ac:chgData name="Tom Hartley" userId="f9a9e95579b5c8ee" providerId="LiveId" clId="{ABF0C4B7-C0C7-44CC-9AB7-E3D591726760}" dt="2020-02-05T10:27:54.697" v="23"/>
          <ac:spMkLst>
            <pc:docMk/>
            <pc:sldMasterMk cId="0" sldId="2147483672"/>
            <ac:spMk id="7" creationId="{00000000-0000-0000-0000-000000000000}"/>
          </ac:spMkLst>
        </pc:spChg>
        <pc:spChg chg="mod">
          <ac:chgData name="Tom Hartley" userId="f9a9e95579b5c8ee" providerId="LiveId" clId="{ABF0C4B7-C0C7-44CC-9AB7-E3D591726760}" dt="2020-02-05T10:27:54.697" v="23"/>
          <ac:spMkLst>
            <pc:docMk/>
            <pc:sldMasterMk cId="0" sldId="2147483672"/>
            <ac:spMk id="8" creationId="{00000000-0000-0000-0000-000000000000}"/>
          </ac:spMkLst>
        </pc:spChg>
        <pc:sldLayoutChg chg="modSp">
          <pc:chgData name="Tom Hartley" userId="f9a9e95579b5c8ee" providerId="LiveId" clId="{ABF0C4B7-C0C7-44CC-9AB7-E3D591726760}" dt="2020-02-05T10:27:54.697" v="23"/>
          <pc:sldLayoutMkLst>
            <pc:docMk/>
            <pc:sldMasterMk cId="0" sldId="2147483672"/>
            <pc:sldLayoutMk cId="0" sldId="2147483673"/>
          </pc:sldLayoutMkLst>
          <pc:spChg chg="mod">
            <ac:chgData name="Tom Hartley" userId="f9a9e95579b5c8ee" providerId="LiveId" clId="{ABF0C4B7-C0C7-44CC-9AB7-E3D591726760}" dt="2020-02-05T10:27:54.697" v="23"/>
            <ac:spMkLst>
              <pc:docMk/>
              <pc:sldMasterMk cId="0" sldId="2147483672"/>
              <pc:sldLayoutMk cId="0" sldId="2147483673"/>
              <ac:spMk id="2" creationId="{00000000-0000-0000-0000-000000000000}"/>
            </ac:spMkLst>
          </pc:spChg>
          <pc:spChg chg="mod">
            <ac:chgData name="Tom Hartley" userId="f9a9e95579b5c8ee" providerId="LiveId" clId="{ABF0C4B7-C0C7-44CC-9AB7-E3D591726760}" dt="2020-02-05T10:27:54.697" v="23"/>
            <ac:spMkLst>
              <pc:docMk/>
              <pc:sldMasterMk cId="0" sldId="2147483672"/>
              <pc:sldLayoutMk cId="0" sldId="2147483673"/>
              <ac:spMk id="3" creationId="{00000000-0000-0000-0000-000000000000}"/>
            </ac:spMkLst>
          </pc:spChg>
        </pc:sldLayoutChg>
        <pc:sldLayoutChg chg="modSp">
          <pc:chgData name="Tom Hartley" userId="f9a9e95579b5c8ee" providerId="LiveId" clId="{ABF0C4B7-C0C7-44CC-9AB7-E3D591726760}" dt="2020-02-05T10:27:54.697" v="23"/>
          <pc:sldLayoutMkLst>
            <pc:docMk/>
            <pc:sldMasterMk cId="0" sldId="2147483672"/>
            <pc:sldLayoutMk cId="0" sldId="2147483675"/>
          </pc:sldLayoutMkLst>
          <pc:spChg chg="mod">
            <ac:chgData name="Tom Hartley" userId="f9a9e95579b5c8ee" providerId="LiveId" clId="{ABF0C4B7-C0C7-44CC-9AB7-E3D591726760}" dt="2020-02-05T10:27:54.697" v="23"/>
            <ac:spMkLst>
              <pc:docMk/>
              <pc:sldMasterMk cId="0" sldId="2147483672"/>
              <pc:sldLayoutMk cId="0" sldId="2147483675"/>
              <ac:spMk id="2" creationId="{00000000-0000-0000-0000-000000000000}"/>
            </ac:spMkLst>
          </pc:spChg>
          <pc:spChg chg="mod">
            <ac:chgData name="Tom Hartley" userId="f9a9e95579b5c8ee" providerId="LiveId" clId="{ABF0C4B7-C0C7-44CC-9AB7-E3D591726760}" dt="2020-02-05T10:27:54.697" v="23"/>
            <ac:spMkLst>
              <pc:docMk/>
              <pc:sldMasterMk cId="0" sldId="2147483672"/>
              <pc:sldLayoutMk cId="0" sldId="2147483675"/>
              <ac:spMk id="3" creationId="{00000000-0000-0000-0000-000000000000}"/>
            </ac:spMkLst>
          </pc:spChg>
        </pc:sldLayoutChg>
        <pc:sldLayoutChg chg="modSp">
          <pc:chgData name="Tom Hartley" userId="f9a9e95579b5c8ee" providerId="LiveId" clId="{ABF0C4B7-C0C7-44CC-9AB7-E3D591726760}" dt="2020-02-05T10:27:54.697" v="23"/>
          <pc:sldLayoutMkLst>
            <pc:docMk/>
            <pc:sldMasterMk cId="0" sldId="2147483672"/>
            <pc:sldLayoutMk cId="0" sldId="2147483676"/>
          </pc:sldLayoutMkLst>
          <pc:spChg chg="mod">
            <ac:chgData name="Tom Hartley" userId="f9a9e95579b5c8ee" providerId="LiveId" clId="{ABF0C4B7-C0C7-44CC-9AB7-E3D591726760}" dt="2020-02-05T10:27:54.697" v="23"/>
            <ac:spMkLst>
              <pc:docMk/>
              <pc:sldMasterMk cId="0" sldId="2147483672"/>
              <pc:sldLayoutMk cId="0" sldId="2147483676"/>
              <ac:spMk id="3" creationId="{00000000-0000-0000-0000-000000000000}"/>
            </ac:spMkLst>
          </pc:spChg>
          <pc:spChg chg="mod">
            <ac:chgData name="Tom Hartley" userId="f9a9e95579b5c8ee" providerId="LiveId" clId="{ABF0C4B7-C0C7-44CC-9AB7-E3D591726760}" dt="2020-02-05T10:27:54.697" v="23"/>
            <ac:spMkLst>
              <pc:docMk/>
              <pc:sldMasterMk cId="0" sldId="2147483672"/>
              <pc:sldLayoutMk cId="0" sldId="2147483676"/>
              <ac:spMk id="4" creationId="{00000000-0000-0000-0000-000000000000}"/>
            </ac:spMkLst>
          </pc:spChg>
        </pc:sldLayoutChg>
        <pc:sldLayoutChg chg="modSp">
          <pc:chgData name="Tom Hartley" userId="f9a9e95579b5c8ee" providerId="LiveId" clId="{ABF0C4B7-C0C7-44CC-9AB7-E3D591726760}" dt="2020-02-05T10:27:54.697" v="23"/>
          <pc:sldLayoutMkLst>
            <pc:docMk/>
            <pc:sldMasterMk cId="0" sldId="2147483672"/>
            <pc:sldLayoutMk cId="0" sldId="2147483677"/>
          </pc:sldLayoutMkLst>
          <pc:spChg chg="mod">
            <ac:chgData name="Tom Hartley" userId="f9a9e95579b5c8ee" providerId="LiveId" clId="{ABF0C4B7-C0C7-44CC-9AB7-E3D591726760}" dt="2020-02-05T10:27:54.697" v="23"/>
            <ac:spMkLst>
              <pc:docMk/>
              <pc:sldMasterMk cId="0" sldId="2147483672"/>
              <pc:sldLayoutMk cId="0" sldId="2147483677"/>
              <ac:spMk id="3" creationId="{00000000-0000-0000-0000-000000000000}"/>
            </ac:spMkLst>
          </pc:spChg>
          <pc:spChg chg="mod">
            <ac:chgData name="Tom Hartley" userId="f9a9e95579b5c8ee" providerId="LiveId" clId="{ABF0C4B7-C0C7-44CC-9AB7-E3D591726760}" dt="2020-02-05T10:27:54.697" v="23"/>
            <ac:spMkLst>
              <pc:docMk/>
              <pc:sldMasterMk cId="0" sldId="2147483672"/>
              <pc:sldLayoutMk cId="0" sldId="2147483677"/>
              <ac:spMk id="4" creationId="{00000000-0000-0000-0000-000000000000}"/>
            </ac:spMkLst>
          </pc:spChg>
          <pc:spChg chg="mod">
            <ac:chgData name="Tom Hartley" userId="f9a9e95579b5c8ee" providerId="LiveId" clId="{ABF0C4B7-C0C7-44CC-9AB7-E3D591726760}" dt="2020-02-05T10:27:54.697" v="23"/>
            <ac:spMkLst>
              <pc:docMk/>
              <pc:sldMasterMk cId="0" sldId="2147483672"/>
              <pc:sldLayoutMk cId="0" sldId="2147483677"/>
              <ac:spMk id="5" creationId="{00000000-0000-0000-0000-000000000000}"/>
            </ac:spMkLst>
          </pc:spChg>
          <pc:spChg chg="mod">
            <ac:chgData name="Tom Hartley" userId="f9a9e95579b5c8ee" providerId="LiveId" clId="{ABF0C4B7-C0C7-44CC-9AB7-E3D591726760}" dt="2020-02-05T10:27:54.697" v="23"/>
            <ac:spMkLst>
              <pc:docMk/>
              <pc:sldMasterMk cId="0" sldId="2147483672"/>
              <pc:sldLayoutMk cId="0" sldId="2147483677"/>
              <ac:spMk id="6" creationId="{00000000-0000-0000-0000-000000000000}"/>
            </ac:spMkLst>
          </pc:spChg>
        </pc:sldLayoutChg>
        <pc:sldLayoutChg chg="modSp">
          <pc:chgData name="Tom Hartley" userId="f9a9e95579b5c8ee" providerId="LiveId" clId="{ABF0C4B7-C0C7-44CC-9AB7-E3D591726760}" dt="2020-02-05T10:27:54.697" v="23"/>
          <pc:sldLayoutMkLst>
            <pc:docMk/>
            <pc:sldMasterMk cId="0" sldId="2147483672"/>
            <pc:sldLayoutMk cId="0" sldId="2147483680"/>
          </pc:sldLayoutMkLst>
          <pc:spChg chg="mod">
            <ac:chgData name="Tom Hartley" userId="f9a9e95579b5c8ee" providerId="LiveId" clId="{ABF0C4B7-C0C7-44CC-9AB7-E3D591726760}" dt="2020-02-05T10:27:54.697" v="23"/>
            <ac:spMkLst>
              <pc:docMk/>
              <pc:sldMasterMk cId="0" sldId="2147483672"/>
              <pc:sldLayoutMk cId="0" sldId="2147483680"/>
              <ac:spMk id="2" creationId="{00000000-0000-0000-0000-000000000000}"/>
            </ac:spMkLst>
          </pc:spChg>
          <pc:spChg chg="mod">
            <ac:chgData name="Tom Hartley" userId="f9a9e95579b5c8ee" providerId="LiveId" clId="{ABF0C4B7-C0C7-44CC-9AB7-E3D591726760}" dt="2020-02-05T10:27:54.697" v="23"/>
            <ac:spMkLst>
              <pc:docMk/>
              <pc:sldMasterMk cId="0" sldId="2147483672"/>
              <pc:sldLayoutMk cId="0" sldId="2147483680"/>
              <ac:spMk id="4" creationId="{00000000-0000-0000-0000-000000000000}"/>
            </ac:spMkLst>
          </pc:spChg>
          <pc:spChg chg="mod">
            <ac:chgData name="Tom Hartley" userId="f9a9e95579b5c8ee" providerId="LiveId" clId="{ABF0C4B7-C0C7-44CC-9AB7-E3D591726760}" dt="2020-02-05T10:27:54.697" v="23"/>
            <ac:spMkLst>
              <pc:docMk/>
              <pc:sldMasterMk cId="0" sldId="2147483672"/>
              <pc:sldLayoutMk cId="0" sldId="2147483680"/>
              <ac:spMk id="9" creationId="{00000000-0000-0000-0000-000000000000}"/>
            </ac:spMkLst>
          </pc:spChg>
        </pc:sldLayoutChg>
        <pc:sldLayoutChg chg="modSp">
          <pc:chgData name="Tom Hartley" userId="f9a9e95579b5c8ee" providerId="LiveId" clId="{ABF0C4B7-C0C7-44CC-9AB7-E3D591726760}" dt="2020-02-05T10:27:54.697" v="23"/>
          <pc:sldLayoutMkLst>
            <pc:docMk/>
            <pc:sldMasterMk cId="0" sldId="2147483672"/>
            <pc:sldLayoutMk cId="0" sldId="2147483681"/>
          </pc:sldLayoutMkLst>
          <pc:spChg chg="mod">
            <ac:chgData name="Tom Hartley" userId="f9a9e95579b5c8ee" providerId="LiveId" clId="{ABF0C4B7-C0C7-44CC-9AB7-E3D591726760}" dt="2020-02-05T10:27:54.697" v="23"/>
            <ac:spMkLst>
              <pc:docMk/>
              <pc:sldMasterMk cId="0" sldId="2147483672"/>
              <pc:sldLayoutMk cId="0" sldId="2147483681"/>
              <ac:spMk id="2" creationId="{00000000-0000-0000-0000-000000000000}"/>
            </ac:spMkLst>
          </pc:spChg>
          <pc:spChg chg="mod">
            <ac:chgData name="Tom Hartley" userId="f9a9e95579b5c8ee" providerId="LiveId" clId="{ABF0C4B7-C0C7-44CC-9AB7-E3D591726760}" dt="2020-02-05T10:27:54.697" v="23"/>
            <ac:spMkLst>
              <pc:docMk/>
              <pc:sldMasterMk cId="0" sldId="2147483672"/>
              <pc:sldLayoutMk cId="0" sldId="2147483681"/>
              <ac:spMk id="3" creationId="{00000000-0000-0000-0000-000000000000}"/>
            </ac:spMkLst>
          </pc:spChg>
          <pc:spChg chg="mod">
            <ac:chgData name="Tom Hartley" userId="f9a9e95579b5c8ee" providerId="LiveId" clId="{ABF0C4B7-C0C7-44CC-9AB7-E3D591726760}" dt="2020-02-05T10:27:54.697" v="23"/>
            <ac:spMkLst>
              <pc:docMk/>
              <pc:sldMasterMk cId="0" sldId="2147483672"/>
              <pc:sldLayoutMk cId="0" sldId="2147483681"/>
              <ac:spMk id="4" creationId="{00000000-0000-0000-0000-000000000000}"/>
            </ac:spMkLst>
          </pc:spChg>
        </pc:sldLayoutChg>
        <pc:sldLayoutChg chg="modSp">
          <pc:chgData name="Tom Hartley" userId="f9a9e95579b5c8ee" providerId="LiveId" clId="{ABF0C4B7-C0C7-44CC-9AB7-E3D591726760}" dt="2020-02-05T10:27:54.697" v="23"/>
          <pc:sldLayoutMkLst>
            <pc:docMk/>
            <pc:sldMasterMk cId="0" sldId="2147483672"/>
            <pc:sldLayoutMk cId="0" sldId="2147483683"/>
          </pc:sldLayoutMkLst>
          <pc:spChg chg="mod">
            <ac:chgData name="Tom Hartley" userId="f9a9e95579b5c8ee" providerId="LiveId" clId="{ABF0C4B7-C0C7-44CC-9AB7-E3D591726760}" dt="2020-02-05T10:27:54.697" v="23"/>
            <ac:spMkLst>
              <pc:docMk/>
              <pc:sldMasterMk cId="0" sldId="2147483672"/>
              <pc:sldLayoutMk cId="0" sldId="2147483683"/>
              <ac:spMk id="2" creationId="{00000000-0000-0000-0000-000000000000}"/>
            </ac:spMkLst>
          </pc:spChg>
          <pc:spChg chg="mod">
            <ac:chgData name="Tom Hartley" userId="f9a9e95579b5c8ee" providerId="LiveId" clId="{ABF0C4B7-C0C7-44CC-9AB7-E3D591726760}" dt="2020-02-05T10:27:54.697" v="23"/>
            <ac:spMkLst>
              <pc:docMk/>
              <pc:sldMasterMk cId="0" sldId="2147483672"/>
              <pc:sldLayoutMk cId="0" sldId="2147483683"/>
              <ac:spMk id="3" creationId="{00000000-0000-0000-0000-000000000000}"/>
            </ac:spMkLst>
          </pc:spChg>
        </pc:sldLayoutChg>
      </pc:sldMasterChg>
    </pc:docChg>
  </pc:docChgLst>
  <pc:docChgLst>
    <pc:chgData name="Tom Hartley" userId="f9a9e95579b5c8ee" providerId="LiveId" clId="{47F2FBB1-C385-4A4F-A2DD-708FAF85D109}"/>
    <pc:docChg chg="undo custSel modSld">
      <pc:chgData name="Tom Hartley" userId="f9a9e95579b5c8ee" providerId="LiveId" clId="{47F2FBB1-C385-4A4F-A2DD-708FAF85D109}" dt="2022-10-26T16:54:02.164" v="4" actId="20577"/>
      <pc:docMkLst>
        <pc:docMk/>
      </pc:docMkLst>
      <pc:sldChg chg="delSp">
        <pc:chgData name="Tom Hartley" userId="f9a9e95579b5c8ee" providerId="LiveId" clId="{47F2FBB1-C385-4A4F-A2DD-708FAF85D109}" dt="2022-09-06T13:10:04.311" v="0" actId="478"/>
        <pc:sldMkLst>
          <pc:docMk/>
          <pc:sldMk cId="367599832" sldId="256"/>
        </pc:sldMkLst>
        <pc:picChg chg="del">
          <ac:chgData name="Tom Hartley" userId="f9a9e95579b5c8ee" providerId="LiveId" clId="{47F2FBB1-C385-4A4F-A2DD-708FAF85D109}" dt="2022-09-06T13:10:04.311" v="0" actId="478"/>
          <ac:picMkLst>
            <pc:docMk/>
            <pc:sldMk cId="367599832" sldId="256"/>
            <ac:picMk id="1026" creationId="{00000000-0000-0000-0000-000000000000}"/>
          </ac:picMkLst>
        </pc:picChg>
      </pc:sldChg>
      <pc:sldChg chg="modSp mod">
        <pc:chgData name="Tom Hartley" userId="f9a9e95579b5c8ee" providerId="LiveId" clId="{47F2FBB1-C385-4A4F-A2DD-708FAF85D109}" dt="2022-10-26T16:54:02.164" v="4" actId="20577"/>
        <pc:sldMkLst>
          <pc:docMk/>
          <pc:sldMk cId="2579396489" sldId="257"/>
        </pc:sldMkLst>
        <pc:spChg chg="mod">
          <ac:chgData name="Tom Hartley" userId="f9a9e95579b5c8ee" providerId="LiveId" clId="{47F2FBB1-C385-4A4F-A2DD-708FAF85D109}" dt="2022-10-26T16:54:02.164" v="4" actId="20577"/>
          <ac:spMkLst>
            <pc:docMk/>
            <pc:sldMk cId="2579396489" sldId="257"/>
            <ac:spMk id="3" creationId="{00000000-0000-0000-0000-000000000000}"/>
          </ac:spMkLst>
        </pc:spChg>
      </pc:sldChg>
    </pc:docChg>
  </pc:docChgLst>
  <pc:docChgLst>
    <pc:chgData name="Tom Hartley" userId="f9a9e95579b5c8ee" providerId="LiveId" clId="{82728E9A-8724-4B10-B7FF-EFF6222AE83F}"/>
    <pc:docChg chg="modSld">
      <pc:chgData name="Tom Hartley" userId="f9a9e95579b5c8ee" providerId="LiveId" clId="{82728E9A-8724-4B10-B7FF-EFF6222AE83F}" dt="2021-10-14T09:35:30.664" v="5" actId="20577"/>
      <pc:docMkLst>
        <pc:docMk/>
      </pc:docMkLst>
      <pc:sldChg chg="modSp mod">
        <pc:chgData name="Tom Hartley" userId="f9a9e95579b5c8ee" providerId="LiveId" clId="{82728E9A-8724-4B10-B7FF-EFF6222AE83F}" dt="2021-10-14T09:35:30.664" v="5" actId="20577"/>
        <pc:sldMkLst>
          <pc:docMk/>
          <pc:sldMk cId="917941094" sldId="456"/>
        </pc:sldMkLst>
        <pc:spChg chg="mod">
          <ac:chgData name="Tom Hartley" userId="f9a9e95579b5c8ee" providerId="LiveId" clId="{82728E9A-8724-4B10-B7FF-EFF6222AE83F}" dt="2021-10-14T09:35:30.664" v="5" actId="20577"/>
          <ac:spMkLst>
            <pc:docMk/>
            <pc:sldMk cId="917941094" sldId="456"/>
            <ac:spMk id="3" creationId="{AB6F057A-103D-4F9C-AA25-285581C66761}"/>
          </ac:spMkLst>
        </pc:spChg>
      </pc:sldChg>
    </pc:docChg>
  </pc:docChgLst>
  <pc:docChgLst>
    <pc:chgData name="Tom Hartley" userId="f9a9e95579b5c8ee" providerId="LiveId" clId="{D26CCDD3-6047-4C6F-93B4-0F52B7BA05C6}"/>
    <pc:docChg chg="undo redo custSel addSld delSld modSld sldOrd">
      <pc:chgData name="Tom Hartley" userId="f9a9e95579b5c8ee" providerId="LiveId" clId="{D26CCDD3-6047-4C6F-93B4-0F52B7BA05C6}" dt="2020-07-02T12:47:09.022" v="4340" actId="20577"/>
      <pc:docMkLst>
        <pc:docMk/>
      </pc:docMkLst>
      <pc:sldChg chg="modSp">
        <pc:chgData name="Tom Hartley" userId="f9a9e95579b5c8ee" providerId="LiveId" clId="{D26CCDD3-6047-4C6F-93B4-0F52B7BA05C6}" dt="2020-07-02T12:47:09.022" v="4340" actId="20577"/>
        <pc:sldMkLst>
          <pc:docMk/>
          <pc:sldMk cId="367599832" sldId="256"/>
        </pc:sldMkLst>
        <pc:spChg chg="mod">
          <ac:chgData name="Tom Hartley" userId="f9a9e95579b5c8ee" providerId="LiveId" clId="{D26CCDD3-6047-4C6F-93B4-0F52B7BA05C6}" dt="2020-07-02T12:47:09.022" v="4340" actId="20577"/>
          <ac:spMkLst>
            <pc:docMk/>
            <pc:sldMk cId="367599832" sldId="256"/>
            <ac:spMk id="7" creationId="{00000000-0000-0000-0000-000000000000}"/>
          </ac:spMkLst>
        </pc:spChg>
      </pc:sldChg>
      <pc:sldChg chg="modSp">
        <pc:chgData name="Tom Hartley" userId="f9a9e95579b5c8ee" providerId="LiveId" clId="{D26CCDD3-6047-4C6F-93B4-0F52B7BA05C6}" dt="2020-06-30T15:18:49.823" v="80" actId="20577"/>
        <pc:sldMkLst>
          <pc:docMk/>
          <pc:sldMk cId="2579396489" sldId="257"/>
        </pc:sldMkLst>
        <pc:spChg chg="mod">
          <ac:chgData name="Tom Hartley" userId="f9a9e95579b5c8ee" providerId="LiveId" clId="{D26CCDD3-6047-4C6F-93B4-0F52B7BA05C6}" dt="2020-06-30T15:18:49.823" v="80" actId="20577"/>
          <ac:spMkLst>
            <pc:docMk/>
            <pc:sldMk cId="2579396489" sldId="257"/>
            <ac:spMk id="3" creationId="{00000000-0000-0000-0000-000000000000}"/>
          </ac:spMkLst>
        </pc:spChg>
      </pc:sldChg>
      <pc:sldChg chg="modSp">
        <pc:chgData name="Tom Hartley" userId="f9a9e95579b5c8ee" providerId="LiveId" clId="{D26CCDD3-6047-4C6F-93B4-0F52B7BA05C6}" dt="2020-06-30T15:17:47.314" v="22" actId="20577"/>
        <pc:sldMkLst>
          <pc:docMk/>
          <pc:sldMk cId="648012297" sldId="258"/>
        </pc:sldMkLst>
        <pc:spChg chg="mod">
          <ac:chgData name="Tom Hartley" userId="f9a9e95579b5c8ee" providerId="LiveId" clId="{D26CCDD3-6047-4C6F-93B4-0F52B7BA05C6}" dt="2020-06-30T15:17:47.314" v="22" actId="20577"/>
          <ac:spMkLst>
            <pc:docMk/>
            <pc:sldMk cId="648012297" sldId="258"/>
            <ac:spMk id="3" creationId="{00000000-0000-0000-0000-000000000000}"/>
          </ac:spMkLst>
        </pc:spChg>
      </pc:sldChg>
      <pc:sldChg chg="del">
        <pc:chgData name="Tom Hartley" userId="f9a9e95579b5c8ee" providerId="LiveId" clId="{D26CCDD3-6047-4C6F-93B4-0F52B7BA05C6}" dt="2020-07-01T09:26:00.998" v="3334" actId="2696"/>
        <pc:sldMkLst>
          <pc:docMk/>
          <pc:sldMk cId="648012297" sldId="259"/>
        </pc:sldMkLst>
      </pc:sldChg>
      <pc:sldChg chg="addSp modSp ord">
        <pc:chgData name="Tom Hartley" userId="f9a9e95579b5c8ee" providerId="LiveId" clId="{D26CCDD3-6047-4C6F-93B4-0F52B7BA05C6}" dt="2020-06-30T15:25:56.138" v="87" actId="1076"/>
        <pc:sldMkLst>
          <pc:docMk/>
          <pc:sldMk cId="3414860155" sldId="260"/>
        </pc:sldMkLst>
        <pc:spChg chg="mod">
          <ac:chgData name="Tom Hartley" userId="f9a9e95579b5c8ee" providerId="LiveId" clId="{D26CCDD3-6047-4C6F-93B4-0F52B7BA05C6}" dt="2020-06-30T15:20:49.964" v="82" actId="20577"/>
          <ac:spMkLst>
            <pc:docMk/>
            <pc:sldMk cId="3414860155" sldId="260"/>
            <ac:spMk id="3" creationId="{00000000-0000-0000-0000-000000000000}"/>
          </ac:spMkLst>
        </pc:spChg>
        <pc:picChg chg="add mod">
          <ac:chgData name="Tom Hartley" userId="f9a9e95579b5c8ee" providerId="LiveId" clId="{D26CCDD3-6047-4C6F-93B4-0F52B7BA05C6}" dt="2020-06-30T15:25:56.138" v="87" actId="1076"/>
          <ac:picMkLst>
            <pc:docMk/>
            <pc:sldMk cId="3414860155" sldId="260"/>
            <ac:picMk id="4" creationId="{89125895-4B26-45F4-8B7C-5B1963EE1411}"/>
          </ac:picMkLst>
        </pc:picChg>
      </pc:sldChg>
      <pc:sldChg chg="del">
        <pc:chgData name="Tom Hartley" userId="f9a9e95579b5c8ee" providerId="LiveId" clId="{D26CCDD3-6047-4C6F-93B4-0F52B7BA05C6}" dt="2020-06-30T15:22:58.423" v="86" actId="2696"/>
        <pc:sldMkLst>
          <pc:docMk/>
          <pc:sldMk cId="2721602708" sldId="261"/>
        </pc:sldMkLst>
      </pc:sldChg>
      <pc:sldChg chg="modSp ord">
        <pc:chgData name="Tom Hartley" userId="f9a9e95579b5c8ee" providerId="LiveId" clId="{D26CCDD3-6047-4C6F-93B4-0F52B7BA05C6}" dt="2020-07-01T09:10:11.443" v="3015" actId="20577"/>
        <pc:sldMkLst>
          <pc:docMk/>
          <pc:sldMk cId="3517006666" sldId="262"/>
        </pc:sldMkLst>
        <pc:spChg chg="mod">
          <ac:chgData name="Tom Hartley" userId="f9a9e95579b5c8ee" providerId="LiveId" clId="{D26CCDD3-6047-4C6F-93B4-0F52B7BA05C6}" dt="2020-07-01T09:09:35.792" v="3014" actId="20577"/>
          <ac:spMkLst>
            <pc:docMk/>
            <pc:sldMk cId="3517006666" sldId="262"/>
            <ac:spMk id="2" creationId="{00000000-0000-0000-0000-000000000000}"/>
          </ac:spMkLst>
        </pc:spChg>
        <pc:spChg chg="mod">
          <ac:chgData name="Tom Hartley" userId="f9a9e95579b5c8ee" providerId="LiveId" clId="{D26CCDD3-6047-4C6F-93B4-0F52B7BA05C6}" dt="2020-07-01T09:10:11.443" v="3015" actId="20577"/>
          <ac:spMkLst>
            <pc:docMk/>
            <pc:sldMk cId="3517006666" sldId="262"/>
            <ac:spMk id="3" creationId="{00000000-0000-0000-0000-000000000000}"/>
          </ac:spMkLst>
        </pc:spChg>
      </pc:sldChg>
      <pc:sldChg chg="modSp del ord">
        <pc:chgData name="Tom Hartley" userId="f9a9e95579b5c8ee" providerId="LiveId" clId="{D26CCDD3-6047-4C6F-93B4-0F52B7BA05C6}" dt="2020-07-01T09:38:30.385" v="3357" actId="2696"/>
        <pc:sldMkLst>
          <pc:docMk/>
          <pc:sldMk cId="3667270965" sldId="263"/>
        </pc:sldMkLst>
        <pc:spChg chg="mod">
          <ac:chgData name="Tom Hartley" userId="f9a9e95579b5c8ee" providerId="LiveId" clId="{D26CCDD3-6047-4C6F-93B4-0F52B7BA05C6}" dt="2020-07-01T09:21:12.250" v="3278"/>
          <ac:spMkLst>
            <pc:docMk/>
            <pc:sldMk cId="3667270965" sldId="263"/>
            <ac:spMk id="2" creationId="{00000000-0000-0000-0000-000000000000}"/>
          </ac:spMkLst>
        </pc:spChg>
      </pc:sldChg>
      <pc:sldChg chg="modSp ord">
        <pc:chgData name="Tom Hartley" userId="f9a9e95579b5c8ee" providerId="LiveId" clId="{D26CCDD3-6047-4C6F-93B4-0F52B7BA05C6}" dt="2020-07-01T11:32:48.952" v="3603" actId="20577"/>
        <pc:sldMkLst>
          <pc:docMk/>
          <pc:sldMk cId="486126381" sldId="264"/>
        </pc:sldMkLst>
        <pc:spChg chg="mod">
          <ac:chgData name="Tom Hartley" userId="f9a9e95579b5c8ee" providerId="LiveId" clId="{D26CCDD3-6047-4C6F-93B4-0F52B7BA05C6}" dt="2020-07-01T11:32:48.952" v="3603" actId="20577"/>
          <ac:spMkLst>
            <pc:docMk/>
            <pc:sldMk cId="486126381" sldId="264"/>
            <ac:spMk id="2" creationId="{00000000-0000-0000-0000-000000000000}"/>
          </ac:spMkLst>
        </pc:spChg>
      </pc:sldChg>
      <pc:sldChg chg="modSp ord">
        <pc:chgData name="Tom Hartley" userId="f9a9e95579b5c8ee" providerId="LiveId" clId="{D26CCDD3-6047-4C6F-93B4-0F52B7BA05C6}" dt="2020-07-01T11:32:54.389" v="3605" actId="20577"/>
        <pc:sldMkLst>
          <pc:docMk/>
          <pc:sldMk cId="1951588060" sldId="265"/>
        </pc:sldMkLst>
        <pc:spChg chg="mod">
          <ac:chgData name="Tom Hartley" userId="f9a9e95579b5c8ee" providerId="LiveId" clId="{D26CCDD3-6047-4C6F-93B4-0F52B7BA05C6}" dt="2020-07-01T11:32:54.389" v="3605" actId="20577"/>
          <ac:spMkLst>
            <pc:docMk/>
            <pc:sldMk cId="1951588060" sldId="265"/>
            <ac:spMk id="2" creationId="{00000000-0000-0000-0000-000000000000}"/>
          </ac:spMkLst>
        </pc:spChg>
      </pc:sldChg>
      <pc:sldChg chg="del">
        <pc:chgData name="Tom Hartley" userId="f9a9e95579b5c8ee" providerId="LiveId" clId="{D26CCDD3-6047-4C6F-93B4-0F52B7BA05C6}" dt="2020-07-01T09:26:15" v="3335" actId="2696"/>
        <pc:sldMkLst>
          <pc:docMk/>
          <pc:sldMk cId="3523204629" sldId="266"/>
        </pc:sldMkLst>
      </pc:sldChg>
      <pc:sldChg chg="ord">
        <pc:chgData name="Tom Hartley" userId="f9a9e95579b5c8ee" providerId="LiveId" clId="{D26CCDD3-6047-4C6F-93B4-0F52B7BA05C6}" dt="2020-07-01T11:34:32.653" v="3606"/>
        <pc:sldMkLst>
          <pc:docMk/>
          <pc:sldMk cId="2382836258" sldId="267"/>
        </pc:sldMkLst>
      </pc:sldChg>
      <pc:sldChg chg="del ord">
        <pc:chgData name="Tom Hartley" userId="f9a9e95579b5c8ee" providerId="LiveId" clId="{D26CCDD3-6047-4C6F-93B4-0F52B7BA05C6}" dt="2020-07-01T09:44:55.459" v="3412" actId="2696"/>
        <pc:sldMkLst>
          <pc:docMk/>
          <pc:sldMk cId="2762540071" sldId="268"/>
        </pc:sldMkLst>
      </pc:sldChg>
      <pc:sldChg chg="del ord">
        <pc:chgData name="Tom Hartley" userId="f9a9e95579b5c8ee" providerId="LiveId" clId="{D26CCDD3-6047-4C6F-93B4-0F52B7BA05C6}" dt="2020-07-01T11:16:48.351" v="3431" actId="2696"/>
        <pc:sldMkLst>
          <pc:docMk/>
          <pc:sldMk cId="1423104099" sldId="269"/>
        </pc:sldMkLst>
      </pc:sldChg>
      <pc:sldChg chg="del ord">
        <pc:chgData name="Tom Hartley" userId="f9a9e95579b5c8ee" providerId="LiveId" clId="{D26CCDD3-6047-4C6F-93B4-0F52B7BA05C6}" dt="2020-07-01T11:17:38.872" v="3439" actId="2696"/>
        <pc:sldMkLst>
          <pc:docMk/>
          <pc:sldMk cId="3896552841" sldId="270"/>
        </pc:sldMkLst>
      </pc:sldChg>
      <pc:sldChg chg="del ord">
        <pc:chgData name="Tom Hartley" userId="f9a9e95579b5c8ee" providerId="LiveId" clId="{D26CCDD3-6047-4C6F-93B4-0F52B7BA05C6}" dt="2020-07-01T11:18:45.313" v="3451" actId="2696"/>
        <pc:sldMkLst>
          <pc:docMk/>
          <pc:sldMk cId="2795449355" sldId="271"/>
        </pc:sldMkLst>
      </pc:sldChg>
      <pc:sldChg chg="del ord">
        <pc:chgData name="Tom Hartley" userId="f9a9e95579b5c8ee" providerId="LiveId" clId="{D26CCDD3-6047-4C6F-93B4-0F52B7BA05C6}" dt="2020-07-01T11:21:45.929" v="3485" actId="2696"/>
        <pc:sldMkLst>
          <pc:docMk/>
          <pc:sldMk cId="4269564189" sldId="273"/>
        </pc:sldMkLst>
      </pc:sldChg>
      <pc:sldChg chg="del ord">
        <pc:chgData name="Tom Hartley" userId="f9a9e95579b5c8ee" providerId="LiveId" clId="{D26CCDD3-6047-4C6F-93B4-0F52B7BA05C6}" dt="2020-07-01T11:24:57.483" v="3505" actId="2696"/>
        <pc:sldMkLst>
          <pc:docMk/>
          <pc:sldMk cId="4107203413" sldId="274"/>
        </pc:sldMkLst>
      </pc:sldChg>
      <pc:sldChg chg="add del ord">
        <pc:chgData name="Tom Hartley" userId="f9a9e95579b5c8ee" providerId="LiveId" clId="{D26CCDD3-6047-4C6F-93B4-0F52B7BA05C6}" dt="2020-07-01T11:29:15.571" v="3568" actId="2696"/>
        <pc:sldMkLst>
          <pc:docMk/>
          <pc:sldMk cId="2053485936" sldId="275"/>
        </pc:sldMkLst>
      </pc:sldChg>
      <pc:sldChg chg="del ord">
        <pc:chgData name="Tom Hartley" userId="f9a9e95579b5c8ee" providerId="LiveId" clId="{D26CCDD3-6047-4C6F-93B4-0F52B7BA05C6}" dt="2020-07-01T11:31:08.907" v="3599" actId="2696"/>
        <pc:sldMkLst>
          <pc:docMk/>
          <pc:sldMk cId="1149636725" sldId="276"/>
        </pc:sldMkLst>
      </pc:sldChg>
      <pc:sldChg chg="ord">
        <pc:chgData name="Tom Hartley" userId="f9a9e95579b5c8ee" providerId="LiveId" clId="{D26CCDD3-6047-4C6F-93B4-0F52B7BA05C6}" dt="2020-07-01T11:35:41.178" v="3607"/>
        <pc:sldMkLst>
          <pc:docMk/>
          <pc:sldMk cId="4160200782" sldId="277"/>
        </pc:sldMkLst>
      </pc:sldChg>
      <pc:sldChg chg="ord">
        <pc:chgData name="Tom Hartley" userId="f9a9e95579b5c8ee" providerId="LiveId" clId="{D26CCDD3-6047-4C6F-93B4-0F52B7BA05C6}" dt="2020-07-01T11:36:12.306" v="3608"/>
        <pc:sldMkLst>
          <pc:docMk/>
          <pc:sldMk cId="3968920507" sldId="278"/>
        </pc:sldMkLst>
      </pc:sldChg>
      <pc:sldChg chg="ord">
        <pc:chgData name="Tom Hartley" userId="f9a9e95579b5c8ee" providerId="LiveId" clId="{D26CCDD3-6047-4C6F-93B4-0F52B7BA05C6}" dt="2020-07-01T11:36:43.864" v="3609"/>
        <pc:sldMkLst>
          <pc:docMk/>
          <pc:sldMk cId="1609110315" sldId="279"/>
        </pc:sldMkLst>
      </pc:sldChg>
      <pc:sldChg chg="modSp ord">
        <pc:chgData name="Tom Hartley" userId="f9a9e95579b5c8ee" providerId="LiveId" clId="{D26CCDD3-6047-4C6F-93B4-0F52B7BA05C6}" dt="2020-07-01T11:38:52.227" v="3657"/>
        <pc:sldMkLst>
          <pc:docMk/>
          <pc:sldMk cId="902729275" sldId="280"/>
        </pc:sldMkLst>
        <pc:spChg chg="mod">
          <ac:chgData name="Tom Hartley" userId="f9a9e95579b5c8ee" providerId="LiveId" clId="{D26CCDD3-6047-4C6F-93B4-0F52B7BA05C6}" dt="2020-07-01T11:38:32.473" v="3656" actId="113"/>
          <ac:spMkLst>
            <pc:docMk/>
            <pc:sldMk cId="902729275" sldId="280"/>
            <ac:spMk id="3" creationId="{00000000-0000-0000-0000-000000000000}"/>
          </ac:spMkLst>
        </pc:spChg>
      </pc:sldChg>
      <pc:sldChg chg="addSp delSp modSp ord">
        <pc:chgData name="Tom Hartley" userId="f9a9e95579b5c8ee" providerId="LiveId" clId="{D26CCDD3-6047-4C6F-93B4-0F52B7BA05C6}" dt="2020-07-01T12:50:43.336" v="3912" actId="20577"/>
        <pc:sldMkLst>
          <pc:docMk/>
          <pc:sldMk cId="675176383" sldId="281"/>
        </pc:sldMkLst>
        <pc:spChg chg="mod">
          <ac:chgData name="Tom Hartley" userId="f9a9e95579b5c8ee" providerId="LiveId" clId="{D26CCDD3-6047-4C6F-93B4-0F52B7BA05C6}" dt="2020-07-01T11:45:52.722" v="3689" actId="27636"/>
          <ac:spMkLst>
            <pc:docMk/>
            <pc:sldMk cId="675176383" sldId="281"/>
            <ac:spMk id="2" creationId="{00000000-0000-0000-0000-000000000000}"/>
          </ac:spMkLst>
        </pc:spChg>
        <pc:spChg chg="mod">
          <ac:chgData name="Tom Hartley" userId="f9a9e95579b5c8ee" providerId="LiveId" clId="{D26CCDD3-6047-4C6F-93B4-0F52B7BA05C6}" dt="2020-07-01T12:50:43.336" v="3912" actId="20577"/>
          <ac:spMkLst>
            <pc:docMk/>
            <pc:sldMk cId="675176383" sldId="281"/>
            <ac:spMk id="3" creationId="{00000000-0000-0000-0000-000000000000}"/>
          </ac:spMkLst>
        </pc:spChg>
        <pc:spChg chg="add mod">
          <ac:chgData name="Tom Hartley" userId="f9a9e95579b5c8ee" providerId="LiveId" clId="{D26CCDD3-6047-4C6F-93B4-0F52B7BA05C6}" dt="2020-07-01T11:53:11.586" v="3785" actId="1076"/>
          <ac:spMkLst>
            <pc:docMk/>
            <pc:sldMk cId="675176383" sldId="281"/>
            <ac:spMk id="6" creationId="{AE5188F4-4C3B-4DF1-A101-043C18CA2D2C}"/>
          </ac:spMkLst>
        </pc:spChg>
        <pc:spChg chg="add mod">
          <ac:chgData name="Tom Hartley" userId="f9a9e95579b5c8ee" providerId="LiveId" clId="{D26CCDD3-6047-4C6F-93B4-0F52B7BA05C6}" dt="2020-07-01T11:53:11.586" v="3785" actId="1076"/>
          <ac:spMkLst>
            <pc:docMk/>
            <pc:sldMk cId="675176383" sldId="281"/>
            <ac:spMk id="7" creationId="{AA89C48F-BF5D-4631-B9F3-BCD094ED7732}"/>
          </ac:spMkLst>
        </pc:spChg>
        <pc:picChg chg="add del mod">
          <ac:chgData name="Tom Hartley" userId="f9a9e95579b5c8ee" providerId="LiveId" clId="{D26CCDD3-6047-4C6F-93B4-0F52B7BA05C6}" dt="2020-07-01T11:51:42.183" v="3762"/>
          <ac:picMkLst>
            <pc:docMk/>
            <pc:sldMk cId="675176383" sldId="281"/>
            <ac:picMk id="4" creationId="{9B4D68A2-30D0-4814-9785-5D0806AC1DF1}"/>
          </ac:picMkLst>
        </pc:picChg>
        <pc:picChg chg="add del mod">
          <ac:chgData name="Tom Hartley" userId="f9a9e95579b5c8ee" providerId="LiveId" clId="{D26CCDD3-6047-4C6F-93B4-0F52B7BA05C6}" dt="2020-07-01T11:51:28.107" v="3756" actId="478"/>
          <ac:picMkLst>
            <pc:docMk/>
            <pc:sldMk cId="675176383" sldId="281"/>
            <ac:picMk id="8" creationId="{632C8341-58F1-41ED-98E8-4685D15B384B}"/>
          </ac:picMkLst>
        </pc:picChg>
        <pc:picChg chg="add del mod">
          <ac:chgData name="Tom Hartley" userId="f9a9e95579b5c8ee" providerId="LiveId" clId="{D26CCDD3-6047-4C6F-93B4-0F52B7BA05C6}" dt="2020-07-01T11:52:43.633" v="3776" actId="478"/>
          <ac:picMkLst>
            <pc:docMk/>
            <pc:sldMk cId="675176383" sldId="281"/>
            <ac:picMk id="2050" creationId="{4355A099-9AD6-4652-A8B4-F8AEDF1B0A77}"/>
          </ac:picMkLst>
        </pc:picChg>
        <pc:picChg chg="add mod">
          <ac:chgData name="Tom Hartley" userId="f9a9e95579b5c8ee" providerId="LiveId" clId="{D26CCDD3-6047-4C6F-93B4-0F52B7BA05C6}" dt="2020-07-01T11:53:11.586" v="3785" actId="1076"/>
          <ac:picMkLst>
            <pc:docMk/>
            <pc:sldMk cId="675176383" sldId="281"/>
            <ac:picMk id="2052" creationId="{E406DB30-8271-4758-827D-58A8545B7642}"/>
          </ac:picMkLst>
        </pc:picChg>
      </pc:sldChg>
      <pc:sldChg chg="ord">
        <pc:chgData name="Tom Hartley" userId="f9a9e95579b5c8ee" providerId="LiveId" clId="{D26CCDD3-6047-4C6F-93B4-0F52B7BA05C6}" dt="2020-07-01T11:46:08.224" v="3690"/>
        <pc:sldMkLst>
          <pc:docMk/>
          <pc:sldMk cId="3984578066" sldId="315"/>
        </pc:sldMkLst>
      </pc:sldChg>
      <pc:sldChg chg="modSp ord">
        <pc:chgData name="Tom Hartley" userId="f9a9e95579b5c8ee" providerId="LiveId" clId="{D26CCDD3-6047-4C6F-93B4-0F52B7BA05C6}" dt="2020-07-01T14:13:34.709" v="4062" actId="20577"/>
        <pc:sldMkLst>
          <pc:docMk/>
          <pc:sldMk cId="3707045471" sldId="316"/>
        </pc:sldMkLst>
        <pc:spChg chg="mod">
          <ac:chgData name="Tom Hartley" userId="f9a9e95579b5c8ee" providerId="LiveId" clId="{D26CCDD3-6047-4C6F-93B4-0F52B7BA05C6}" dt="2020-07-01T14:13:34.709" v="4062" actId="20577"/>
          <ac:spMkLst>
            <pc:docMk/>
            <pc:sldMk cId="3707045471" sldId="316"/>
            <ac:spMk id="3" creationId="{00000000-0000-0000-0000-000000000000}"/>
          </ac:spMkLst>
        </pc:spChg>
      </pc:sldChg>
      <pc:sldChg chg="del ord">
        <pc:chgData name="Tom Hartley" userId="f9a9e95579b5c8ee" providerId="LiveId" clId="{D26CCDD3-6047-4C6F-93B4-0F52B7BA05C6}" dt="2020-07-01T11:20:13.806" v="3465" actId="2696"/>
        <pc:sldMkLst>
          <pc:docMk/>
          <pc:sldMk cId="854298810" sldId="317"/>
        </pc:sldMkLst>
      </pc:sldChg>
      <pc:sldChg chg="addSp modSp add">
        <pc:chgData name="Tom Hartley" userId="f9a9e95579b5c8ee" providerId="LiveId" clId="{D26CCDD3-6047-4C6F-93B4-0F52B7BA05C6}" dt="2020-06-30T15:41:43.968" v="310" actId="122"/>
        <pc:sldMkLst>
          <pc:docMk/>
          <pc:sldMk cId="2411874736" sldId="318"/>
        </pc:sldMkLst>
        <pc:spChg chg="mod">
          <ac:chgData name="Tom Hartley" userId="f9a9e95579b5c8ee" providerId="LiveId" clId="{D26CCDD3-6047-4C6F-93B4-0F52B7BA05C6}" dt="2020-06-30T15:28:58.097" v="181" actId="20577"/>
          <ac:spMkLst>
            <pc:docMk/>
            <pc:sldMk cId="2411874736" sldId="318"/>
            <ac:spMk id="2" creationId="{1E059201-0069-4A5F-9461-9C8173677F54}"/>
          </ac:spMkLst>
        </pc:spChg>
        <pc:spChg chg="mod">
          <ac:chgData name="Tom Hartley" userId="f9a9e95579b5c8ee" providerId="LiveId" clId="{D26CCDD3-6047-4C6F-93B4-0F52B7BA05C6}" dt="2020-06-30T15:41:08.817" v="305" actId="113"/>
          <ac:spMkLst>
            <pc:docMk/>
            <pc:sldMk cId="2411874736" sldId="318"/>
            <ac:spMk id="3" creationId="{36BB5BFD-6BEB-45E1-A5CC-7E1AB9B9E20A}"/>
          </ac:spMkLst>
        </pc:spChg>
        <pc:spChg chg="add mod">
          <ac:chgData name="Tom Hartley" userId="f9a9e95579b5c8ee" providerId="LiveId" clId="{D26CCDD3-6047-4C6F-93B4-0F52B7BA05C6}" dt="2020-06-30T15:40:34.746" v="304" actId="1076"/>
          <ac:spMkLst>
            <pc:docMk/>
            <pc:sldMk cId="2411874736" sldId="318"/>
            <ac:spMk id="4" creationId="{45C35F57-CD06-4139-A609-B63E27FABF41}"/>
          </ac:spMkLst>
        </pc:spChg>
        <pc:spChg chg="add mod">
          <ac:chgData name="Tom Hartley" userId="f9a9e95579b5c8ee" providerId="LiveId" clId="{D26CCDD3-6047-4C6F-93B4-0F52B7BA05C6}" dt="2020-06-30T15:40:23.361" v="300" actId="121"/>
          <ac:spMkLst>
            <pc:docMk/>
            <pc:sldMk cId="2411874736" sldId="318"/>
            <ac:spMk id="5" creationId="{7297EFE8-1EB1-413A-B3C1-EA81A6323AC1}"/>
          </ac:spMkLst>
        </pc:spChg>
        <pc:spChg chg="add mod">
          <ac:chgData name="Tom Hartley" userId="f9a9e95579b5c8ee" providerId="LiveId" clId="{D26CCDD3-6047-4C6F-93B4-0F52B7BA05C6}" dt="2020-06-30T15:41:43.968" v="310" actId="122"/>
          <ac:spMkLst>
            <pc:docMk/>
            <pc:sldMk cId="2411874736" sldId="318"/>
            <ac:spMk id="8" creationId="{E3450652-9F82-4776-8514-FA2301F8A981}"/>
          </ac:spMkLst>
        </pc:spChg>
        <pc:picChg chg="add mod">
          <ac:chgData name="Tom Hartley" userId="f9a9e95579b5c8ee" providerId="LiveId" clId="{D26CCDD3-6047-4C6F-93B4-0F52B7BA05C6}" dt="2020-06-30T15:40:13.089" v="296" actId="1076"/>
          <ac:picMkLst>
            <pc:docMk/>
            <pc:sldMk cId="2411874736" sldId="318"/>
            <ac:picMk id="7" creationId="{7876E803-B2C5-4428-81F8-FD3E0A38FE22}"/>
          </ac:picMkLst>
        </pc:picChg>
      </pc:sldChg>
      <pc:sldChg chg="addSp modSp add">
        <pc:chgData name="Tom Hartley" userId="f9a9e95579b5c8ee" providerId="LiveId" clId="{D26CCDD3-6047-4C6F-93B4-0F52B7BA05C6}" dt="2020-06-30T16:05:15.139" v="1203" actId="15"/>
        <pc:sldMkLst>
          <pc:docMk/>
          <pc:sldMk cId="2193551860" sldId="319"/>
        </pc:sldMkLst>
        <pc:spChg chg="mod">
          <ac:chgData name="Tom Hartley" userId="f9a9e95579b5c8ee" providerId="LiveId" clId="{D26CCDD3-6047-4C6F-93B4-0F52B7BA05C6}" dt="2020-06-30T15:49:12.494" v="566" actId="20577"/>
          <ac:spMkLst>
            <pc:docMk/>
            <pc:sldMk cId="2193551860" sldId="319"/>
            <ac:spMk id="2" creationId="{5481ADBE-5FC1-4489-A55F-EBA04F13EB56}"/>
          </ac:spMkLst>
        </pc:spChg>
        <pc:spChg chg="mod">
          <ac:chgData name="Tom Hartley" userId="f9a9e95579b5c8ee" providerId="LiveId" clId="{D26CCDD3-6047-4C6F-93B4-0F52B7BA05C6}" dt="2020-06-30T16:05:15.139" v="1203" actId="15"/>
          <ac:spMkLst>
            <pc:docMk/>
            <pc:sldMk cId="2193551860" sldId="319"/>
            <ac:spMk id="3" creationId="{E3312E5A-49D3-49EC-A69A-EDAD6AD7443D}"/>
          </ac:spMkLst>
        </pc:spChg>
        <pc:picChg chg="add mod">
          <ac:chgData name="Tom Hartley" userId="f9a9e95579b5c8ee" providerId="LiveId" clId="{D26CCDD3-6047-4C6F-93B4-0F52B7BA05C6}" dt="2020-06-30T16:04:06.862" v="1131" actId="1076"/>
          <ac:picMkLst>
            <pc:docMk/>
            <pc:sldMk cId="2193551860" sldId="319"/>
            <ac:picMk id="4" creationId="{C06EE575-FB5A-474D-B926-902C9F7CD290}"/>
          </ac:picMkLst>
        </pc:picChg>
      </pc:sldChg>
      <pc:sldChg chg="addSp modSp add">
        <pc:chgData name="Tom Hartley" userId="f9a9e95579b5c8ee" providerId="LiveId" clId="{D26CCDD3-6047-4C6F-93B4-0F52B7BA05C6}" dt="2020-06-30T16:04:08.803" v="1132"/>
        <pc:sldMkLst>
          <pc:docMk/>
          <pc:sldMk cId="264367718" sldId="320"/>
        </pc:sldMkLst>
        <pc:spChg chg="mod">
          <ac:chgData name="Tom Hartley" userId="f9a9e95579b5c8ee" providerId="LiveId" clId="{D26CCDD3-6047-4C6F-93B4-0F52B7BA05C6}" dt="2020-06-30T15:52:41.107" v="665" actId="20577"/>
          <ac:spMkLst>
            <pc:docMk/>
            <pc:sldMk cId="264367718" sldId="320"/>
            <ac:spMk id="2" creationId="{4CAA7628-9833-4B19-AD04-3567AD0B9061}"/>
          </ac:spMkLst>
        </pc:spChg>
        <pc:spChg chg="mod">
          <ac:chgData name="Tom Hartley" userId="f9a9e95579b5c8ee" providerId="LiveId" clId="{D26CCDD3-6047-4C6F-93B4-0F52B7BA05C6}" dt="2020-06-30T15:54:02.846" v="764" actId="115"/>
          <ac:spMkLst>
            <pc:docMk/>
            <pc:sldMk cId="264367718" sldId="320"/>
            <ac:spMk id="3" creationId="{A76687A9-A648-403F-8CFB-F3D3FC3A0AFF}"/>
          </ac:spMkLst>
        </pc:spChg>
        <pc:picChg chg="add">
          <ac:chgData name="Tom Hartley" userId="f9a9e95579b5c8ee" providerId="LiveId" clId="{D26CCDD3-6047-4C6F-93B4-0F52B7BA05C6}" dt="2020-06-30T16:04:08.803" v="1132"/>
          <ac:picMkLst>
            <pc:docMk/>
            <pc:sldMk cId="264367718" sldId="320"/>
            <ac:picMk id="4" creationId="{73982F4F-1981-46E0-A03D-8C4A98B2236E}"/>
          </ac:picMkLst>
        </pc:picChg>
      </pc:sldChg>
      <pc:sldChg chg="addSp delSp modSp add">
        <pc:chgData name="Tom Hartley" userId="f9a9e95579b5c8ee" providerId="LiveId" clId="{D26CCDD3-6047-4C6F-93B4-0F52B7BA05C6}" dt="2020-06-30T16:28:57.577" v="2270" actId="1076"/>
        <pc:sldMkLst>
          <pc:docMk/>
          <pc:sldMk cId="345992310" sldId="321"/>
        </pc:sldMkLst>
        <pc:spChg chg="mod">
          <ac:chgData name="Tom Hartley" userId="f9a9e95579b5c8ee" providerId="LiveId" clId="{D26CCDD3-6047-4C6F-93B4-0F52B7BA05C6}" dt="2020-06-30T16:09:11.036" v="1545" actId="20577"/>
          <ac:spMkLst>
            <pc:docMk/>
            <pc:sldMk cId="345992310" sldId="321"/>
            <ac:spMk id="2" creationId="{543395EC-F5B5-4289-B8B9-1398AA092744}"/>
          </ac:spMkLst>
        </pc:spChg>
        <pc:spChg chg="add mod">
          <ac:chgData name="Tom Hartley" userId="f9a9e95579b5c8ee" providerId="LiveId" clId="{D26CCDD3-6047-4C6F-93B4-0F52B7BA05C6}" dt="2020-06-30T16:28:57.577" v="2270" actId="1076"/>
          <ac:spMkLst>
            <pc:docMk/>
            <pc:sldMk cId="345992310" sldId="321"/>
            <ac:spMk id="6" creationId="{1C2F439F-259B-423F-840E-B864D0B616B7}"/>
          </ac:spMkLst>
        </pc:spChg>
        <pc:picChg chg="add del">
          <ac:chgData name="Tom Hartley" userId="f9a9e95579b5c8ee" providerId="LiveId" clId="{D26CCDD3-6047-4C6F-93B4-0F52B7BA05C6}" dt="2020-06-30T16:11:24.681" v="1547"/>
          <ac:picMkLst>
            <pc:docMk/>
            <pc:sldMk cId="345992310" sldId="321"/>
            <ac:picMk id="4" creationId="{B5FDCD04-C20B-44E6-995B-F53D210D3115}"/>
          </ac:picMkLst>
        </pc:picChg>
        <pc:picChg chg="add mod">
          <ac:chgData name="Tom Hartley" userId="f9a9e95579b5c8ee" providerId="LiveId" clId="{D26CCDD3-6047-4C6F-93B4-0F52B7BA05C6}" dt="2020-06-30T16:12:05.071" v="1553" actId="692"/>
          <ac:picMkLst>
            <pc:docMk/>
            <pc:sldMk cId="345992310" sldId="321"/>
            <ac:picMk id="5" creationId="{9A048AF1-2262-400A-81CE-0E5A014BB507}"/>
          </ac:picMkLst>
        </pc:picChg>
      </pc:sldChg>
      <pc:sldChg chg="addSp delSp modSp add">
        <pc:chgData name="Tom Hartley" userId="f9a9e95579b5c8ee" providerId="LiveId" clId="{D26CCDD3-6047-4C6F-93B4-0F52B7BA05C6}" dt="2020-06-30T15:48:51.393" v="553" actId="20577"/>
        <pc:sldMkLst>
          <pc:docMk/>
          <pc:sldMk cId="889026999" sldId="322"/>
        </pc:sldMkLst>
        <pc:spChg chg="mod">
          <ac:chgData name="Tom Hartley" userId="f9a9e95579b5c8ee" providerId="LiveId" clId="{D26CCDD3-6047-4C6F-93B4-0F52B7BA05C6}" dt="2020-06-30T15:48:51.393" v="553" actId="20577"/>
          <ac:spMkLst>
            <pc:docMk/>
            <pc:sldMk cId="889026999" sldId="322"/>
            <ac:spMk id="2" creationId="{F1122056-2FEF-4001-939F-629641CE48E9}"/>
          </ac:spMkLst>
        </pc:spChg>
        <pc:spChg chg="mod">
          <ac:chgData name="Tom Hartley" userId="f9a9e95579b5c8ee" providerId="LiveId" clId="{D26CCDD3-6047-4C6F-93B4-0F52B7BA05C6}" dt="2020-06-30T15:48:27.494" v="550" actId="20577"/>
          <ac:spMkLst>
            <pc:docMk/>
            <pc:sldMk cId="889026999" sldId="322"/>
            <ac:spMk id="3" creationId="{B380AB76-9D9B-4445-ADB1-064AF836CF2F}"/>
          </ac:spMkLst>
        </pc:spChg>
        <pc:picChg chg="del">
          <ac:chgData name="Tom Hartley" userId="f9a9e95579b5c8ee" providerId="LiveId" clId="{D26CCDD3-6047-4C6F-93B4-0F52B7BA05C6}" dt="2020-06-30T15:45:34.223" v="316"/>
          <ac:picMkLst>
            <pc:docMk/>
            <pc:sldMk cId="889026999" sldId="322"/>
            <ac:picMk id="4" creationId="{0F38DBF4-AA59-4175-A38F-DC66F653EEC7}"/>
          </ac:picMkLst>
        </pc:picChg>
        <pc:picChg chg="add mod">
          <ac:chgData name="Tom Hartley" userId="f9a9e95579b5c8ee" providerId="LiveId" clId="{D26CCDD3-6047-4C6F-93B4-0F52B7BA05C6}" dt="2020-06-30T15:46:16.702" v="376" actId="1076"/>
          <ac:picMkLst>
            <pc:docMk/>
            <pc:sldMk cId="889026999" sldId="322"/>
            <ac:picMk id="5" creationId="{C4EA030E-ED5E-4886-AE46-8571324F227F}"/>
          </ac:picMkLst>
        </pc:picChg>
      </pc:sldChg>
      <pc:sldChg chg="addSp modSp add">
        <pc:chgData name="Tom Hartley" userId="f9a9e95579b5c8ee" providerId="LiveId" clId="{D26CCDD3-6047-4C6F-93B4-0F52B7BA05C6}" dt="2020-06-30T16:04:51.257" v="1196" actId="207"/>
        <pc:sldMkLst>
          <pc:docMk/>
          <pc:sldMk cId="936772008" sldId="323"/>
        </pc:sldMkLst>
        <pc:spChg chg="mod">
          <ac:chgData name="Tom Hartley" userId="f9a9e95579b5c8ee" providerId="LiveId" clId="{D26CCDD3-6047-4C6F-93B4-0F52B7BA05C6}" dt="2020-06-30T15:55:10.900" v="776"/>
          <ac:spMkLst>
            <pc:docMk/>
            <pc:sldMk cId="936772008" sldId="323"/>
            <ac:spMk id="2" creationId="{77EDF00D-1FFB-48DC-BBC2-0AD796E99EED}"/>
          </ac:spMkLst>
        </pc:spChg>
        <pc:spChg chg="mod">
          <ac:chgData name="Tom Hartley" userId="f9a9e95579b5c8ee" providerId="LiveId" clId="{D26CCDD3-6047-4C6F-93B4-0F52B7BA05C6}" dt="2020-06-30T16:04:51.257" v="1196" actId="207"/>
          <ac:spMkLst>
            <pc:docMk/>
            <pc:sldMk cId="936772008" sldId="323"/>
            <ac:spMk id="3" creationId="{99B2621F-9DA1-4CB5-99BE-7CC78F958119}"/>
          </ac:spMkLst>
        </pc:spChg>
        <pc:picChg chg="add mod">
          <ac:chgData name="Tom Hartley" userId="f9a9e95579b5c8ee" providerId="LiveId" clId="{D26CCDD3-6047-4C6F-93B4-0F52B7BA05C6}" dt="2020-06-30T16:03:50.584" v="1127" actId="1076"/>
          <ac:picMkLst>
            <pc:docMk/>
            <pc:sldMk cId="936772008" sldId="323"/>
            <ac:picMk id="1026" creationId="{D4786D6D-92D4-48CA-B3A7-87127E030EFC}"/>
          </ac:picMkLst>
        </pc:picChg>
      </pc:sldChg>
      <pc:sldChg chg="modSp add">
        <pc:chgData name="Tom Hartley" userId="f9a9e95579b5c8ee" providerId="LiveId" clId="{D26CCDD3-6047-4C6F-93B4-0F52B7BA05C6}" dt="2020-06-30T16:08:52.885" v="1533" actId="27636"/>
        <pc:sldMkLst>
          <pc:docMk/>
          <pc:sldMk cId="4057035496" sldId="324"/>
        </pc:sldMkLst>
        <pc:spChg chg="mod">
          <ac:chgData name="Tom Hartley" userId="f9a9e95579b5c8ee" providerId="LiveId" clId="{D26CCDD3-6047-4C6F-93B4-0F52B7BA05C6}" dt="2020-06-30T16:04:22.511" v="1150" actId="20577"/>
          <ac:spMkLst>
            <pc:docMk/>
            <pc:sldMk cId="4057035496" sldId="324"/>
            <ac:spMk id="2" creationId="{E46E764B-4FA6-4C29-8EF0-B7536D544E3F}"/>
          </ac:spMkLst>
        </pc:spChg>
        <pc:spChg chg="mod">
          <ac:chgData name="Tom Hartley" userId="f9a9e95579b5c8ee" providerId="LiveId" clId="{D26CCDD3-6047-4C6F-93B4-0F52B7BA05C6}" dt="2020-06-30T16:08:52.885" v="1533" actId="27636"/>
          <ac:spMkLst>
            <pc:docMk/>
            <pc:sldMk cId="4057035496" sldId="324"/>
            <ac:spMk id="3" creationId="{B4A44A97-95EB-4ED7-8134-0D908598D237}"/>
          </ac:spMkLst>
        </pc:spChg>
      </pc:sldChg>
      <pc:sldChg chg="addSp delSp modSp add">
        <pc:chgData name="Tom Hartley" userId="f9a9e95579b5c8ee" providerId="LiveId" clId="{D26CCDD3-6047-4C6F-93B4-0F52B7BA05C6}" dt="2020-06-30T16:17:05.892" v="1741" actId="114"/>
        <pc:sldMkLst>
          <pc:docMk/>
          <pc:sldMk cId="2254380368" sldId="325"/>
        </pc:sldMkLst>
        <pc:spChg chg="mod">
          <ac:chgData name="Tom Hartley" userId="f9a9e95579b5c8ee" providerId="LiveId" clId="{D26CCDD3-6047-4C6F-93B4-0F52B7BA05C6}" dt="2020-06-30T16:12:33.623" v="1554"/>
          <ac:spMkLst>
            <pc:docMk/>
            <pc:sldMk cId="2254380368" sldId="325"/>
            <ac:spMk id="2" creationId="{543395EC-F5B5-4289-B8B9-1398AA092744}"/>
          </ac:spMkLst>
        </pc:spChg>
        <pc:spChg chg="mod">
          <ac:chgData name="Tom Hartley" userId="f9a9e95579b5c8ee" providerId="LiveId" clId="{D26CCDD3-6047-4C6F-93B4-0F52B7BA05C6}" dt="2020-06-30T16:17:05.892" v="1741" actId="114"/>
          <ac:spMkLst>
            <pc:docMk/>
            <pc:sldMk cId="2254380368" sldId="325"/>
            <ac:spMk id="3" creationId="{EF740BC3-1BB5-463C-8BFD-79F3EF45C571}"/>
          </ac:spMkLst>
        </pc:spChg>
        <pc:picChg chg="add del mod">
          <ac:chgData name="Tom Hartley" userId="f9a9e95579b5c8ee" providerId="LiveId" clId="{D26CCDD3-6047-4C6F-93B4-0F52B7BA05C6}" dt="2020-06-30T16:16:29.103" v="1669"/>
          <ac:picMkLst>
            <pc:docMk/>
            <pc:sldMk cId="2254380368" sldId="325"/>
            <ac:picMk id="4" creationId="{D8F1EADE-4D1F-4A29-BB02-CC1D925984CE}"/>
          </ac:picMkLst>
        </pc:picChg>
      </pc:sldChg>
      <pc:sldChg chg="addSp modSp add">
        <pc:chgData name="Tom Hartley" userId="f9a9e95579b5c8ee" providerId="LiveId" clId="{D26CCDD3-6047-4C6F-93B4-0F52B7BA05C6}" dt="2020-06-30T16:19:34.477" v="1930" actId="1076"/>
        <pc:sldMkLst>
          <pc:docMk/>
          <pc:sldMk cId="3941185104" sldId="326"/>
        </pc:sldMkLst>
        <pc:spChg chg="mod">
          <ac:chgData name="Tom Hartley" userId="f9a9e95579b5c8ee" providerId="LiveId" clId="{D26CCDD3-6047-4C6F-93B4-0F52B7BA05C6}" dt="2020-06-30T16:17:14.262" v="1744"/>
          <ac:spMkLst>
            <pc:docMk/>
            <pc:sldMk cId="3941185104" sldId="326"/>
            <ac:spMk id="2" creationId="{543395EC-F5B5-4289-B8B9-1398AA092744}"/>
          </ac:spMkLst>
        </pc:spChg>
        <pc:spChg chg="add mod">
          <ac:chgData name="Tom Hartley" userId="f9a9e95579b5c8ee" providerId="LiveId" clId="{D26CCDD3-6047-4C6F-93B4-0F52B7BA05C6}" dt="2020-06-30T16:18:10.158" v="1773" actId="1076"/>
          <ac:spMkLst>
            <pc:docMk/>
            <pc:sldMk cId="3941185104" sldId="326"/>
            <ac:spMk id="5" creationId="{95808564-C94F-4D9C-B59D-817A1C17BDE6}"/>
          </ac:spMkLst>
        </pc:spChg>
        <pc:spChg chg="add mod">
          <ac:chgData name="Tom Hartley" userId="f9a9e95579b5c8ee" providerId="LiveId" clId="{D26CCDD3-6047-4C6F-93B4-0F52B7BA05C6}" dt="2020-06-30T16:18:19.057" v="1775" actId="1076"/>
          <ac:spMkLst>
            <pc:docMk/>
            <pc:sldMk cId="3941185104" sldId="326"/>
            <ac:spMk id="6" creationId="{F45632DC-8ECF-4300-B789-24283FA754F5}"/>
          </ac:spMkLst>
        </pc:spChg>
        <pc:spChg chg="add mod">
          <ac:chgData name="Tom Hartley" userId="f9a9e95579b5c8ee" providerId="LiveId" clId="{D26CCDD3-6047-4C6F-93B4-0F52B7BA05C6}" dt="2020-06-30T16:19:29.123" v="1928" actId="1076"/>
          <ac:spMkLst>
            <pc:docMk/>
            <pc:sldMk cId="3941185104" sldId="326"/>
            <ac:spMk id="7" creationId="{5C655EA6-84F3-4933-8766-3B94E3B0E612}"/>
          </ac:spMkLst>
        </pc:spChg>
        <pc:spChg chg="add mod">
          <ac:chgData name="Tom Hartley" userId="f9a9e95579b5c8ee" providerId="LiveId" clId="{D26CCDD3-6047-4C6F-93B4-0F52B7BA05C6}" dt="2020-06-30T16:19:34.477" v="1930" actId="1076"/>
          <ac:spMkLst>
            <pc:docMk/>
            <pc:sldMk cId="3941185104" sldId="326"/>
            <ac:spMk id="8" creationId="{9BC40BC5-7967-4A31-B0A9-3321411B7007}"/>
          </ac:spMkLst>
        </pc:spChg>
        <pc:picChg chg="add mod">
          <ac:chgData name="Tom Hartley" userId="f9a9e95579b5c8ee" providerId="LiveId" clId="{D26CCDD3-6047-4C6F-93B4-0F52B7BA05C6}" dt="2020-06-30T16:17:10.560" v="1743" actId="1076"/>
          <ac:picMkLst>
            <pc:docMk/>
            <pc:sldMk cId="3941185104" sldId="326"/>
            <ac:picMk id="4" creationId="{2689E5A3-8B75-42E1-90B0-3F7C2FEC9B7C}"/>
          </ac:picMkLst>
        </pc:picChg>
      </pc:sldChg>
      <pc:sldChg chg="add del">
        <pc:chgData name="Tom Hartley" userId="f9a9e95579b5c8ee" providerId="LiveId" clId="{D26CCDD3-6047-4C6F-93B4-0F52B7BA05C6}" dt="2020-07-01T11:46:18.648" v="3693" actId="2696"/>
        <pc:sldMkLst>
          <pc:docMk/>
          <pc:sldMk cId="160438055" sldId="327"/>
        </pc:sldMkLst>
      </pc:sldChg>
      <pc:sldChg chg="modSp add del">
        <pc:chgData name="Tom Hartley" userId="f9a9e95579b5c8ee" providerId="LiveId" clId="{D26CCDD3-6047-4C6F-93B4-0F52B7BA05C6}" dt="2020-06-30T16:22:16.373" v="1970" actId="2696"/>
        <pc:sldMkLst>
          <pc:docMk/>
          <pc:sldMk cId="3802386065" sldId="328"/>
        </pc:sldMkLst>
        <pc:spChg chg="mod">
          <ac:chgData name="Tom Hartley" userId="f9a9e95579b5c8ee" providerId="LiveId" clId="{D26CCDD3-6047-4C6F-93B4-0F52B7BA05C6}" dt="2020-06-30T16:21:49.865" v="1933"/>
          <ac:spMkLst>
            <pc:docMk/>
            <pc:sldMk cId="3802386065" sldId="328"/>
            <ac:spMk id="2" creationId="{308127BB-5EFA-4840-BE60-4CE9B53267EB}"/>
          </ac:spMkLst>
        </pc:spChg>
        <pc:spChg chg="mod">
          <ac:chgData name="Tom Hartley" userId="f9a9e95579b5c8ee" providerId="LiveId" clId="{D26CCDD3-6047-4C6F-93B4-0F52B7BA05C6}" dt="2020-06-30T16:22:02.419" v="1969" actId="20577"/>
          <ac:spMkLst>
            <pc:docMk/>
            <pc:sldMk cId="3802386065" sldId="328"/>
            <ac:spMk id="3" creationId="{A2128794-DAB4-4F1A-8F53-F6F6797C9DBE}"/>
          </ac:spMkLst>
        </pc:spChg>
      </pc:sldChg>
      <pc:sldChg chg="addSp delSp modSp add">
        <pc:chgData name="Tom Hartley" userId="f9a9e95579b5c8ee" providerId="LiveId" clId="{D26CCDD3-6047-4C6F-93B4-0F52B7BA05C6}" dt="2020-07-01T08:55:29.124" v="2499" actId="1076"/>
        <pc:sldMkLst>
          <pc:docMk/>
          <pc:sldMk cId="2131403548" sldId="329"/>
        </pc:sldMkLst>
        <pc:spChg chg="mod">
          <ac:chgData name="Tom Hartley" userId="f9a9e95579b5c8ee" providerId="LiveId" clId="{D26CCDD3-6047-4C6F-93B4-0F52B7BA05C6}" dt="2020-06-30T16:23:17.244" v="1979" actId="20577"/>
          <ac:spMkLst>
            <pc:docMk/>
            <pc:sldMk cId="2131403548" sldId="329"/>
            <ac:spMk id="2" creationId="{39A18E4E-43E0-4237-8CC3-444212A28274}"/>
          </ac:spMkLst>
        </pc:spChg>
        <pc:spChg chg="add del">
          <ac:chgData name="Tom Hartley" userId="f9a9e95579b5c8ee" providerId="LiveId" clId="{D26CCDD3-6047-4C6F-93B4-0F52B7BA05C6}" dt="2020-06-30T16:25:45.207" v="2002"/>
          <ac:spMkLst>
            <pc:docMk/>
            <pc:sldMk cId="2131403548" sldId="329"/>
            <ac:spMk id="3" creationId="{BF028C64-E2FD-459E-A698-2C5EF78C6CD3}"/>
          </ac:spMkLst>
        </pc:spChg>
        <pc:spChg chg="add mod">
          <ac:chgData name="Tom Hartley" userId="f9a9e95579b5c8ee" providerId="LiveId" clId="{D26CCDD3-6047-4C6F-93B4-0F52B7BA05C6}" dt="2020-06-30T16:25:08.859" v="1986" actId="207"/>
          <ac:spMkLst>
            <pc:docMk/>
            <pc:sldMk cId="2131403548" sldId="329"/>
            <ac:spMk id="5" creationId="{10A9E83F-C9C2-4253-8794-FC7B3DBF66E3}"/>
          </ac:spMkLst>
        </pc:spChg>
        <pc:spChg chg="add mod">
          <ac:chgData name="Tom Hartley" userId="f9a9e95579b5c8ee" providerId="LiveId" clId="{D26CCDD3-6047-4C6F-93B4-0F52B7BA05C6}" dt="2020-06-30T16:25:14.982" v="1988" actId="1076"/>
          <ac:spMkLst>
            <pc:docMk/>
            <pc:sldMk cId="2131403548" sldId="329"/>
            <ac:spMk id="6" creationId="{BD19205C-8BB3-4638-B3F4-3CAAE374648C}"/>
          </ac:spMkLst>
        </pc:spChg>
        <pc:spChg chg="add del mod">
          <ac:chgData name="Tom Hartley" userId="f9a9e95579b5c8ee" providerId="LiveId" clId="{D26CCDD3-6047-4C6F-93B4-0F52B7BA05C6}" dt="2020-06-30T16:25:17.958" v="1990"/>
          <ac:spMkLst>
            <pc:docMk/>
            <pc:sldMk cId="2131403548" sldId="329"/>
            <ac:spMk id="7" creationId="{BCDCC073-F946-462D-8874-FD6817AD8C0F}"/>
          </ac:spMkLst>
        </pc:spChg>
        <pc:spChg chg="add mod">
          <ac:chgData name="Tom Hartley" userId="f9a9e95579b5c8ee" providerId="LiveId" clId="{D26CCDD3-6047-4C6F-93B4-0F52B7BA05C6}" dt="2020-06-30T16:25:28.520" v="1995" actId="1036"/>
          <ac:spMkLst>
            <pc:docMk/>
            <pc:sldMk cId="2131403548" sldId="329"/>
            <ac:spMk id="8" creationId="{8707061E-B6C7-49B9-A5DD-58ED9800FCB8}"/>
          </ac:spMkLst>
        </pc:spChg>
        <pc:spChg chg="add mod">
          <ac:chgData name="Tom Hartley" userId="f9a9e95579b5c8ee" providerId="LiveId" clId="{D26CCDD3-6047-4C6F-93B4-0F52B7BA05C6}" dt="2020-06-30T16:25:39.878" v="2000" actId="14100"/>
          <ac:spMkLst>
            <pc:docMk/>
            <pc:sldMk cId="2131403548" sldId="329"/>
            <ac:spMk id="9" creationId="{C7F2551C-B8F5-4786-85FC-316CDEF83280}"/>
          </ac:spMkLst>
        </pc:spChg>
        <pc:spChg chg="add del mod">
          <ac:chgData name="Tom Hartley" userId="f9a9e95579b5c8ee" providerId="LiveId" clId="{D26CCDD3-6047-4C6F-93B4-0F52B7BA05C6}" dt="2020-06-30T16:25:45.207" v="2002"/>
          <ac:spMkLst>
            <pc:docMk/>
            <pc:sldMk cId="2131403548" sldId="329"/>
            <ac:spMk id="10" creationId="{7634DA23-99C6-4BB2-ABBA-F6C84AC79A8D}"/>
          </ac:spMkLst>
        </pc:spChg>
        <pc:spChg chg="add mod">
          <ac:chgData name="Tom Hartley" userId="f9a9e95579b5c8ee" providerId="LiveId" clId="{D26CCDD3-6047-4C6F-93B4-0F52B7BA05C6}" dt="2020-06-30T16:26:02.718" v="2010" actId="1035"/>
          <ac:spMkLst>
            <pc:docMk/>
            <pc:sldMk cId="2131403548" sldId="329"/>
            <ac:spMk id="11" creationId="{850983EC-9005-41DB-A6C6-31347AEF1FEE}"/>
          </ac:spMkLst>
        </pc:spChg>
        <pc:spChg chg="add mod">
          <ac:chgData name="Tom Hartley" userId="f9a9e95579b5c8ee" providerId="LiveId" clId="{D26CCDD3-6047-4C6F-93B4-0F52B7BA05C6}" dt="2020-07-01T08:55:29.124" v="2499" actId="1076"/>
          <ac:spMkLst>
            <pc:docMk/>
            <pc:sldMk cId="2131403548" sldId="329"/>
            <ac:spMk id="12" creationId="{ED11D449-B4F5-423A-A3C0-15F62184497E}"/>
          </ac:spMkLst>
        </pc:spChg>
        <pc:spChg chg="add mod ord">
          <ac:chgData name="Tom Hartley" userId="f9a9e95579b5c8ee" providerId="LiveId" clId="{D26CCDD3-6047-4C6F-93B4-0F52B7BA05C6}" dt="2020-06-30T16:28:21.484" v="2193" actId="113"/>
          <ac:spMkLst>
            <pc:docMk/>
            <pc:sldMk cId="2131403548" sldId="329"/>
            <ac:spMk id="13" creationId="{4AE6953A-A03A-4624-B7E8-5FBF1C2C366A}"/>
          </ac:spMkLst>
        </pc:spChg>
        <pc:spChg chg="add mod">
          <ac:chgData name="Tom Hartley" userId="f9a9e95579b5c8ee" providerId="LiveId" clId="{D26CCDD3-6047-4C6F-93B4-0F52B7BA05C6}" dt="2020-06-30T16:27:15.257" v="2096" actId="14100"/>
          <ac:spMkLst>
            <pc:docMk/>
            <pc:sldMk cId="2131403548" sldId="329"/>
            <ac:spMk id="14" creationId="{70EF524C-1704-47E5-8601-7F07A88EA153}"/>
          </ac:spMkLst>
        </pc:spChg>
        <pc:spChg chg="add mod ord">
          <ac:chgData name="Tom Hartley" userId="f9a9e95579b5c8ee" providerId="LiveId" clId="{D26CCDD3-6047-4C6F-93B4-0F52B7BA05C6}" dt="2020-06-30T16:28:18.359" v="2192" actId="1076"/>
          <ac:spMkLst>
            <pc:docMk/>
            <pc:sldMk cId="2131403548" sldId="329"/>
            <ac:spMk id="15" creationId="{D767430E-FD6F-447D-9783-6BD86894A0D5}"/>
          </ac:spMkLst>
        </pc:spChg>
        <pc:spChg chg="add mod">
          <ac:chgData name="Tom Hartley" userId="f9a9e95579b5c8ee" providerId="LiveId" clId="{D26CCDD3-6047-4C6F-93B4-0F52B7BA05C6}" dt="2020-06-30T16:28:08.645" v="2190" actId="1076"/>
          <ac:spMkLst>
            <pc:docMk/>
            <pc:sldMk cId="2131403548" sldId="329"/>
            <ac:spMk id="16" creationId="{3F076650-FFF0-46F3-B0C3-4F767BB03FF6}"/>
          </ac:spMkLst>
        </pc:spChg>
        <pc:picChg chg="add mod">
          <ac:chgData name="Tom Hartley" userId="f9a9e95579b5c8ee" providerId="LiveId" clId="{D26CCDD3-6047-4C6F-93B4-0F52B7BA05C6}" dt="2020-06-30T16:24:44.865" v="1982" actId="1076"/>
          <ac:picMkLst>
            <pc:docMk/>
            <pc:sldMk cId="2131403548" sldId="329"/>
            <ac:picMk id="4" creationId="{86B4EEDF-644D-4D36-8D04-A35B1D613F83}"/>
          </ac:picMkLst>
        </pc:picChg>
      </pc:sldChg>
      <pc:sldChg chg="modSp add">
        <pc:chgData name="Tom Hartley" userId="f9a9e95579b5c8ee" providerId="LiveId" clId="{D26CCDD3-6047-4C6F-93B4-0F52B7BA05C6}" dt="2020-07-01T09:10:52.433" v="3036" actId="20577"/>
        <pc:sldMkLst>
          <pc:docMk/>
          <pc:sldMk cId="4165004590" sldId="330"/>
        </pc:sldMkLst>
        <pc:spChg chg="mod">
          <ac:chgData name="Tom Hartley" userId="f9a9e95579b5c8ee" providerId="LiveId" clId="{D26CCDD3-6047-4C6F-93B4-0F52B7BA05C6}" dt="2020-06-30T16:33:09.580" v="2323" actId="404"/>
          <ac:spMkLst>
            <pc:docMk/>
            <pc:sldMk cId="4165004590" sldId="330"/>
            <ac:spMk id="2" creationId="{F1122056-2FEF-4001-939F-629641CE48E9}"/>
          </ac:spMkLst>
        </pc:spChg>
        <pc:spChg chg="mod">
          <ac:chgData name="Tom Hartley" userId="f9a9e95579b5c8ee" providerId="LiveId" clId="{D26CCDD3-6047-4C6F-93B4-0F52B7BA05C6}" dt="2020-07-01T09:10:52.433" v="3036" actId="20577"/>
          <ac:spMkLst>
            <pc:docMk/>
            <pc:sldMk cId="4165004590" sldId="330"/>
            <ac:spMk id="3" creationId="{B380AB76-9D9B-4445-ADB1-064AF836CF2F}"/>
          </ac:spMkLst>
        </pc:spChg>
        <pc:picChg chg="mod">
          <ac:chgData name="Tom Hartley" userId="f9a9e95579b5c8ee" providerId="LiveId" clId="{D26CCDD3-6047-4C6F-93B4-0F52B7BA05C6}" dt="2020-06-30T16:33:14.270" v="2324" actId="1076"/>
          <ac:picMkLst>
            <pc:docMk/>
            <pc:sldMk cId="4165004590" sldId="330"/>
            <ac:picMk id="5" creationId="{C4EA030E-ED5E-4886-AE46-8571324F227F}"/>
          </ac:picMkLst>
        </pc:picChg>
      </pc:sldChg>
      <pc:sldChg chg="modSp add del">
        <pc:chgData name="Tom Hartley" userId="f9a9e95579b5c8ee" providerId="LiveId" clId="{D26CCDD3-6047-4C6F-93B4-0F52B7BA05C6}" dt="2020-07-01T09:24:23.197" v="3331" actId="2696"/>
        <pc:sldMkLst>
          <pc:docMk/>
          <pc:sldMk cId="2168806329" sldId="331"/>
        </pc:sldMkLst>
        <pc:spChg chg="mod">
          <ac:chgData name="Tom Hartley" userId="f9a9e95579b5c8ee" providerId="LiveId" clId="{D26CCDD3-6047-4C6F-93B4-0F52B7BA05C6}" dt="2020-06-30T16:36:31.892" v="2429"/>
          <ac:spMkLst>
            <pc:docMk/>
            <pc:sldMk cId="2168806329" sldId="331"/>
            <ac:spMk id="2" creationId="{DAA239D6-5C02-4A1C-99FF-A95DC3BF6D4D}"/>
          </ac:spMkLst>
        </pc:spChg>
        <pc:spChg chg="mod">
          <ac:chgData name="Tom Hartley" userId="f9a9e95579b5c8ee" providerId="LiveId" clId="{D26CCDD3-6047-4C6F-93B4-0F52B7BA05C6}" dt="2020-06-30T16:36:35.570" v="2431" actId="403"/>
          <ac:spMkLst>
            <pc:docMk/>
            <pc:sldMk cId="2168806329" sldId="331"/>
            <ac:spMk id="3" creationId="{743EFBA8-9ECB-4A9A-B4BD-2EA6B7E68529}"/>
          </ac:spMkLst>
        </pc:spChg>
      </pc:sldChg>
      <pc:sldChg chg="modSp add ord">
        <pc:chgData name="Tom Hartley" userId="f9a9e95579b5c8ee" providerId="LiveId" clId="{D26CCDD3-6047-4C6F-93B4-0F52B7BA05C6}" dt="2020-07-01T09:01:16.446" v="2745" actId="113"/>
        <pc:sldMkLst>
          <pc:docMk/>
          <pc:sldMk cId="3642901944" sldId="332"/>
        </pc:sldMkLst>
        <pc:spChg chg="mod">
          <ac:chgData name="Tom Hartley" userId="f9a9e95579b5c8ee" providerId="LiveId" clId="{D26CCDD3-6047-4C6F-93B4-0F52B7BA05C6}" dt="2020-07-01T08:58:40.017" v="2512" actId="20577"/>
          <ac:spMkLst>
            <pc:docMk/>
            <pc:sldMk cId="3642901944" sldId="332"/>
            <ac:spMk id="2" creationId="{FB2D9BBB-577C-42BC-9699-87D53FEC8C78}"/>
          </ac:spMkLst>
        </pc:spChg>
        <pc:spChg chg="mod">
          <ac:chgData name="Tom Hartley" userId="f9a9e95579b5c8ee" providerId="LiveId" clId="{D26CCDD3-6047-4C6F-93B4-0F52B7BA05C6}" dt="2020-07-01T09:01:16.446" v="2745" actId="113"/>
          <ac:spMkLst>
            <pc:docMk/>
            <pc:sldMk cId="3642901944" sldId="332"/>
            <ac:spMk id="3" creationId="{D926B477-89AB-4C8D-869E-D8E1D07D46F5}"/>
          </ac:spMkLst>
        </pc:spChg>
      </pc:sldChg>
      <pc:sldChg chg="addSp modSp add">
        <pc:chgData name="Tom Hartley" userId="f9a9e95579b5c8ee" providerId="LiveId" clId="{D26CCDD3-6047-4C6F-93B4-0F52B7BA05C6}" dt="2020-06-30T16:39:49.831" v="2453" actId="692"/>
        <pc:sldMkLst>
          <pc:docMk/>
          <pc:sldMk cId="1983429309" sldId="333"/>
        </pc:sldMkLst>
        <pc:spChg chg="mod">
          <ac:chgData name="Tom Hartley" userId="f9a9e95579b5c8ee" providerId="LiveId" clId="{D26CCDD3-6047-4C6F-93B4-0F52B7BA05C6}" dt="2020-06-30T16:38:28.372" v="2446" actId="20577"/>
          <ac:spMkLst>
            <pc:docMk/>
            <pc:sldMk cId="1983429309" sldId="333"/>
            <ac:spMk id="2" creationId="{447ABD06-0602-414E-BB82-58208E44E4D8}"/>
          </ac:spMkLst>
        </pc:spChg>
        <pc:picChg chg="add mod">
          <ac:chgData name="Tom Hartley" userId="f9a9e95579b5c8ee" providerId="LiveId" clId="{D26CCDD3-6047-4C6F-93B4-0F52B7BA05C6}" dt="2020-06-30T16:39:49.831" v="2453" actId="692"/>
          <ac:picMkLst>
            <pc:docMk/>
            <pc:sldMk cId="1983429309" sldId="333"/>
            <ac:picMk id="4" creationId="{AED92AE3-83F0-446A-AEB5-D04C9A7E4EAD}"/>
          </ac:picMkLst>
        </pc:picChg>
      </pc:sldChg>
      <pc:sldChg chg="modSp add">
        <pc:chgData name="Tom Hartley" userId="f9a9e95579b5c8ee" providerId="LiveId" clId="{D26CCDD3-6047-4C6F-93B4-0F52B7BA05C6}" dt="2020-06-30T16:46:29.922" v="2497" actId="113"/>
        <pc:sldMkLst>
          <pc:docMk/>
          <pc:sldMk cId="12876915" sldId="334"/>
        </pc:sldMkLst>
        <pc:spChg chg="mod">
          <ac:chgData name="Tom Hartley" userId="f9a9e95579b5c8ee" providerId="LiveId" clId="{D26CCDD3-6047-4C6F-93B4-0F52B7BA05C6}" dt="2020-06-30T16:41:12.859" v="2471" actId="20577"/>
          <ac:spMkLst>
            <pc:docMk/>
            <pc:sldMk cId="12876915" sldId="334"/>
            <ac:spMk id="2" creationId="{0B2D6C13-6851-4248-81ED-0A8001FED49A}"/>
          </ac:spMkLst>
        </pc:spChg>
        <pc:spChg chg="mod">
          <ac:chgData name="Tom Hartley" userId="f9a9e95579b5c8ee" providerId="LiveId" clId="{D26CCDD3-6047-4C6F-93B4-0F52B7BA05C6}" dt="2020-06-30T16:46:29.922" v="2497" actId="113"/>
          <ac:spMkLst>
            <pc:docMk/>
            <pc:sldMk cId="12876915" sldId="334"/>
            <ac:spMk id="3" creationId="{EEF6FE72-7D35-4081-97F4-A8EFEAC071D8}"/>
          </ac:spMkLst>
        </pc:spChg>
      </pc:sldChg>
      <pc:sldChg chg="addSp modSp add">
        <pc:chgData name="Tom Hartley" userId="f9a9e95579b5c8ee" providerId="LiveId" clId="{D26CCDD3-6047-4C6F-93B4-0F52B7BA05C6}" dt="2020-07-01T09:32:20.542" v="3343" actId="207"/>
        <pc:sldMkLst>
          <pc:docMk/>
          <pc:sldMk cId="2238173021" sldId="335"/>
        </pc:sldMkLst>
        <pc:spChg chg="mod">
          <ac:chgData name="Tom Hartley" userId="f9a9e95579b5c8ee" providerId="LiveId" clId="{D26CCDD3-6047-4C6F-93B4-0F52B7BA05C6}" dt="2020-07-01T09:10:32.130" v="3035" actId="20577"/>
          <ac:spMkLst>
            <pc:docMk/>
            <pc:sldMk cId="2238173021" sldId="335"/>
            <ac:spMk id="2" creationId="{73A3EB4C-151D-4706-AA4B-24F9FB4F2175}"/>
          </ac:spMkLst>
        </pc:spChg>
        <pc:spChg chg="mod">
          <ac:chgData name="Tom Hartley" userId="f9a9e95579b5c8ee" providerId="LiveId" clId="{D26CCDD3-6047-4C6F-93B4-0F52B7BA05C6}" dt="2020-07-01T09:32:20.542" v="3343" actId="207"/>
          <ac:spMkLst>
            <pc:docMk/>
            <pc:sldMk cId="2238173021" sldId="335"/>
            <ac:spMk id="3" creationId="{E91A99A8-DBCB-4D23-BF32-E0BF6C00EDB0}"/>
          </ac:spMkLst>
        </pc:spChg>
        <pc:picChg chg="add mod">
          <ac:chgData name="Tom Hartley" userId="f9a9e95579b5c8ee" providerId="LiveId" clId="{D26CCDD3-6047-4C6F-93B4-0F52B7BA05C6}" dt="2020-07-01T09:31:40.826" v="3342" actId="692"/>
          <ac:picMkLst>
            <pc:docMk/>
            <pc:sldMk cId="2238173021" sldId="335"/>
            <ac:picMk id="5" creationId="{F3E65222-9F07-43CC-A41B-A482991EFBCA}"/>
          </ac:picMkLst>
        </pc:picChg>
      </pc:sldChg>
      <pc:sldChg chg="addSp modSp add ord addCm delCm">
        <pc:chgData name="Tom Hartley" userId="f9a9e95579b5c8ee" providerId="LiveId" clId="{D26CCDD3-6047-4C6F-93B4-0F52B7BA05C6}" dt="2020-07-01T09:36:59.828" v="3356" actId="207"/>
        <pc:sldMkLst>
          <pc:docMk/>
          <pc:sldMk cId="3720130789" sldId="336"/>
        </pc:sldMkLst>
        <pc:spChg chg="mod">
          <ac:chgData name="Tom Hartley" userId="f9a9e95579b5c8ee" providerId="LiveId" clId="{D26CCDD3-6047-4C6F-93B4-0F52B7BA05C6}" dt="2020-07-01T09:21:21.075" v="3280"/>
          <ac:spMkLst>
            <pc:docMk/>
            <pc:sldMk cId="3720130789" sldId="336"/>
            <ac:spMk id="2" creationId="{0C2ED289-1E3D-41E5-A45E-DE341C7DA84D}"/>
          </ac:spMkLst>
        </pc:spChg>
        <pc:spChg chg="mod">
          <ac:chgData name="Tom Hartley" userId="f9a9e95579b5c8ee" providerId="LiveId" clId="{D26CCDD3-6047-4C6F-93B4-0F52B7BA05C6}" dt="2020-07-01T09:36:59.828" v="3356" actId="207"/>
          <ac:spMkLst>
            <pc:docMk/>
            <pc:sldMk cId="3720130789" sldId="336"/>
            <ac:spMk id="3" creationId="{43B0F680-B6C8-4E2F-A37B-81E9794C149B}"/>
          </ac:spMkLst>
        </pc:spChg>
        <pc:picChg chg="add mod">
          <ac:chgData name="Tom Hartley" userId="f9a9e95579b5c8ee" providerId="LiveId" clId="{D26CCDD3-6047-4C6F-93B4-0F52B7BA05C6}" dt="2020-07-01T09:36:34.920" v="3354" actId="1076"/>
          <ac:picMkLst>
            <pc:docMk/>
            <pc:sldMk cId="3720130789" sldId="336"/>
            <ac:picMk id="5" creationId="{91BB8FD0-5B69-4EC4-979F-A1AC9098164C}"/>
          </ac:picMkLst>
        </pc:picChg>
      </pc:sldChg>
      <pc:sldChg chg="addSp delSp modSp add">
        <pc:chgData name="Tom Hartley" userId="f9a9e95579b5c8ee" providerId="LiveId" clId="{D26CCDD3-6047-4C6F-93B4-0F52B7BA05C6}" dt="2020-07-01T11:28:20.372" v="3565" actId="692"/>
        <pc:sldMkLst>
          <pc:docMk/>
          <pc:sldMk cId="3635135708" sldId="337"/>
        </pc:sldMkLst>
        <pc:spChg chg="mod">
          <ac:chgData name="Tom Hartley" userId="f9a9e95579b5c8ee" providerId="LiveId" clId="{D26CCDD3-6047-4C6F-93B4-0F52B7BA05C6}" dt="2020-07-01T09:39:47.482" v="3360"/>
          <ac:spMkLst>
            <pc:docMk/>
            <pc:sldMk cId="3635135708" sldId="337"/>
            <ac:spMk id="2" creationId="{0C2ED289-1E3D-41E5-A45E-DE341C7DA84D}"/>
          </ac:spMkLst>
        </pc:spChg>
        <pc:spChg chg="mod">
          <ac:chgData name="Tom Hartley" userId="f9a9e95579b5c8ee" providerId="LiveId" clId="{D26CCDD3-6047-4C6F-93B4-0F52B7BA05C6}" dt="2020-07-01T09:40:20.138" v="3377" actId="20577"/>
          <ac:spMkLst>
            <pc:docMk/>
            <pc:sldMk cId="3635135708" sldId="337"/>
            <ac:spMk id="3" creationId="{43B0F680-B6C8-4E2F-A37B-81E9794C149B}"/>
          </ac:spMkLst>
        </pc:spChg>
        <pc:spChg chg="add mod">
          <ac:chgData name="Tom Hartley" userId="f9a9e95579b5c8ee" providerId="LiveId" clId="{D26CCDD3-6047-4C6F-93B4-0F52B7BA05C6}" dt="2020-07-01T09:42:56.304" v="3387" actId="13822"/>
          <ac:spMkLst>
            <pc:docMk/>
            <pc:sldMk cId="3635135708" sldId="337"/>
            <ac:spMk id="6" creationId="{A57D698A-7030-46A1-8873-4435C43CABB4}"/>
          </ac:spMkLst>
        </pc:spChg>
        <pc:spChg chg="add mod">
          <ac:chgData name="Tom Hartley" userId="f9a9e95579b5c8ee" providerId="LiveId" clId="{D26CCDD3-6047-4C6F-93B4-0F52B7BA05C6}" dt="2020-07-01T09:43:07.803" v="3390" actId="13822"/>
          <ac:spMkLst>
            <pc:docMk/>
            <pc:sldMk cId="3635135708" sldId="337"/>
            <ac:spMk id="7" creationId="{CAA250DD-CF46-4B18-B0EA-5DC74B8E7F10}"/>
          </ac:spMkLst>
        </pc:spChg>
        <pc:spChg chg="add mod">
          <ac:chgData name="Tom Hartley" userId="f9a9e95579b5c8ee" providerId="LiveId" clId="{D26CCDD3-6047-4C6F-93B4-0F52B7BA05C6}" dt="2020-07-01T09:43:18.556" v="3393" actId="13822"/>
          <ac:spMkLst>
            <pc:docMk/>
            <pc:sldMk cId="3635135708" sldId="337"/>
            <ac:spMk id="8" creationId="{8D9BBB76-838F-479D-A685-2A37B2638438}"/>
          </ac:spMkLst>
        </pc:spChg>
        <pc:spChg chg="add mod">
          <ac:chgData name="Tom Hartley" userId="f9a9e95579b5c8ee" providerId="LiveId" clId="{D26CCDD3-6047-4C6F-93B4-0F52B7BA05C6}" dt="2020-07-01T09:43:30.640" v="3396" actId="13822"/>
          <ac:spMkLst>
            <pc:docMk/>
            <pc:sldMk cId="3635135708" sldId="337"/>
            <ac:spMk id="9" creationId="{B21A3985-8D8D-458A-BB07-5481D5D89F60}"/>
          </ac:spMkLst>
        </pc:spChg>
        <pc:spChg chg="add mod">
          <ac:chgData name="Tom Hartley" userId="f9a9e95579b5c8ee" providerId="LiveId" clId="{D26CCDD3-6047-4C6F-93B4-0F52B7BA05C6}" dt="2020-07-01T09:43:39.720" v="3398" actId="13822"/>
          <ac:spMkLst>
            <pc:docMk/>
            <pc:sldMk cId="3635135708" sldId="337"/>
            <ac:spMk id="10" creationId="{96C18D7E-BBB4-46EB-8C22-3A92B6B337A6}"/>
          </ac:spMkLst>
        </pc:spChg>
        <pc:spChg chg="add mod">
          <ac:chgData name="Tom Hartley" userId="f9a9e95579b5c8ee" providerId="LiveId" clId="{D26CCDD3-6047-4C6F-93B4-0F52B7BA05C6}" dt="2020-07-01T09:43:51.408" v="3401" actId="13822"/>
          <ac:spMkLst>
            <pc:docMk/>
            <pc:sldMk cId="3635135708" sldId="337"/>
            <ac:spMk id="11" creationId="{5D959880-89F5-4A5C-AD8D-7EA479B9E4C5}"/>
          </ac:spMkLst>
        </pc:spChg>
        <pc:spChg chg="add mod">
          <ac:chgData name="Tom Hartley" userId="f9a9e95579b5c8ee" providerId="LiveId" clId="{D26CCDD3-6047-4C6F-93B4-0F52B7BA05C6}" dt="2020-07-01T09:43:59.677" v="3410" actId="20577"/>
          <ac:spMkLst>
            <pc:docMk/>
            <pc:sldMk cId="3635135708" sldId="337"/>
            <ac:spMk id="12" creationId="{92BCEBF2-BD75-485A-9FBA-A204DC038DAE}"/>
          </ac:spMkLst>
        </pc:spChg>
        <pc:picChg chg="add del">
          <ac:chgData name="Tom Hartley" userId="f9a9e95579b5c8ee" providerId="LiveId" clId="{D26CCDD3-6047-4C6F-93B4-0F52B7BA05C6}" dt="2020-07-01T09:40:50.788" v="3379"/>
          <ac:picMkLst>
            <pc:docMk/>
            <pc:sldMk cId="3635135708" sldId="337"/>
            <ac:picMk id="4" creationId="{AFF0581C-8CD3-4BB1-A337-A84398FA78C4}"/>
          </ac:picMkLst>
        </pc:picChg>
        <pc:picChg chg="add mod">
          <ac:chgData name="Tom Hartley" userId="f9a9e95579b5c8ee" providerId="LiveId" clId="{D26CCDD3-6047-4C6F-93B4-0F52B7BA05C6}" dt="2020-07-01T11:28:20.372" v="3565" actId="692"/>
          <ac:picMkLst>
            <pc:docMk/>
            <pc:sldMk cId="3635135708" sldId="337"/>
            <ac:picMk id="5" creationId="{96386E9F-2552-423A-8696-74BFBE42E73A}"/>
          </ac:picMkLst>
        </pc:picChg>
        <pc:cxnChg chg="add mod">
          <ac:chgData name="Tom Hartley" userId="f9a9e95579b5c8ee" providerId="LiveId" clId="{D26CCDD3-6047-4C6F-93B4-0F52B7BA05C6}" dt="2020-07-01T09:44:07.195" v="3411" actId="11529"/>
          <ac:cxnSpMkLst>
            <pc:docMk/>
            <pc:sldMk cId="3635135708" sldId="337"/>
            <ac:cxnSpMk id="14" creationId="{9360FC47-AFC9-42A4-AC21-702DEF7A3FF7}"/>
          </ac:cxnSpMkLst>
        </pc:cxnChg>
      </pc:sldChg>
      <pc:sldChg chg="addSp delSp modSp add">
        <pc:chgData name="Tom Hartley" userId="f9a9e95579b5c8ee" providerId="LiveId" clId="{D26CCDD3-6047-4C6F-93B4-0F52B7BA05C6}" dt="2020-07-01T14:13:03.692" v="4060" actId="404"/>
        <pc:sldMkLst>
          <pc:docMk/>
          <pc:sldMk cId="3246675837" sldId="338"/>
        </pc:sldMkLst>
        <pc:spChg chg="mod">
          <ac:chgData name="Tom Hartley" userId="f9a9e95579b5c8ee" providerId="LiveId" clId="{D26CCDD3-6047-4C6F-93B4-0F52B7BA05C6}" dt="2020-07-01T11:44:57.153" v="3673" actId="20577"/>
          <ac:spMkLst>
            <pc:docMk/>
            <pc:sldMk cId="3246675837" sldId="338"/>
            <ac:spMk id="2" creationId="{0C2ED289-1E3D-41E5-A45E-DE341C7DA84D}"/>
          </ac:spMkLst>
        </pc:spChg>
        <pc:spChg chg="mod">
          <ac:chgData name="Tom Hartley" userId="f9a9e95579b5c8ee" providerId="LiveId" clId="{D26CCDD3-6047-4C6F-93B4-0F52B7BA05C6}" dt="2020-07-01T14:13:03.692" v="4060" actId="404"/>
          <ac:spMkLst>
            <pc:docMk/>
            <pc:sldMk cId="3246675837" sldId="338"/>
            <ac:spMk id="3" creationId="{43B0F680-B6C8-4E2F-A37B-81E9794C149B}"/>
          </ac:spMkLst>
        </pc:spChg>
        <pc:spChg chg="add mod">
          <ac:chgData name="Tom Hartley" userId="f9a9e95579b5c8ee" providerId="LiveId" clId="{D26CCDD3-6047-4C6F-93B4-0F52B7BA05C6}" dt="2020-07-01T11:49:49.221" v="3739" actId="1076"/>
          <ac:spMkLst>
            <pc:docMk/>
            <pc:sldMk cId="3246675837" sldId="338"/>
            <ac:spMk id="4" creationId="{FBA7B620-00C2-4226-BFA8-F48CAA68BEAE}"/>
          </ac:spMkLst>
        </pc:spChg>
        <pc:spChg chg="add mod">
          <ac:chgData name="Tom Hartley" userId="f9a9e95579b5c8ee" providerId="LiveId" clId="{D26CCDD3-6047-4C6F-93B4-0F52B7BA05C6}" dt="2020-07-01T11:49:49.221" v="3739" actId="1076"/>
          <ac:spMkLst>
            <pc:docMk/>
            <pc:sldMk cId="3246675837" sldId="338"/>
            <ac:spMk id="6" creationId="{1E5A8BCB-FE9D-4794-974C-1847DD187AB3}"/>
          </ac:spMkLst>
        </pc:spChg>
        <pc:picChg chg="add del mod">
          <ac:chgData name="Tom Hartley" userId="f9a9e95579b5c8ee" providerId="LiveId" clId="{D26CCDD3-6047-4C6F-93B4-0F52B7BA05C6}" dt="2020-07-01T11:49:06.845" v="3728" actId="478"/>
          <ac:picMkLst>
            <pc:docMk/>
            <pc:sldMk cId="3246675837" sldId="338"/>
            <ac:picMk id="5" creationId="{3DC53FFF-79F2-4E9F-A44B-79240A47254A}"/>
          </ac:picMkLst>
        </pc:picChg>
        <pc:picChg chg="add mod">
          <ac:chgData name="Tom Hartley" userId="f9a9e95579b5c8ee" providerId="LiveId" clId="{D26CCDD3-6047-4C6F-93B4-0F52B7BA05C6}" dt="2020-07-01T11:49:49.221" v="3739" actId="1076"/>
          <ac:picMkLst>
            <pc:docMk/>
            <pc:sldMk cId="3246675837" sldId="338"/>
            <ac:picMk id="7" creationId="{2312BCF5-0D77-4AD6-9917-9D1283EAC909}"/>
          </ac:picMkLst>
        </pc:picChg>
        <pc:picChg chg="add del mod">
          <ac:chgData name="Tom Hartley" userId="f9a9e95579b5c8ee" providerId="LiveId" clId="{D26CCDD3-6047-4C6F-93B4-0F52B7BA05C6}" dt="2020-07-01T11:57:15.663" v="3787"/>
          <ac:picMkLst>
            <pc:docMk/>
            <pc:sldMk cId="3246675837" sldId="338"/>
            <ac:picMk id="1026" creationId="{64F3E37F-4F96-4A54-85FE-0322D281A302}"/>
          </ac:picMkLst>
        </pc:picChg>
      </pc:sldChg>
      <pc:sldChg chg="add del">
        <pc:chgData name="Tom Hartley" userId="f9a9e95579b5c8ee" providerId="LiveId" clId="{D26CCDD3-6047-4C6F-93B4-0F52B7BA05C6}" dt="2020-07-01T11:46:18.641" v="3692" actId="2696"/>
        <pc:sldMkLst>
          <pc:docMk/>
          <pc:sldMk cId="4117142823" sldId="339"/>
        </pc:sldMkLst>
      </pc:sldChg>
      <pc:sldChg chg="addSp modSp add">
        <pc:chgData name="Tom Hartley" userId="f9a9e95579b5c8ee" providerId="LiveId" clId="{D26CCDD3-6047-4C6F-93B4-0F52B7BA05C6}" dt="2020-07-01T11:28:11.785" v="3563" actId="692"/>
        <pc:sldMkLst>
          <pc:docMk/>
          <pc:sldMk cId="1522938496" sldId="340"/>
        </pc:sldMkLst>
        <pc:spChg chg="mod">
          <ac:chgData name="Tom Hartley" userId="f9a9e95579b5c8ee" providerId="LiveId" clId="{D26CCDD3-6047-4C6F-93B4-0F52B7BA05C6}" dt="2020-07-01T11:14:54.795" v="3419"/>
          <ac:spMkLst>
            <pc:docMk/>
            <pc:sldMk cId="1522938496" sldId="340"/>
            <ac:spMk id="2" creationId="{021F1D33-03B8-42C8-8A7B-126BF2863714}"/>
          </ac:spMkLst>
        </pc:spChg>
        <pc:spChg chg="mod">
          <ac:chgData name="Tom Hartley" userId="f9a9e95579b5c8ee" providerId="LiveId" clId="{D26CCDD3-6047-4C6F-93B4-0F52B7BA05C6}" dt="2020-07-01T11:15:14.538" v="3423"/>
          <ac:spMkLst>
            <pc:docMk/>
            <pc:sldMk cId="1522938496" sldId="340"/>
            <ac:spMk id="3" creationId="{B5EBB9D6-B688-4B2B-AE59-2FB4E525DF73}"/>
          </ac:spMkLst>
        </pc:spChg>
        <pc:picChg chg="add mod">
          <ac:chgData name="Tom Hartley" userId="f9a9e95579b5c8ee" providerId="LiveId" clId="{D26CCDD3-6047-4C6F-93B4-0F52B7BA05C6}" dt="2020-07-01T11:28:11.785" v="3563" actId="692"/>
          <ac:picMkLst>
            <pc:docMk/>
            <pc:sldMk cId="1522938496" sldId="340"/>
            <ac:picMk id="4" creationId="{39F46073-CFEF-4AD6-A1EF-A6597FA8AE88}"/>
          </ac:picMkLst>
        </pc:picChg>
      </pc:sldChg>
      <pc:sldChg chg="addSp modSp add">
        <pc:chgData name="Tom Hartley" userId="f9a9e95579b5c8ee" providerId="LiveId" clId="{D26CCDD3-6047-4C6F-93B4-0F52B7BA05C6}" dt="2020-07-01T14:11:19.212" v="4017"/>
        <pc:sldMkLst>
          <pc:docMk/>
          <pc:sldMk cId="200099222" sldId="341"/>
        </pc:sldMkLst>
        <pc:spChg chg="mod">
          <ac:chgData name="Tom Hartley" userId="f9a9e95579b5c8ee" providerId="LiveId" clId="{D26CCDD3-6047-4C6F-93B4-0F52B7BA05C6}" dt="2020-07-01T14:11:14.615" v="4015" actId="20577"/>
          <ac:spMkLst>
            <pc:docMk/>
            <pc:sldMk cId="200099222" sldId="341"/>
            <ac:spMk id="2" creationId="{8B8AF20E-B8FB-4D1C-8F0B-600224E1B194}"/>
          </ac:spMkLst>
        </pc:spChg>
        <pc:spChg chg="mod">
          <ac:chgData name="Tom Hartley" userId="f9a9e95579b5c8ee" providerId="LiveId" clId="{D26CCDD3-6047-4C6F-93B4-0F52B7BA05C6}" dt="2020-07-01T14:11:19.212" v="4017"/>
          <ac:spMkLst>
            <pc:docMk/>
            <pc:sldMk cId="200099222" sldId="341"/>
            <ac:spMk id="3" creationId="{E70D2C4E-A41F-4D7F-AF87-1E385B3A953D}"/>
          </ac:spMkLst>
        </pc:spChg>
        <pc:picChg chg="add mod">
          <ac:chgData name="Tom Hartley" userId="f9a9e95579b5c8ee" providerId="LiveId" clId="{D26CCDD3-6047-4C6F-93B4-0F52B7BA05C6}" dt="2020-07-01T11:28:05.709" v="3562" actId="692"/>
          <ac:picMkLst>
            <pc:docMk/>
            <pc:sldMk cId="200099222" sldId="341"/>
            <ac:picMk id="4" creationId="{6BCD04FC-A9E3-45FF-B817-B40F58A588AC}"/>
          </ac:picMkLst>
        </pc:picChg>
      </pc:sldChg>
      <pc:sldChg chg="addSp modSp add">
        <pc:chgData name="Tom Hartley" userId="f9a9e95579b5c8ee" providerId="LiveId" clId="{D26CCDD3-6047-4C6F-93B4-0F52B7BA05C6}" dt="2020-07-01T11:27:59.273" v="3561" actId="692"/>
        <pc:sldMkLst>
          <pc:docMk/>
          <pc:sldMk cId="2909947063" sldId="342"/>
        </pc:sldMkLst>
        <pc:spChg chg="mod">
          <ac:chgData name="Tom Hartley" userId="f9a9e95579b5c8ee" providerId="LiveId" clId="{D26CCDD3-6047-4C6F-93B4-0F52B7BA05C6}" dt="2020-07-01T11:17:55.434" v="3443"/>
          <ac:spMkLst>
            <pc:docMk/>
            <pc:sldMk cId="2909947063" sldId="342"/>
            <ac:spMk id="2" creationId="{0DED257E-C14B-4C7E-A393-B1A38BC60B60}"/>
          </ac:spMkLst>
        </pc:spChg>
        <pc:spChg chg="mod">
          <ac:chgData name="Tom Hartley" userId="f9a9e95579b5c8ee" providerId="LiveId" clId="{D26CCDD3-6047-4C6F-93B4-0F52B7BA05C6}" dt="2020-07-01T11:18:06.867" v="3447"/>
          <ac:spMkLst>
            <pc:docMk/>
            <pc:sldMk cId="2909947063" sldId="342"/>
            <ac:spMk id="3" creationId="{E3629C2A-0D42-49EB-A5E3-3AD2CB745932}"/>
          </ac:spMkLst>
        </pc:spChg>
        <pc:picChg chg="add mod">
          <ac:chgData name="Tom Hartley" userId="f9a9e95579b5c8ee" providerId="LiveId" clId="{D26CCDD3-6047-4C6F-93B4-0F52B7BA05C6}" dt="2020-07-01T11:27:59.273" v="3561" actId="692"/>
          <ac:picMkLst>
            <pc:docMk/>
            <pc:sldMk cId="2909947063" sldId="342"/>
            <ac:picMk id="4" creationId="{1324DA9B-4E94-4CE7-B37A-6CB5592D9AA6}"/>
          </ac:picMkLst>
        </pc:picChg>
      </pc:sldChg>
      <pc:sldChg chg="addSp modSp add">
        <pc:chgData name="Tom Hartley" userId="f9a9e95579b5c8ee" providerId="LiveId" clId="{D26CCDD3-6047-4C6F-93B4-0F52B7BA05C6}" dt="2020-07-01T14:11:07.077" v="4011" actId="20577"/>
        <pc:sldMkLst>
          <pc:docMk/>
          <pc:sldMk cId="4148329437" sldId="343"/>
        </pc:sldMkLst>
        <pc:spChg chg="mod">
          <ac:chgData name="Tom Hartley" userId="f9a9e95579b5c8ee" providerId="LiveId" clId="{D26CCDD3-6047-4C6F-93B4-0F52B7BA05C6}" dt="2020-07-01T14:11:07.077" v="4011" actId="20577"/>
          <ac:spMkLst>
            <pc:docMk/>
            <pc:sldMk cId="4148329437" sldId="343"/>
            <ac:spMk id="2" creationId="{380E9822-AEFB-48C4-A625-67CFCE3E9ACE}"/>
          </ac:spMkLst>
        </pc:spChg>
        <pc:spChg chg="mod">
          <ac:chgData name="Tom Hartley" userId="f9a9e95579b5c8ee" providerId="LiveId" clId="{D26CCDD3-6047-4C6F-93B4-0F52B7BA05C6}" dt="2020-07-01T11:19:31.159" v="3462" actId="14100"/>
          <ac:spMkLst>
            <pc:docMk/>
            <pc:sldMk cId="4148329437" sldId="343"/>
            <ac:spMk id="3" creationId="{B02B835C-C7D7-4D74-94CB-E5F4B33FBF3C}"/>
          </ac:spMkLst>
        </pc:spChg>
        <pc:picChg chg="add mod">
          <ac:chgData name="Tom Hartley" userId="f9a9e95579b5c8ee" providerId="LiveId" clId="{D26CCDD3-6047-4C6F-93B4-0F52B7BA05C6}" dt="2020-07-01T11:27:48.748" v="3559" actId="692"/>
          <ac:picMkLst>
            <pc:docMk/>
            <pc:sldMk cId="4148329437" sldId="343"/>
            <ac:picMk id="4" creationId="{BA47909E-7226-40CA-8C7D-93D589CFC26C}"/>
          </ac:picMkLst>
        </pc:picChg>
      </pc:sldChg>
      <pc:sldChg chg="addSp delSp modSp add">
        <pc:chgData name="Tom Hartley" userId="f9a9e95579b5c8ee" providerId="LiveId" clId="{D26CCDD3-6047-4C6F-93B4-0F52B7BA05C6}" dt="2020-07-01T13:41:12.573" v="4001" actId="1076"/>
        <pc:sldMkLst>
          <pc:docMk/>
          <pc:sldMk cId="1742488519" sldId="344"/>
        </pc:sldMkLst>
        <pc:spChg chg="mod">
          <ac:chgData name="Tom Hartley" userId="f9a9e95579b5c8ee" providerId="LiveId" clId="{D26CCDD3-6047-4C6F-93B4-0F52B7BA05C6}" dt="2020-07-01T11:20:28.448" v="3469"/>
          <ac:spMkLst>
            <pc:docMk/>
            <pc:sldMk cId="1742488519" sldId="344"/>
            <ac:spMk id="2" creationId="{BA077A46-2225-4CEB-9AB6-20AD10A33398}"/>
          </ac:spMkLst>
        </pc:spChg>
        <pc:spChg chg="mod">
          <ac:chgData name="Tom Hartley" userId="f9a9e95579b5c8ee" providerId="LiveId" clId="{D26CCDD3-6047-4C6F-93B4-0F52B7BA05C6}" dt="2020-07-01T11:21:34.417" v="3484" actId="20577"/>
          <ac:spMkLst>
            <pc:docMk/>
            <pc:sldMk cId="1742488519" sldId="344"/>
            <ac:spMk id="3" creationId="{AC054116-69BE-4412-8B97-629B91BBD99F}"/>
          </ac:spMkLst>
        </pc:spChg>
        <pc:spChg chg="add mod">
          <ac:chgData name="Tom Hartley" userId="f9a9e95579b5c8ee" providerId="LiveId" clId="{D26CCDD3-6047-4C6F-93B4-0F52B7BA05C6}" dt="2020-07-01T13:41:12.573" v="4001" actId="1076"/>
          <ac:spMkLst>
            <pc:docMk/>
            <pc:sldMk cId="1742488519" sldId="344"/>
            <ac:spMk id="5" creationId="{CB9D8985-F2B8-4869-86CC-9679F8D038E3}"/>
          </ac:spMkLst>
        </pc:spChg>
        <pc:spChg chg="add mod">
          <ac:chgData name="Tom Hartley" userId="f9a9e95579b5c8ee" providerId="LiveId" clId="{D26CCDD3-6047-4C6F-93B4-0F52B7BA05C6}" dt="2020-07-01T13:41:07.780" v="4000" actId="14100"/>
          <ac:spMkLst>
            <pc:docMk/>
            <pc:sldMk cId="1742488519" sldId="344"/>
            <ac:spMk id="6" creationId="{C500ECD0-62F2-4540-BCAB-68074314CE3B}"/>
          </ac:spMkLst>
        </pc:spChg>
        <pc:spChg chg="add mod">
          <ac:chgData name="Tom Hartley" userId="f9a9e95579b5c8ee" providerId="LiveId" clId="{D26CCDD3-6047-4C6F-93B4-0F52B7BA05C6}" dt="2020-07-01T13:41:01.673" v="3998" actId="1076"/>
          <ac:spMkLst>
            <pc:docMk/>
            <pc:sldMk cId="1742488519" sldId="344"/>
            <ac:spMk id="7" creationId="{A13C0111-2612-4069-B819-D7EA018653ED}"/>
          </ac:spMkLst>
        </pc:spChg>
        <pc:spChg chg="add mod">
          <ac:chgData name="Tom Hartley" userId="f9a9e95579b5c8ee" providerId="LiveId" clId="{D26CCDD3-6047-4C6F-93B4-0F52B7BA05C6}" dt="2020-07-01T13:40:58.645" v="3997" actId="14100"/>
          <ac:spMkLst>
            <pc:docMk/>
            <pc:sldMk cId="1742488519" sldId="344"/>
            <ac:spMk id="8" creationId="{4294BB28-E908-447D-BADA-0ADED16381F5}"/>
          </ac:spMkLst>
        </pc:spChg>
        <pc:picChg chg="add del mod">
          <ac:chgData name="Tom Hartley" userId="f9a9e95579b5c8ee" providerId="LiveId" clId="{D26CCDD3-6047-4C6F-93B4-0F52B7BA05C6}" dt="2020-07-01T13:40:43.875" v="3992" actId="478"/>
          <ac:picMkLst>
            <pc:docMk/>
            <pc:sldMk cId="1742488519" sldId="344"/>
            <ac:picMk id="4" creationId="{A2025726-4B63-4D87-8307-D2F660267795}"/>
          </ac:picMkLst>
        </pc:picChg>
        <pc:picChg chg="add mod">
          <ac:chgData name="Tom Hartley" userId="f9a9e95579b5c8ee" providerId="LiveId" clId="{D26CCDD3-6047-4C6F-93B4-0F52B7BA05C6}" dt="2020-07-01T13:40:51.929" v="3995" actId="1076"/>
          <ac:picMkLst>
            <pc:docMk/>
            <pc:sldMk cId="1742488519" sldId="344"/>
            <ac:picMk id="9" creationId="{35EF8E27-5883-49C4-B0C6-4F77B4812DEA}"/>
          </ac:picMkLst>
        </pc:picChg>
      </pc:sldChg>
      <pc:sldChg chg="modSp add">
        <pc:chgData name="Tom Hartley" userId="f9a9e95579b5c8ee" providerId="LiveId" clId="{D26CCDD3-6047-4C6F-93B4-0F52B7BA05C6}" dt="2020-07-01T11:22:58.662" v="3503" actId="113"/>
        <pc:sldMkLst>
          <pc:docMk/>
          <pc:sldMk cId="2614495322" sldId="345"/>
        </pc:sldMkLst>
        <pc:spChg chg="mod">
          <ac:chgData name="Tom Hartley" userId="f9a9e95579b5c8ee" providerId="LiveId" clId="{D26CCDD3-6047-4C6F-93B4-0F52B7BA05C6}" dt="2020-07-01T11:22:10.859" v="3493" actId="27636"/>
          <ac:spMkLst>
            <pc:docMk/>
            <pc:sldMk cId="2614495322" sldId="345"/>
            <ac:spMk id="2" creationId="{A49BF1C2-AF2B-4589-90B9-11D0D49BA68F}"/>
          </ac:spMkLst>
        </pc:spChg>
        <pc:spChg chg="mod">
          <ac:chgData name="Tom Hartley" userId="f9a9e95579b5c8ee" providerId="LiveId" clId="{D26CCDD3-6047-4C6F-93B4-0F52B7BA05C6}" dt="2020-07-01T11:22:58.662" v="3503" actId="113"/>
          <ac:spMkLst>
            <pc:docMk/>
            <pc:sldMk cId="2614495322" sldId="345"/>
            <ac:spMk id="3" creationId="{3B879BE9-2A8C-45E5-AA39-EEED513B434C}"/>
          </ac:spMkLst>
        </pc:spChg>
      </pc:sldChg>
      <pc:sldChg chg="addSp modSp add">
        <pc:chgData name="Tom Hartley" userId="f9a9e95579b5c8ee" providerId="LiveId" clId="{D26CCDD3-6047-4C6F-93B4-0F52B7BA05C6}" dt="2020-07-01T11:29:10.698" v="3567" actId="20577"/>
        <pc:sldMkLst>
          <pc:docMk/>
          <pc:sldMk cId="2216751120" sldId="346"/>
        </pc:sldMkLst>
        <pc:spChg chg="mod">
          <ac:chgData name="Tom Hartley" userId="f9a9e95579b5c8ee" providerId="LiveId" clId="{D26CCDD3-6047-4C6F-93B4-0F52B7BA05C6}" dt="2020-07-01T11:25:10.728" v="3507" actId="27636"/>
          <ac:spMkLst>
            <pc:docMk/>
            <pc:sldMk cId="2216751120" sldId="346"/>
            <ac:spMk id="2" creationId="{D0EDAC43-13D4-46B0-9800-985F2675E0DF}"/>
          </ac:spMkLst>
        </pc:spChg>
        <pc:spChg chg="mod">
          <ac:chgData name="Tom Hartley" userId="f9a9e95579b5c8ee" providerId="LiveId" clId="{D26CCDD3-6047-4C6F-93B4-0F52B7BA05C6}" dt="2020-07-01T11:29:10.698" v="3567" actId="20577"/>
          <ac:spMkLst>
            <pc:docMk/>
            <pc:sldMk cId="2216751120" sldId="346"/>
            <ac:spMk id="3" creationId="{C9E2778A-9EC6-451E-A8C1-A688E980AED9}"/>
          </ac:spMkLst>
        </pc:spChg>
        <pc:picChg chg="add mod">
          <ac:chgData name="Tom Hartley" userId="f9a9e95579b5c8ee" providerId="LiveId" clId="{D26CCDD3-6047-4C6F-93B4-0F52B7BA05C6}" dt="2020-07-01T11:27:30.313" v="3543" actId="1440"/>
          <ac:picMkLst>
            <pc:docMk/>
            <pc:sldMk cId="2216751120" sldId="346"/>
            <ac:picMk id="4" creationId="{5BBFC79E-4232-45B1-A082-28B360212DFD}"/>
          </ac:picMkLst>
        </pc:picChg>
        <pc:cxnChg chg="add mod">
          <ac:chgData name="Tom Hartley" userId="f9a9e95579b5c8ee" providerId="LiveId" clId="{D26CCDD3-6047-4C6F-93B4-0F52B7BA05C6}" dt="2020-07-01T11:27:09.242" v="3529" actId="14100"/>
          <ac:cxnSpMkLst>
            <pc:docMk/>
            <pc:sldMk cId="2216751120" sldId="346"/>
            <ac:cxnSpMk id="5" creationId="{362D8A25-FD3C-42A3-B69F-E537B2CCEB40}"/>
          </ac:cxnSpMkLst>
        </pc:cxnChg>
      </pc:sldChg>
      <pc:sldChg chg="addSp delSp modSp add">
        <pc:chgData name="Tom Hartley" userId="f9a9e95579b5c8ee" providerId="LiveId" clId="{D26CCDD3-6047-4C6F-93B4-0F52B7BA05C6}" dt="2020-07-01T13:41:52.131" v="4006" actId="166"/>
        <pc:sldMkLst>
          <pc:docMk/>
          <pc:sldMk cId="3849503229" sldId="347"/>
        </pc:sldMkLst>
        <pc:spChg chg="mod">
          <ac:chgData name="Tom Hartley" userId="f9a9e95579b5c8ee" providerId="LiveId" clId="{D26CCDD3-6047-4C6F-93B4-0F52B7BA05C6}" dt="2020-07-01T11:29:45.026" v="3574" actId="27636"/>
          <ac:spMkLst>
            <pc:docMk/>
            <pc:sldMk cId="3849503229" sldId="347"/>
            <ac:spMk id="2" creationId="{4F2E007D-3F9B-4DA3-AEF7-5569C44067D4}"/>
          </ac:spMkLst>
        </pc:spChg>
        <pc:spChg chg="mod">
          <ac:chgData name="Tom Hartley" userId="f9a9e95579b5c8ee" providerId="LiveId" clId="{D26CCDD3-6047-4C6F-93B4-0F52B7BA05C6}" dt="2020-07-01T11:31:57.040" v="3601" actId="313"/>
          <ac:spMkLst>
            <pc:docMk/>
            <pc:sldMk cId="3849503229" sldId="347"/>
            <ac:spMk id="3" creationId="{0A5A4F3D-29E1-46F8-94CB-F7A8EED6816A}"/>
          </ac:spMkLst>
        </pc:spChg>
        <pc:spChg chg="add mod ord">
          <ac:chgData name="Tom Hartley" userId="f9a9e95579b5c8ee" providerId="LiveId" clId="{D26CCDD3-6047-4C6F-93B4-0F52B7BA05C6}" dt="2020-07-01T13:41:52.131" v="4006" actId="166"/>
          <ac:spMkLst>
            <pc:docMk/>
            <pc:sldMk cId="3849503229" sldId="347"/>
            <ac:spMk id="8" creationId="{8501B81B-4E9C-4506-8F3C-2F90DDEABB8D}"/>
          </ac:spMkLst>
        </pc:spChg>
        <pc:picChg chg="add del mod">
          <ac:chgData name="Tom Hartley" userId="f9a9e95579b5c8ee" providerId="LiveId" clId="{D26CCDD3-6047-4C6F-93B4-0F52B7BA05C6}" dt="2020-07-01T13:41:45.063" v="4002" actId="478"/>
          <ac:picMkLst>
            <pc:docMk/>
            <pc:sldMk cId="3849503229" sldId="347"/>
            <ac:picMk id="4" creationId="{F5F3EB1A-1934-4086-BACD-53D3DE15628A}"/>
          </ac:picMkLst>
        </pc:picChg>
        <pc:picChg chg="add">
          <ac:chgData name="Tom Hartley" userId="f9a9e95579b5c8ee" providerId="LiveId" clId="{D26CCDD3-6047-4C6F-93B4-0F52B7BA05C6}" dt="2020-07-01T11:30:39.928" v="3589"/>
          <ac:picMkLst>
            <pc:docMk/>
            <pc:sldMk cId="3849503229" sldId="347"/>
            <ac:picMk id="5" creationId="{06482EB6-7CC5-4C7E-84B9-4314F7AD9BB5}"/>
          </ac:picMkLst>
        </pc:picChg>
        <pc:picChg chg="add">
          <ac:chgData name="Tom Hartley" userId="f9a9e95579b5c8ee" providerId="LiveId" clId="{D26CCDD3-6047-4C6F-93B4-0F52B7BA05C6}" dt="2020-07-01T11:30:39.928" v="3589"/>
          <ac:picMkLst>
            <pc:docMk/>
            <pc:sldMk cId="3849503229" sldId="347"/>
            <ac:picMk id="6" creationId="{418BCEB7-2CD1-4081-912C-80348F322A56}"/>
          </ac:picMkLst>
        </pc:picChg>
        <pc:picChg chg="add mod">
          <ac:chgData name="Tom Hartley" userId="f9a9e95579b5c8ee" providerId="LiveId" clId="{D26CCDD3-6047-4C6F-93B4-0F52B7BA05C6}" dt="2020-07-01T13:41:49.878" v="4005" actId="1076"/>
          <ac:picMkLst>
            <pc:docMk/>
            <pc:sldMk cId="3849503229" sldId="347"/>
            <ac:picMk id="9" creationId="{FDA32DB3-E4F2-4926-A0E3-4BACE5B885B3}"/>
          </ac:picMkLst>
        </pc:picChg>
        <pc:cxnChg chg="add">
          <ac:chgData name="Tom Hartley" userId="f9a9e95579b5c8ee" providerId="LiveId" clId="{D26CCDD3-6047-4C6F-93B4-0F52B7BA05C6}" dt="2020-07-01T11:30:39.928" v="3589"/>
          <ac:cxnSpMkLst>
            <pc:docMk/>
            <pc:sldMk cId="3849503229" sldId="347"/>
            <ac:cxnSpMk id="7" creationId="{0033F7BD-EFE8-406E-A1C4-F4670662A7BF}"/>
          </ac:cxnSpMkLst>
        </pc:cxnChg>
      </pc:sldChg>
      <pc:sldChg chg="modSp add">
        <pc:chgData name="Tom Hartley" userId="f9a9e95579b5c8ee" providerId="LiveId" clId="{D26CCDD3-6047-4C6F-93B4-0F52B7BA05C6}" dt="2020-07-01T12:48:13.925" v="3871" actId="20577"/>
        <pc:sldMkLst>
          <pc:docMk/>
          <pc:sldMk cId="4187159100" sldId="348"/>
        </pc:sldMkLst>
        <pc:spChg chg="mod">
          <ac:chgData name="Tom Hartley" userId="f9a9e95579b5c8ee" providerId="LiveId" clId="{D26CCDD3-6047-4C6F-93B4-0F52B7BA05C6}" dt="2020-07-01T12:46:56.526" v="3809" actId="20577"/>
          <ac:spMkLst>
            <pc:docMk/>
            <pc:sldMk cId="4187159100" sldId="348"/>
            <ac:spMk id="2" creationId="{00000000-0000-0000-0000-000000000000}"/>
          </ac:spMkLst>
        </pc:spChg>
        <pc:spChg chg="mod">
          <ac:chgData name="Tom Hartley" userId="f9a9e95579b5c8ee" providerId="LiveId" clId="{D26CCDD3-6047-4C6F-93B4-0F52B7BA05C6}" dt="2020-07-01T12:48:13.925" v="3871" actId="20577"/>
          <ac:spMkLst>
            <pc:docMk/>
            <pc:sldMk cId="4187159100" sldId="348"/>
            <ac:spMk id="3" creationId="{00000000-0000-0000-0000-000000000000}"/>
          </ac:spMkLst>
        </pc:spChg>
      </pc:sldChg>
      <pc:sldChg chg="modSp add">
        <pc:chgData name="Tom Hartley" userId="f9a9e95579b5c8ee" providerId="LiveId" clId="{D26CCDD3-6047-4C6F-93B4-0F52B7BA05C6}" dt="2020-07-01T12:49:11.993" v="3879" actId="20577"/>
        <pc:sldMkLst>
          <pc:docMk/>
          <pc:sldMk cId="1383986837" sldId="349"/>
        </pc:sldMkLst>
        <pc:spChg chg="mod">
          <ac:chgData name="Tom Hartley" userId="f9a9e95579b5c8ee" providerId="LiveId" clId="{D26CCDD3-6047-4C6F-93B4-0F52B7BA05C6}" dt="2020-07-01T12:49:05.337" v="3875" actId="20577"/>
          <ac:spMkLst>
            <pc:docMk/>
            <pc:sldMk cId="1383986837" sldId="349"/>
            <ac:spMk id="2" creationId="{00000000-0000-0000-0000-000000000000}"/>
          </ac:spMkLst>
        </pc:spChg>
        <pc:spChg chg="mod">
          <ac:chgData name="Tom Hartley" userId="f9a9e95579b5c8ee" providerId="LiveId" clId="{D26CCDD3-6047-4C6F-93B4-0F52B7BA05C6}" dt="2020-07-01T12:49:11.993" v="3879" actId="20577"/>
          <ac:spMkLst>
            <pc:docMk/>
            <pc:sldMk cId="1383986837" sldId="349"/>
            <ac:spMk id="3" creationId="{00000000-0000-0000-0000-000000000000}"/>
          </ac:spMkLst>
        </pc:spChg>
      </pc:sldChg>
      <pc:sldChg chg="addSp modSp add">
        <pc:chgData name="Tom Hartley" userId="f9a9e95579b5c8ee" providerId="LiveId" clId="{D26CCDD3-6047-4C6F-93B4-0F52B7BA05C6}" dt="2020-07-01T15:58:03.510" v="4337" actId="1076"/>
        <pc:sldMkLst>
          <pc:docMk/>
          <pc:sldMk cId="3465304555" sldId="350"/>
        </pc:sldMkLst>
        <pc:spChg chg="mod">
          <ac:chgData name="Tom Hartley" userId="f9a9e95579b5c8ee" providerId="LiveId" clId="{D26CCDD3-6047-4C6F-93B4-0F52B7BA05C6}" dt="2020-07-01T15:50:53.554" v="4082" actId="20577"/>
          <ac:spMkLst>
            <pc:docMk/>
            <pc:sldMk cId="3465304555" sldId="350"/>
            <ac:spMk id="2" creationId="{1380C4F1-625B-4E47-BDEE-6E85DE945BAF}"/>
          </ac:spMkLst>
        </pc:spChg>
        <pc:spChg chg="mod">
          <ac:chgData name="Tom Hartley" userId="f9a9e95579b5c8ee" providerId="LiveId" clId="{D26CCDD3-6047-4C6F-93B4-0F52B7BA05C6}" dt="2020-07-01T15:57:06.229" v="4328" actId="27636"/>
          <ac:spMkLst>
            <pc:docMk/>
            <pc:sldMk cId="3465304555" sldId="350"/>
            <ac:spMk id="3" creationId="{F7AC3B9A-29B9-40D3-AC1B-63C73B946814}"/>
          </ac:spMkLst>
        </pc:spChg>
        <pc:picChg chg="add mod">
          <ac:chgData name="Tom Hartley" userId="f9a9e95579b5c8ee" providerId="LiveId" clId="{D26CCDD3-6047-4C6F-93B4-0F52B7BA05C6}" dt="2020-07-01T15:58:03.510" v="4337" actId="1076"/>
          <ac:picMkLst>
            <pc:docMk/>
            <pc:sldMk cId="3465304555" sldId="350"/>
            <ac:picMk id="4" creationId="{2D457488-2FDB-4AE8-9E35-48CB00966472}"/>
          </ac:picMkLst>
        </pc:picChg>
      </pc:sldChg>
    </pc:docChg>
  </pc:docChgLst>
  <pc:docChgLst>
    <pc:chgData name="Tom Hartley" userId="f9a9e95579b5c8ee" providerId="LiveId" clId="{0E3AA9C1-42BD-41FF-B9A2-393A110773FB}"/>
    <pc:docChg chg="custSel delSld modSld">
      <pc:chgData name="Tom Hartley" userId="f9a9e95579b5c8ee" providerId="LiveId" clId="{0E3AA9C1-42BD-41FF-B9A2-393A110773FB}" dt="2020-09-30T06:38:04.297" v="30" actId="478"/>
      <pc:docMkLst>
        <pc:docMk/>
      </pc:docMkLst>
      <pc:sldChg chg="delSp">
        <pc:chgData name="Tom Hartley" userId="f9a9e95579b5c8ee" providerId="LiveId" clId="{0E3AA9C1-42BD-41FF-B9A2-393A110773FB}" dt="2020-09-30T06:38:04.297" v="30" actId="478"/>
        <pc:sldMkLst>
          <pc:docMk/>
          <pc:sldMk cId="367599832" sldId="256"/>
        </pc:sldMkLst>
        <pc:spChg chg="del">
          <ac:chgData name="Tom Hartley" userId="f9a9e95579b5c8ee" providerId="LiveId" clId="{0E3AA9C1-42BD-41FF-B9A2-393A110773FB}" dt="2020-09-30T06:38:04.297" v="30" actId="478"/>
          <ac:spMkLst>
            <pc:docMk/>
            <pc:sldMk cId="367599832" sldId="256"/>
            <ac:spMk id="7" creationId="{00000000-0000-0000-0000-000000000000}"/>
          </ac:spMkLst>
        </pc:spChg>
      </pc:sldChg>
      <pc:sldChg chg="del">
        <pc:chgData name="Tom Hartley" userId="f9a9e95579b5c8ee" providerId="LiveId" clId="{0E3AA9C1-42BD-41FF-B9A2-393A110773FB}" dt="2020-09-30T06:35:43.947" v="0" actId="2696"/>
        <pc:sldMkLst>
          <pc:docMk/>
          <pc:sldMk cId="3246675837" sldId="338"/>
        </pc:sldMkLst>
      </pc:sldChg>
      <pc:sldChg chg="modSp">
        <pc:chgData name="Tom Hartley" userId="f9a9e95579b5c8ee" providerId="LiveId" clId="{0E3AA9C1-42BD-41FF-B9A2-393A110773FB}" dt="2020-09-30T06:37:13.860" v="29" actId="20577"/>
        <pc:sldMkLst>
          <pc:docMk/>
          <pc:sldMk cId="2043590837" sldId="441"/>
        </pc:sldMkLst>
        <pc:spChg chg="mod">
          <ac:chgData name="Tom Hartley" userId="f9a9e95579b5c8ee" providerId="LiveId" clId="{0E3AA9C1-42BD-41FF-B9A2-393A110773FB}" dt="2020-09-30T06:37:13.860" v="29" actId="20577"/>
          <ac:spMkLst>
            <pc:docMk/>
            <pc:sldMk cId="2043590837" sldId="441"/>
            <ac:spMk id="3" creationId="{6A8F7ABA-B866-4F3B-B364-216FDD631FF0}"/>
          </ac:spMkLst>
        </pc:spChg>
      </pc:sldChg>
    </pc:docChg>
  </pc:docChgLst>
  <pc:docChgLst>
    <pc:chgData name="Tom Hartley" userId="f9a9e95579b5c8ee" providerId="LiveId" clId="{CE083D42-6BBC-4414-A638-E590CB5E0725}"/>
    <pc:docChg chg="modSld sldOrd">
      <pc:chgData name="Tom Hartley" userId="f9a9e95579b5c8ee" providerId="LiveId" clId="{CE083D42-6BBC-4414-A638-E590CB5E0725}" dt="2020-10-15T09:28:06.494" v="1" actId="403"/>
      <pc:docMkLst>
        <pc:docMk/>
      </pc:docMkLst>
      <pc:sldChg chg="ord">
        <pc:chgData name="Tom Hartley" userId="f9a9e95579b5c8ee" providerId="LiveId" clId="{CE083D42-6BBC-4414-A638-E590CB5E0725}" dt="2020-10-15T09:27:55.396" v="0"/>
        <pc:sldMkLst>
          <pc:docMk/>
          <pc:sldMk cId="3247829565" sldId="463"/>
        </pc:sldMkLst>
      </pc:sldChg>
      <pc:sldChg chg="ord">
        <pc:chgData name="Tom Hartley" userId="f9a9e95579b5c8ee" providerId="LiveId" clId="{CE083D42-6BBC-4414-A638-E590CB5E0725}" dt="2020-10-15T09:27:55.396" v="0"/>
        <pc:sldMkLst>
          <pc:docMk/>
          <pc:sldMk cId="1496818681" sldId="464"/>
        </pc:sldMkLst>
      </pc:sldChg>
      <pc:sldChg chg="modSp">
        <pc:chgData name="Tom Hartley" userId="f9a9e95579b5c8ee" providerId="LiveId" clId="{CE083D42-6BBC-4414-A638-E590CB5E0725}" dt="2020-10-15T09:28:06.494" v="1" actId="403"/>
        <pc:sldMkLst>
          <pc:docMk/>
          <pc:sldMk cId="1844582738" sldId="477"/>
        </pc:sldMkLst>
        <pc:spChg chg="mod">
          <ac:chgData name="Tom Hartley" userId="f9a9e95579b5c8ee" providerId="LiveId" clId="{CE083D42-6BBC-4414-A638-E590CB5E0725}" dt="2020-10-15T09:28:06.494" v="1" actId="403"/>
          <ac:spMkLst>
            <pc:docMk/>
            <pc:sldMk cId="1844582738" sldId="477"/>
            <ac:spMk id="3" creationId="{693D9C29-07B9-400C-AE55-404F740AD54D}"/>
          </ac:spMkLst>
        </pc:spChg>
      </pc:sldChg>
    </pc:docChg>
  </pc:docChgLst>
  <pc:docChgLst>
    <pc:chgData name="Tom Hartley" userId="f9a9e95579b5c8ee" providerId="LiveId" clId="{47F6901F-6BF4-494A-B21C-01053BBE7FA1}"/>
    <pc:docChg chg="modSld">
      <pc:chgData name="Tom Hartley" userId="f9a9e95579b5c8ee" providerId="LiveId" clId="{47F6901F-6BF4-494A-B21C-01053BBE7FA1}" dt="2023-10-25T16:36:55.370" v="0" actId="20577"/>
      <pc:docMkLst>
        <pc:docMk/>
      </pc:docMkLst>
      <pc:sldChg chg="modSp mod">
        <pc:chgData name="Tom Hartley" userId="f9a9e95579b5c8ee" providerId="LiveId" clId="{47F6901F-6BF4-494A-B21C-01053BBE7FA1}" dt="2023-10-25T16:36:55.370" v="0" actId="20577"/>
        <pc:sldMkLst>
          <pc:docMk/>
          <pc:sldMk cId="3984578066" sldId="315"/>
        </pc:sldMkLst>
        <pc:spChg chg="mod">
          <ac:chgData name="Tom Hartley" userId="f9a9e95579b5c8ee" providerId="LiveId" clId="{47F6901F-6BF4-494A-B21C-01053BBE7FA1}" dt="2023-10-25T16:36:55.370" v="0" actId="20577"/>
          <ac:spMkLst>
            <pc:docMk/>
            <pc:sldMk cId="3984578066" sldId="315"/>
            <ac:spMk id="3" creationId="{00000000-0000-0000-0000-000000000000}"/>
          </ac:spMkLst>
        </pc:spChg>
      </pc:sldChg>
    </pc:docChg>
  </pc:docChgLst>
  <pc:docChgLst>
    <pc:chgData name="Tom Hartley" userId="f9a9e95579b5c8ee" providerId="LiveId" clId="{0FA57AC1-C137-42F0-AC9B-1BC797675C71}"/>
    <pc:docChg chg="undo custSel addSld delSld modSld sldOrd">
      <pc:chgData name="Tom Hartley" userId="f9a9e95579b5c8ee" providerId="LiveId" clId="{0FA57AC1-C137-42F0-AC9B-1BC797675C71}" dt="2020-07-16T11:04:29.246" v="5081" actId="20577"/>
      <pc:docMkLst>
        <pc:docMk/>
      </pc:docMkLst>
      <pc:sldChg chg="modSp">
        <pc:chgData name="Tom Hartley" userId="f9a9e95579b5c8ee" providerId="LiveId" clId="{0FA57AC1-C137-42F0-AC9B-1BC797675C71}" dt="2020-07-15T17:06:33.763" v="16" actId="20577"/>
        <pc:sldMkLst>
          <pc:docMk/>
          <pc:sldMk cId="367599832" sldId="256"/>
        </pc:sldMkLst>
        <pc:spChg chg="mod">
          <ac:chgData name="Tom Hartley" userId="f9a9e95579b5c8ee" providerId="LiveId" clId="{0FA57AC1-C137-42F0-AC9B-1BC797675C71}" dt="2020-07-15T17:06:33.763" v="16" actId="20577"/>
          <ac:spMkLst>
            <pc:docMk/>
            <pc:sldMk cId="367599832" sldId="256"/>
            <ac:spMk id="3" creationId="{00000000-0000-0000-0000-000000000000}"/>
          </ac:spMkLst>
        </pc:spChg>
      </pc:sldChg>
      <pc:sldChg chg="modSp">
        <pc:chgData name="Tom Hartley" userId="f9a9e95579b5c8ee" providerId="LiveId" clId="{0FA57AC1-C137-42F0-AC9B-1BC797675C71}" dt="2020-07-16T11:02:31.591" v="4987"/>
        <pc:sldMkLst>
          <pc:docMk/>
          <pc:sldMk cId="2579396489" sldId="257"/>
        </pc:sldMkLst>
        <pc:spChg chg="mod">
          <ac:chgData name="Tom Hartley" userId="f9a9e95579b5c8ee" providerId="LiveId" clId="{0FA57AC1-C137-42F0-AC9B-1BC797675C71}" dt="2020-07-16T11:02:31.591" v="4987"/>
          <ac:spMkLst>
            <pc:docMk/>
            <pc:sldMk cId="2579396489" sldId="257"/>
            <ac:spMk id="3" creationId="{00000000-0000-0000-0000-000000000000}"/>
          </ac:spMkLst>
        </pc:spChg>
      </pc:sldChg>
      <pc:sldChg chg="modSp">
        <pc:chgData name="Tom Hartley" userId="f9a9e95579b5c8ee" providerId="LiveId" clId="{0FA57AC1-C137-42F0-AC9B-1BC797675C71}" dt="2020-07-16T11:03:08.318" v="5026"/>
        <pc:sldMkLst>
          <pc:docMk/>
          <pc:sldMk cId="3984578066" sldId="315"/>
        </pc:sldMkLst>
        <pc:spChg chg="mod">
          <ac:chgData name="Tom Hartley" userId="f9a9e95579b5c8ee" providerId="LiveId" clId="{0FA57AC1-C137-42F0-AC9B-1BC797675C71}" dt="2020-07-16T11:03:08.318" v="5026"/>
          <ac:spMkLst>
            <pc:docMk/>
            <pc:sldMk cId="3984578066" sldId="315"/>
            <ac:spMk id="3" creationId="{00000000-0000-0000-0000-000000000000}"/>
          </ac:spMkLst>
        </pc:spChg>
      </pc:sldChg>
      <pc:sldChg chg="modSp">
        <pc:chgData name="Tom Hartley" userId="f9a9e95579b5c8ee" providerId="LiveId" clId="{0FA57AC1-C137-42F0-AC9B-1BC797675C71}" dt="2020-07-16T11:02:14.218" v="4986" actId="20577"/>
        <pc:sldMkLst>
          <pc:docMk/>
          <pc:sldMk cId="3246675837" sldId="338"/>
        </pc:sldMkLst>
        <pc:spChg chg="mod">
          <ac:chgData name="Tom Hartley" userId="f9a9e95579b5c8ee" providerId="LiveId" clId="{0FA57AC1-C137-42F0-AC9B-1BC797675C71}" dt="2020-07-16T11:02:14.218" v="4986" actId="20577"/>
          <ac:spMkLst>
            <pc:docMk/>
            <pc:sldMk cId="3246675837" sldId="338"/>
            <ac:spMk id="3" creationId="{43B0F680-B6C8-4E2F-A37B-81E9794C149B}"/>
          </ac:spMkLst>
        </pc:spChg>
      </pc:sldChg>
      <pc:sldChg chg="modSp">
        <pc:chgData name="Tom Hartley" userId="f9a9e95579b5c8ee" providerId="LiveId" clId="{0FA57AC1-C137-42F0-AC9B-1BC797675C71}" dt="2020-07-16T11:04:29.246" v="5081" actId="20577"/>
        <pc:sldMkLst>
          <pc:docMk/>
          <pc:sldMk cId="1342545484" sldId="349"/>
        </pc:sldMkLst>
        <pc:spChg chg="mod">
          <ac:chgData name="Tom Hartley" userId="f9a9e95579b5c8ee" providerId="LiveId" clId="{0FA57AC1-C137-42F0-AC9B-1BC797675C71}" dt="2020-07-16T11:04:29.246" v="5081" actId="20577"/>
          <ac:spMkLst>
            <pc:docMk/>
            <pc:sldMk cId="1342545484" sldId="349"/>
            <ac:spMk id="3" creationId="{F117B49B-7C8F-4104-870D-5441AACD8C53}"/>
          </ac:spMkLst>
        </pc:spChg>
      </pc:sldChg>
      <pc:sldChg chg="modSp">
        <pc:chgData name="Tom Hartley" userId="f9a9e95579b5c8ee" providerId="LiveId" clId="{0FA57AC1-C137-42F0-AC9B-1BC797675C71}" dt="2020-07-16T11:02:08.706" v="4985" actId="20577"/>
        <pc:sldMkLst>
          <pc:docMk/>
          <pc:sldMk cId="2043590837" sldId="441"/>
        </pc:sldMkLst>
        <pc:spChg chg="mod">
          <ac:chgData name="Tom Hartley" userId="f9a9e95579b5c8ee" providerId="LiveId" clId="{0FA57AC1-C137-42F0-AC9B-1BC797675C71}" dt="2020-07-16T11:02:00.594" v="4969" actId="20577"/>
          <ac:spMkLst>
            <pc:docMk/>
            <pc:sldMk cId="2043590837" sldId="441"/>
            <ac:spMk id="2" creationId="{5D2839CB-5157-465E-9650-8AE15510BD87}"/>
          </ac:spMkLst>
        </pc:spChg>
        <pc:spChg chg="mod">
          <ac:chgData name="Tom Hartley" userId="f9a9e95579b5c8ee" providerId="LiveId" clId="{0FA57AC1-C137-42F0-AC9B-1BC797675C71}" dt="2020-07-16T11:02:08.706" v="4985" actId="20577"/>
          <ac:spMkLst>
            <pc:docMk/>
            <pc:sldMk cId="2043590837" sldId="441"/>
            <ac:spMk id="3" creationId="{6A8F7ABA-B866-4F3B-B364-216FDD631FF0}"/>
          </ac:spMkLst>
        </pc:spChg>
      </pc:sldChg>
      <pc:sldChg chg="modSp ord">
        <pc:chgData name="Tom Hartley" userId="f9a9e95579b5c8ee" providerId="LiveId" clId="{0FA57AC1-C137-42F0-AC9B-1BC797675C71}" dt="2020-07-15T20:21:35.112" v="211"/>
        <pc:sldMkLst>
          <pc:docMk/>
          <pc:sldMk cId="1190540744" sldId="442"/>
        </pc:sldMkLst>
        <pc:spChg chg="mod">
          <ac:chgData name="Tom Hartley" userId="f9a9e95579b5c8ee" providerId="LiveId" clId="{0FA57AC1-C137-42F0-AC9B-1BC797675C71}" dt="2020-07-15T20:21:35.112" v="211"/>
          <ac:spMkLst>
            <pc:docMk/>
            <pc:sldMk cId="1190540744" sldId="442"/>
            <ac:spMk id="2" creationId="{BD4779D9-A6EC-415B-97A4-95769655EF89}"/>
          </ac:spMkLst>
        </pc:spChg>
        <pc:spChg chg="mod">
          <ac:chgData name="Tom Hartley" userId="f9a9e95579b5c8ee" providerId="LiveId" clId="{0FA57AC1-C137-42F0-AC9B-1BC797675C71}" dt="2020-07-15T20:21:20.342" v="210" actId="20577"/>
          <ac:spMkLst>
            <pc:docMk/>
            <pc:sldMk cId="1190540744" sldId="442"/>
            <ac:spMk id="3" creationId="{22E8B1A1-9544-4A41-8405-7AC5FCC3BEAF}"/>
          </ac:spMkLst>
        </pc:spChg>
      </pc:sldChg>
      <pc:sldChg chg="addSp modSp">
        <pc:chgData name="Tom Hartley" userId="f9a9e95579b5c8ee" providerId="LiveId" clId="{0FA57AC1-C137-42F0-AC9B-1BC797675C71}" dt="2020-07-16T06:43:24.861" v="2096" actId="404"/>
        <pc:sldMkLst>
          <pc:docMk/>
          <pc:sldMk cId="458440758" sldId="443"/>
        </pc:sldMkLst>
        <pc:spChg chg="mod">
          <ac:chgData name="Tom Hartley" userId="f9a9e95579b5c8ee" providerId="LiveId" clId="{0FA57AC1-C137-42F0-AC9B-1BC797675C71}" dt="2020-07-16T05:54:20.864" v="511"/>
          <ac:spMkLst>
            <pc:docMk/>
            <pc:sldMk cId="458440758" sldId="443"/>
            <ac:spMk id="2" creationId="{BD4779D9-A6EC-415B-97A4-95769655EF89}"/>
          </ac:spMkLst>
        </pc:spChg>
        <pc:spChg chg="mod">
          <ac:chgData name="Tom Hartley" userId="f9a9e95579b5c8ee" providerId="LiveId" clId="{0FA57AC1-C137-42F0-AC9B-1BC797675C71}" dt="2020-07-16T06:43:24.861" v="2096" actId="404"/>
          <ac:spMkLst>
            <pc:docMk/>
            <pc:sldMk cId="458440758" sldId="443"/>
            <ac:spMk id="3" creationId="{22E8B1A1-9544-4A41-8405-7AC5FCC3BEAF}"/>
          </ac:spMkLst>
        </pc:spChg>
        <pc:spChg chg="add mod">
          <ac:chgData name="Tom Hartley" userId="f9a9e95579b5c8ee" providerId="LiveId" clId="{0FA57AC1-C137-42F0-AC9B-1BC797675C71}" dt="2020-07-16T05:58:30.301" v="620" actId="13822"/>
          <ac:spMkLst>
            <pc:docMk/>
            <pc:sldMk cId="458440758" sldId="443"/>
            <ac:spMk id="4" creationId="{898B4D93-4ADC-47C7-BC28-55F500EADDC6}"/>
          </ac:spMkLst>
        </pc:spChg>
      </pc:sldChg>
      <pc:sldChg chg="modSp del ord">
        <pc:chgData name="Tom Hartley" userId="f9a9e95579b5c8ee" providerId="LiveId" clId="{0FA57AC1-C137-42F0-AC9B-1BC797675C71}" dt="2020-07-16T09:37:01.318" v="3079" actId="2696"/>
        <pc:sldMkLst>
          <pc:docMk/>
          <pc:sldMk cId="422484362" sldId="444"/>
        </pc:sldMkLst>
        <pc:spChg chg="mod">
          <ac:chgData name="Tom Hartley" userId="f9a9e95579b5c8ee" providerId="LiveId" clId="{0FA57AC1-C137-42F0-AC9B-1BC797675C71}" dt="2020-07-15T17:14:32.078" v="74"/>
          <ac:spMkLst>
            <pc:docMk/>
            <pc:sldMk cId="422484362" sldId="444"/>
            <ac:spMk id="2" creationId="{BD4779D9-A6EC-415B-97A4-95769655EF89}"/>
          </ac:spMkLst>
        </pc:spChg>
        <pc:spChg chg="mod">
          <ac:chgData name="Tom Hartley" userId="f9a9e95579b5c8ee" providerId="LiveId" clId="{0FA57AC1-C137-42F0-AC9B-1BC797675C71}" dt="2020-07-15T17:14:41.724" v="76"/>
          <ac:spMkLst>
            <pc:docMk/>
            <pc:sldMk cId="422484362" sldId="444"/>
            <ac:spMk id="3" creationId="{22E8B1A1-9544-4A41-8405-7AC5FCC3BEAF}"/>
          </ac:spMkLst>
        </pc:spChg>
      </pc:sldChg>
      <pc:sldChg chg="modSp del">
        <pc:chgData name="Tom Hartley" userId="f9a9e95579b5c8ee" providerId="LiveId" clId="{0FA57AC1-C137-42F0-AC9B-1BC797675C71}" dt="2020-07-16T10:29:50.272" v="4601" actId="2696"/>
        <pc:sldMkLst>
          <pc:docMk/>
          <pc:sldMk cId="115108451" sldId="445"/>
        </pc:sldMkLst>
        <pc:spChg chg="mod">
          <ac:chgData name="Tom Hartley" userId="f9a9e95579b5c8ee" providerId="LiveId" clId="{0FA57AC1-C137-42F0-AC9B-1BC797675C71}" dt="2020-07-15T17:15:06.728" v="78"/>
          <ac:spMkLst>
            <pc:docMk/>
            <pc:sldMk cId="115108451" sldId="445"/>
            <ac:spMk id="2" creationId="{BD4779D9-A6EC-415B-97A4-95769655EF89}"/>
          </ac:spMkLst>
        </pc:spChg>
      </pc:sldChg>
      <pc:sldChg chg="modSp del">
        <pc:chgData name="Tom Hartley" userId="f9a9e95579b5c8ee" providerId="LiveId" clId="{0FA57AC1-C137-42F0-AC9B-1BC797675C71}" dt="2020-07-16T10:58:55.474" v="4928" actId="2696"/>
        <pc:sldMkLst>
          <pc:docMk/>
          <pc:sldMk cId="3930787895" sldId="446"/>
        </pc:sldMkLst>
        <pc:spChg chg="mod">
          <ac:chgData name="Tom Hartley" userId="f9a9e95579b5c8ee" providerId="LiveId" clId="{0FA57AC1-C137-42F0-AC9B-1BC797675C71}" dt="2020-07-15T17:15:20.794" v="80"/>
          <ac:spMkLst>
            <pc:docMk/>
            <pc:sldMk cId="3930787895" sldId="446"/>
            <ac:spMk id="2" creationId="{BD4779D9-A6EC-415B-97A4-95769655EF89}"/>
          </ac:spMkLst>
        </pc:spChg>
      </pc:sldChg>
      <pc:sldChg chg="modSp ord">
        <pc:chgData name="Tom Hartley" userId="f9a9e95579b5c8ee" providerId="LiveId" clId="{0FA57AC1-C137-42F0-AC9B-1BC797675C71}" dt="2020-07-16T06:00:50.561" v="778" actId="20577"/>
        <pc:sldMkLst>
          <pc:docMk/>
          <pc:sldMk cId="4073869332" sldId="447"/>
        </pc:sldMkLst>
        <pc:spChg chg="mod">
          <ac:chgData name="Tom Hartley" userId="f9a9e95579b5c8ee" providerId="LiveId" clId="{0FA57AC1-C137-42F0-AC9B-1BC797675C71}" dt="2020-07-16T06:00:50.561" v="778" actId="20577"/>
          <ac:spMkLst>
            <pc:docMk/>
            <pc:sldMk cId="4073869332" sldId="447"/>
            <ac:spMk id="2" creationId="{BD4779D9-A6EC-415B-97A4-95769655EF89}"/>
          </ac:spMkLst>
        </pc:spChg>
        <pc:spChg chg="mod">
          <ac:chgData name="Tom Hartley" userId="f9a9e95579b5c8ee" providerId="LiveId" clId="{0FA57AC1-C137-42F0-AC9B-1BC797675C71}" dt="2020-07-16T06:00:05.572" v="777" actId="20577"/>
          <ac:spMkLst>
            <pc:docMk/>
            <pc:sldMk cId="4073869332" sldId="447"/>
            <ac:spMk id="3" creationId="{22E8B1A1-9544-4A41-8405-7AC5FCC3BEAF}"/>
          </ac:spMkLst>
        </pc:spChg>
      </pc:sldChg>
      <pc:sldChg chg="addSp delSp modSp">
        <pc:chgData name="Tom Hartley" userId="f9a9e95579b5c8ee" providerId="LiveId" clId="{0FA57AC1-C137-42F0-AC9B-1BC797675C71}" dt="2020-07-16T11:01:18.882" v="4965" actId="207"/>
        <pc:sldMkLst>
          <pc:docMk/>
          <pc:sldMk cId="3348522178" sldId="448"/>
        </pc:sldMkLst>
        <pc:spChg chg="mod">
          <ac:chgData name="Tom Hartley" userId="f9a9e95579b5c8ee" providerId="LiveId" clId="{0FA57AC1-C137-42F0-AC9B-1BC797675C71}" dt="2020-07-16T11:00:38.915" v="4955"/>
          <ac:spMkLst>
            <pc:docMk/>
            <pc:sldMk cId="3348522178" sldId="448"/>
            <ac:spMk id="2" creationId="{BD4779D9-A6EC-415B-97A4-95769655EF89}"/>
          </ac:spMkLst>
        </pc:spChg>
        <pc:spChg chg="mod">
          <ac:chgData name="Tom Hartley" userId="f9a9e95579b5c8ee" providerId="LiveId" clId="{0FA57AC1-C137-42F0-AC9B-1BC797675C71}" dt="2020-07-16T11:00:43.127" v="4956"/>
          <ac:spMkLst>
            <pc:docMk/>
            <pc:sldMk cId="3348522178" sldId="448"/>
            <ac:spMk id="3" creationId="{22E8B1A1-9544-4A41-8405-7AC5FCC3BEAF}"/>
          </ac:spMkLst>
        </pc:spChg>
        <pc:spChg chg="add mod">
          <ac:chgData name="Tom Hartley" userId="f9a9e95579b5c8ee" providerId="LiveId" clId="{0FA57AC1-C137-42F0-AC9B-1BC797675C71}" dt="2020-07-16T11:01:18.882" v="4965" actId="207"/>
          <ac:spMkLst>
            <pc:docMk/>
            <pc:sldMk cId="3348522178" sldId="448"/>
            <ac:spMk id="4" creationId="{97D4E661-D724-499C-818C-AA13D6DCEBA9}"/>
          </ac:spMkLst>
        </pc:spChg>
        <pc:spChg chg="add mod">
          <ac:chgData name="Tom Hartley" userId="f9a9e95579b5c8ee" providerId="LiveId" clId="{0FA57AC1-C137-42F0-AC9B-1BC797675C71}" dt="2020-07-16T11:01:18.882" v="4965" actId="207"/>
          <ac:spMkLst>
            <pc:docMk/>
            <pc:sldMk cId="3348522178" sldId="448"/>
            <ac:spMk id="5" creationId="{3D80F33A-A155-43CC-A039-35E8D45ED62A}"/>
          </ac:spMkLst>
        </pc:spChg>
        <pc:spChg chg="add mod">
          <ac:chgData name="Tom Hartley" userId="f9a9e95579b5c8ee" providerId="LiveId" clId="{0FA57AC1-C137-42F0-AC9B-1BC797675C71}" dt="2020-07-16T11:00:51.279" v="4958" actId="1076"/>
          <ac:spMkLst>
            <pc:docMk/>
            <pc:sldMk cId="3348522178" sldId="448"/>
            <ac:spMk id="6" creationId="{3A18B7AD-45B3-4BD2-ABED-C93BC2CD8F0A}"/>
          </ac:spMkLst>
        </pc:spChg>
        <pc:spChg chg="add mod">
          <ac:chgData name="Tom Hartley" userId="f9a9e95579b5c8ee" providerId="LiveId" clId="{0FA57AC1-C137-42F0-AC9B-1BC797675C71}" dt="2020-07-16T11:00:51.279" v="4958" actId="1076"/>
          <ac:spMkLst>
            <pc:docMk/>
            <pc:sldMk cId="3348522178" sldId="448"/>
            <ac:spMk id="9" creationId="{A4EF5233-44A6-4814-84A6-B0202123F497}"/>
          </ac:spMkLst>
        </pc:spChg>
        <pc:spChg chg="add del mod">
          <ac:chgData name="Tom Hartley" userId="f9a9e95579b5c8ee" providerId="LiveId" clId="{0FA57AC1-C137-42F0-AC9B-1BC797675C71}" dt="2020-07-16T11:01:03.005" v="4960" actId="478"/>
          <ac:spMkLst>
            <pc:docMk/>
            <pc:sldMk cId="3348522178" sldId="448"/>
            <ac:spMk id="10" creationId="{C81302FE-DF3C-4DF1-8C7E-67BE33972DA8}"/>
          </ac:spMkLst>
        </pc:spChg>
        <pc:spChg chg="add">
          <ac:chgData name="Tom Hartley" userId="f9a9e95579b5c8ee" providerId="LiveId" clId="{0FA57AC1-C137-42F0-AC9B-1BC797675C71}" dt="2020-07-16T11:01:03.348" v="4961"/>
          <ac:spMkLst>
            <pc:docMk/>
            <pc:sldMk cId="3348522178" sldId="448"/>
            <ac:spMk id="11" creationId="{55A8A8C1-AE36-440F-A2F7-FDD47820DBB2}"/>
          </ac:spMkLst>
        </pc:spChg>
        <pc:cxnChg chg="add mod">
          <ac:chgData name="Tom Hartley" userId="f9a9e95579b5c8ee" providerId="LiveId" clId="{0FA57AC1-C137-42F0-AC9B-1BC797675C71}" dt="2020-07-16T11:00:51.279" v="4958" actId="1076"/>
          <ac:cxnSpMkLst>
            <pc:docMk/>
            <pc:sldMk cId="3348522178" sldId="448"/>
            <ac:cxnSpMk id="7" creationId="{0DF4C73C-FC04-4F9A-B73E-1C9880D5BA5F}"/>
          </ac:cxnSpMkLst>
        </pc:cxnChg>
        <pc:cxnChg chg="add mod">
          <ac:chgData name="Tom Hartley" userId="f9a9e95579b5c8ee" providerId="LiveId" clId="{0FA57AC1-C137-42F0-AC9B-1BC797675C71}" dt="2020-07-16T11:00:51.279" v="4958" actId="1076"/>
          <ac:cxnSpMkLst>
            <pc:docMk/>
            <pc:sldMk cId="3348522178" sldId="448"/>
            <ac:cxnSpMk id="8" creationId="{5A2DCE9F-093C-444B-B525-B604FEF22E8E}"/>
          </ac:cxnSpMkLst>
        </pc:cxnChg>
      </pc:sldChg>
      <pc:sldChg chg="add del">
        <pc:chgData name="Tom Hartley" userId="f9a9e95579b5c8ee" providerId="LiveId" clId="{0FA57AC1-C137-42F0-AC9B-1BC797675C71}" dt="2020-07-15T20:21:42.138" v="212"/>
        <pc:sldMkLst>
          <pc:docMk/>
          <pc:sldMk cId="509609168" sldId="449"/>
        </pc:sldMkLst>
      </pc:sldChg>
      <pc:sldChg chg="modSp add">
        <pc:chgData name="Tom Hartley" userId="f9a9e95579b5c8ee" providerId="LiveId" clId="{0FA57AC1-C137-42F0-AC9B-1BC797675C71}" dt="2020-07-16T05:54:06.920" v="509" actId="20577"/>
        <pc:sldMkLst>
          <pc:docMk/>
          <pc:sldMk cId="2323577222" sldId="450"/>
        </pc:sldMkLst>
        <pc:spChg chg="mod">
          <ac:chgData name="Tom Hartley" userId="f9a9e95579b5c8ee" providerId="LiveId" clId="{0FA57AC1-C137-42F0-AC9B-1BC797675C71}" dt="2020-07-15T20:26:49.816" v="246" actId="20577"/>
          <ac:spMkLst>
            <pc:docMk/>
            <pc:sldMk cId="2323577222" sldId="450"/>
            <ac:spMk id="2" creationId="{57442B4F-E91D-43AE-A861-F3A2C174A979}"/>
          </ac:spMkLst>
        </pc:spChg>
        <pc:spChg chg="mod">
          <ac:chgData name="Tom Hartley" userId="f9a9e95579b5c8ee" providerId="LiveId" clId="{0FA57AC1-C137-42F0-AC9B-1BC797675C71}" dt="2020-07-16T05:54:06.920" v="509" actId="20577"/>
          <ac:spMkLst>
            <pc:docMk/>
            <pc:sldMk cId="2323577222" sldId="450"/>
            <ac:spMk id="3" creationId="{6949CA65-5FCA-41B7-B23F-5FC35149B37C}"/>
          </ac:spMkLst>
        </pc:spChg>
      </pc:sldChg>
      <pc:sldChg chg="addSp modSp add ord">
        <pc:chgData name="Tom Hartley" userId="f9a9e95579b5c8ee" providerId="LiveId" clId="{0FA57AC1-C137-42F0-AC9B-1BC797675C71}" dt="2020-07-16T06:32:36.861" v="1680" actId="692"/>
        <pc:sldMkLst>
          <pc:docMk/>
          <pc:sldMk cId="2377665532" sldId="451"/>
        </pc:sldMkLst>
        <pc:spChg chg="mod">
          <ac:chgData name="Tom Hartley" userId="f9a9e95579b5c8ee" providerId="LiveId" clId="{0FA57AC1-C137-42F0-AC9B-1BC797675C71}" dt="2020-07-16T06:29:02.336" v="1603"/>
          <ac:spMkLst>
            <pc:docMk/>
            <pc:sldMk cId="2377665532" sldId="451"/>
            <ac:spMk id="2" creationId="{83C858E8-7FEB-47DA-B6D0-E9D70B62B6A3}"/>
          </ac:spMkLst>
        </pc:spChg>
        <pc:spChg chg="mod">
          <ac:chgData name="Tom Hartley" userId="f9a9e95579b5c8ee" providerId="LiveId" clId="{0FA57AC1-C137-42F0-AC9B-1BC797675C71}" dt="2020-07-16T06:30:57.057" v="1671" actId="20577"/>
          <ac:spMkLst>
            <pc:docMk/>
            <pc:sldMk cId="2377665532" sldId="451"/>
            <ac:spMk id="3" creationId="{698E80B3-56E1-4321-B450-02576F4D5360}"/>
          </ac:spMkLst>
        </pc:spChg>
        <pc:picChg chg="add mod">
          <ac:chgData name="Tom Hartley" userId="f9a9e95579b5c8ee" providerId="LiveId" clId="{0FA57AC1-C137-42F0-AC9B-1BC797675C71}" dt="2020-07-16T06:32:36.861" v="1680" actId="692"/>
          <ac:picMkLst>
            <pc:docMk/>
            <pc:sldMk cId="2377665532" sldId="451"/>
            <ac:picMk id="5" creationId="{8AE1BBB3-6F8D-43CA-99A1-5336EE11E580}"/>
          </ac:picMkLst>
        </pc:picChg>
      </pc:sldChg>
      <pc:sldChg chg="modSp add">
        <pc:chgData name="Tom Hartley" userId="f9a9e95579b5c8ee" providerId="LiveId" clId="{0FA57AC1-C137-42F0-AC9B-1BC797675C71}" dt="2020-07-16T06:18:40.858" v="1386" actId="115"/>
        <pc:sldMkLst>
          <pc:docMk/>
          <pc:sldMk cId="862337446" sldId="452"/>
        </pc:sldMkLst>
        <pc:spChg chg="mod">
          <ac:chgData name="Tom Hartley" userId="f9a9e95579b5c8ee" providerId="LiveId" clId="{0FA57AC1-C137-42F0-AC9B-1BC797675C71}" dt="2020-07-16T06:01:12.752" v="786"/>
          <ac:spMkLst>
            <pc:docMk/>
            <pc:sldMk cId="862337446" sldId="452"/>
            <ac:spMk id="2" creationId="{83C858E8-7FEB-47DA-B6D0-E9D70B62B6A3}"/>
          </ac:spMkLst>
        </pc:spChg>
        <pc:spChg chg="mod">
          <ac:chgData name="Tom Hartley" userId="f9a9e95579b5c8ee" providerId="LiveId" clId="{0FA57AC1-C137-42F0-AC9B-1BC797675C71}" dt="2020-07-16T06:18:40.858" v="1386" actId="115"/>
          <ac:spMkLst>
            <pc:docMk/>
            <pc:sldMk cId="862337446" sldId="452"/>
            <ac:spMk id="3" creationId="{698E80B3-56E1-4321-B450-02576F4D5360}"/>
          </ac:spMkLst>
        </pc:spChg>
      </pc:sldChg>
      <pc:sldChg chg="add">
        <pc:chgData name="Tom Hartley" userId="f9a9e95579b5c8ee" providerId="LiveId" clId="{0FA57AC1-C137-42F0-AC9B-1BC797675C71}" dt="2020-07-16T06:07:29.114" v="1057"/>
        <pc:sldMkLst>
          <pc:docMk/>
          <pc:sldMk cId="1511038294" sldId="453"/>
        </pc:sldMkLst>
      </pc:sldChg>
      <pc:sldChg chg="addSp delSp modSp add">
        <pc:chgData name="Tom Hartley" userId="f9a9e95579b5c8ee" providerId="LiveId" clId="{0FA57AC1-C137-42F0-AC9B-1BC797675C71}" dt="2020-07-16T06:25:31.598" v="1588" actId="1076"/>
        <pc:sldMkLst>
          <pc:docMk/>
          <pc:sldMk cId="785827806" sldId="454"/>
        </pc:sldMkLst>
        <pc:spChg chg="mod">
          <ac:chgData name="Tom Hartley" userId="f9a9e95579b5c8ee" providerId="LiveId" clId="{0FA57AC1-C137-42F0-AC9B-1BC797675C71}" dt="2020-07-16T06:11:45.819" v="1294"/>
          <ac:spMkLst>
            <pc:docMk/>
            <pc:sldMk cId="785827806" sldId="454"/>
            <ac:spMk id="2" creationId="{83C858E8-7FEB-47DA-B6D0-E9D70B62B6A3}"/>
          </ac:spMkLst>
        </pc:spChg>
        <pc:spChg chg="mod">
          <ac:chgData name="Tom Hartley" userId="f9a9e95579b5c8ee" providerId="LiveId" clId="{0FA57AC1-C137-42F0-AC9B-1BC797675C71}" dt="2020-07-16T06:25:22.115" v="1586" actId="27636"/>
          <ac:spMkLst>
            <pc:docMk/>
            <pc:sldMk cId="785827806" sldId="454"/>
            <ac:spMk id="3" creationId="{698E80B3-56E1-4321-B450-02576F4D5360}"/>
          </ac:spMkLst>
        </pc:spChg>
        <pc:picChg chg="add del mod">
          <ac:chgData name="Tom Hartley" userId="f9a9e95579b5c8ee" providerId="LiveId" clId="{0FA57AC1-C137-42F0-AC9B-1BC797675C71}" dt="2020-07-16T06:21:01.745" v="1390" actId="478"/>
          <ac:picMkLst>
            <pc:docMk/>
            <pc:sldMk cId="785827806" sldId="454"/>
            <ac:picMk id="4" creationId="{E96DFE80-591E-429F-B76B-4C7E1FFF433A}"/>
          </ac:picMkLst>
        </pc:picChg>
        <pc:picChg chg="add mod">
          <ac:chgData name="Tom Hartley" userId="f9a9e95579b5c8ee" providerId="LiveId" clId="{0FA57AC1-C137-42F0-AC9B-1BC797675C71}" dt="2020-07-16T06:25:26.582" v="1587" actId="1076"/>
          <ac:picMkLst>
            <pc:docMk/>
            <pc:sldMk cId="785827806" sldId="454"/>
            <ac:picMk id="5" creationId="{B7C3A9FC-4EBB-4E45-BD87-205E5D35A3B0}"/>
          </ac:picMkLst>
        </pc:picChg>
        <pc:picChg chg="add mod">
          <ac:chgData name="Tom Hartley" userId="f9a9e95579b5c8ee" providerId="LiveId" clId="{0FA57AC1-C137-42F0-AC9B-1BC797675C71}" dt="2020-07-16T06:25:31.598" v="1588" actId="1076"/>
          <ac:picMkLst>
            <pc:docMk/>
            <pc:sldMk cId="785827806" sldId="454"/>
            <ac:picMk id="6" creationId="{BCA04D94-F3F2-4F1B-A4BD-41CF68E3FED8}"/>
          </ac:picMkLst>
        </pc:picChg>
      </pc:sldChg>
      <pc:sldChg chg="addSp delSp modSp add">
        <pc:chgData name="Tom Hartley" userId="f9a9e95579b5c8ee" providerId="LiveId" clId="{0FA57AC1-C137-42F0-AC9B-1BC797675C71}" dt="2020-07-16T06:36:58.300" v="1912" actId="692"/>
        <pc:sldMkLst>
          <pc:docMk/>
          <pc:sldMk cId="224349125" sldId="455"/>
        </pc:sldMkLst>
        <pc:spChg chg="mod">
          <ac:chgData name="Tom Hartley" userId="f9a9e95579b5c8ee" providerId="LiveId" clId="{0FA57AC1-C137-42F0-AC9B-1BC797675C71}" dt="2020-07-16T06:28:52.817" v="1601" actId="20577"/>
          <ac:spMkLst>
            <pc:docMk/>
            <pc:sldMk cId="224349125" sldId="455"/>
            <ac:spMk id="2" creationId="{83C858E8-7FEB-47DA-B6D0-E9D70B62B6A3}"/>
          </ac:spMkLst>
        </pc:spChg>
        <pc:spChg chg="mod">
          <ac:chgData name="Tom Hartley" userId="f9a9e95579b5c8ee" providerId="LiveId" clId="{0FA57AC1-C137-42F0-AC9B-1BC797675C71}" dt="2020-07-16T06:36:31.648" v="1901" actId="14100"/>
          <ac:spMkLst>
            <pc:docMk/>
            <pc:sldMk cId="224349125" sldId="455"/>
            <ac:spMk id="3" creationId="{698E80B3-56E1-4321-B450-02576F4D5360}"/>
          </ac:spMkLst>
        </pc:spChg>
        <pc:spChg chg="add del">
          <ac:chgData name="Tom Hartley" userId="f9a9e95579b5c8ee" providerId="LiveId" clId="{0FA57AC1-C137-42F0-AC9B-1BC797675C71}" dt="2020-07-16T06:34:36.472" v="1788"/>
          <ac:spMkLst>
            <pc:docMk/>
            <pc:sldMk cId="224349125" sldId="455"/>
            <ac:spMk id="4" creationId="{E6ED99DC-D4EB-4060-955A-693F5D5D5BCF}"/>
          </ac:spMkLst>
        </pc:spChg>
        <pc:spChg chg="add mod">
          <ac:chgData name="Tom Hartley" userId="f9a9e95579b5c8ee" providerId="LiveId" clId="{0FA57AC1-C137-42F0-AC9B-1BC797675C71}" dt="2020-07-16T06:36:41.659" v="1905" actId="1076"/>
          <ac:spMkLst>
            <pc:docMk/>
            <pc:sldMk cId="224349125" sldId="455"/>
            <ac:spMk id="5" creationId="{F6F4E0F0-34D6-4971-83FA-AD4F22D16A8D}"/>
          </ac:spMkLst>
        </pc:spChg>
        <pc:picChg chg="add mod">
          <ac:chgData name="Tom Hartley" userId="f9a9e95579b5c8ee" providerId="LiveId" clId="{0FA57AC1-C137-42F0-AC9B-1BC797675C71}" dt="2020-07-16T06:36:37.880" v="1904" actId="14100"/>
          <ac:picMkLst>
            <pc:docMk/>
            <pc:sldMk cId="224349125" sldId="455"/>
            <ac:picMk id="6" creationId="{7631D377-2651-4C9E-88B9-28234B2AA955}"/>
          </ac:picMkLst>
        </pc:picChg>
        <pc:cxnChg chg="add mod">
          <ac:chgData name="Tom Hartley" userId="f9a9e95579b5c8ee" providerId="LiveId" clId="{0FA57AC1-C137-42F0-AC9B-1BC797675C71}" dt="2020-07-16T06:36:58.300" v="1912" actId="692"/>
          <ac:cxnSpMkLst>
            <pc:docMk/>
            <pc:sldMk cId="224349125" sldId="455"/>
            <ac:cxnSpMk id="8" creationId="{1CBF9F3C-BD06-43E1-8A11-663B199DE6EB}"/>
          </ac:cxnSpMkLst>
        </pc:cxnChg>
      </pc:sldChg>
      <pc:sldChg chg="addSp delSp modSp add">
        <pc:chgData name="Tom Hartley" userId="f9a9e95579b5c8ee" providerId="LiveId" clId="{0FA57AC1-C137-42F0-AC9B-1BC797675C71}" dt="2020-07-16T06:45:06.441" v="2219" actId="20577"/>
        <pc:sldMkLst>
          <pc:docMk/>
          <pc:sldMk cId="917941094" sldId="456"/>
        </pc:sldMkLst>
        <pc:spChg chg="mod">
          <ac:chgData name="Tom Hartley" userId="f9a9e95579b5c8ee" providerId="LiveId" clId="{0FA57AC1-C137-42F0-AC9B-1BC797675C71}" dt="2020-07-16T06:38:27.563" v="1913"/>
          <ac:spMkLst>
            <pc:docMk/>
            <pc:sldMk cId="917941094" sldId="456"/>
            <ac:spMk id="2" creationId="{11B8C5B8-4A7C-4A29-8CF2-1465B8B154FE}"/>
          </ac:spMkLst>
        </pc:spChg>
        <pc:spChg chg="mod">
          <ac:chgData name="Tom Hartley" userId="f9a9e95579b5c8ee" providerId="LiveId" clId="{0FA57AC1-C137-42F0-AC9B-1BC797675C71}" dt="2020-07-16T06:45:06.441" v="2219" actId="20577"/>
          <ac:spMkLst>
            <pc:docMk/>
            <pc:sldMk cId="917941094" sldId="456"/>
            <ac:spMk id="3" creationId="{AB6F057A-103D-4F9C-AA25-285581C66761}"/>
          </ac:spMkLst>
        </pc:spChg>
        <pc:spChg chg="add mod">
          <ac:chgData name="Tom Hartley" userId="f9a9e95579b5c8ee" providerId="LiveId" clId="{0FA57AC1-C137-42F0-AC9B-1BC797675C71}" dt="2020-07-16T06:39:40.974" v="2045"/>
          <ac:spMkLst>
            <pc:docMk/>
            <pc:sldMk cId="917941094" sldId="456"/>
            <ac:spMk id="4" creationId="{015C51C3-A595-4351-9C34-9BF5B7173EF5}"/>
          </ac:spMkLst>
        </pc:spChg>
        <pc:spChg chg="add del">
          <ac:chgData name="Tom Hartley" userId="f9a9e95579b5c8ee" providerId="LiveId" clId="{0FA57AC1-C137-42F0-AC9B-1BC797675C71}" dt="2020-07-16T06:42:13.716" v="2078"/>
          <ac:spMkLst>
            <pc:docMk/>
            <pc:sldMk cId="917941094" sldId="456"/>
            <ac:spMk id="5" creationId="{E7D2A66A-AA6D-4A4F-8EB9-99DA70D5C7A3}"/>
          </ac:spMkLst>
        </pc:spChg>
      </pc:sldChg>
      <pc:sldChg chg="addSp delSp modSp add">
        <pc:chgData name="Tom Hartley" userId="f9a9e95579b5c8ee" providerId="LiveId" clId="{0FA57AC1-C137-42F0-AC9B-1BC797675C71}" dt="2020-07-16T06:45:38.159" v="2241" actId="1076"/>
        <pc:sldMkLst>
          <pc:docMk/>
          <pc:sldMk cId="282776434" sldId="457"/>
        </pc:sldMkLst>
        <pc:spChg chg="mod">
          <ac:chgData name="Tom Hartley" userId="f9a9e95579b5c8ee" providerId="LiveId" clId="{0FA57AC1-C137-42F0-AC9B-1BC797675C71}" dt="2020-07-16T06:43:06.916" v="2095" actId="20577"/>
          <ac:spMkLst>
            <pc:docMk/>
            <pc:sldMk cId="282776434" sldId="457"/>
            <ac:spMk id="2" creationId="{11B8C5B8-4A7C-4A29-8CF2-1465B8B154FE}"/>
          </ac:spMkLst>
        </pc:spChg>
        <pc:spChg chg="mod">
          <ac:chgData name="Tom Hartley" userId="f9a9e95579b5c8ee" providerId="LiveId" clId="{0FA57AC1-C137-42F0-AC9B-1BC797675C71}" dt="2020-07-16T06:45:13.441" v="2234" actId="20577"/>
          <ac:spMkLst>
            <pc:docMk/>
            <pc:sldMk cId="282776434" sldId="457"/>
            <ac:spMk id="3" creationId="{AB6F057A-103D-4F9C-AA25-285581C66761}"/>
          </ac:spMkLst>
        </pc:spChg>
        <pc:spChg chg="add mod">
          <ac:chgData name="Tom Hartley" userId="f9a9e95579b5c8ee" providerId="LiveId" clId="{0FA57AC1-C137-42F0-AC9B-1BC797675C71}" dt="2020-07-16T06:45:38.159" v="2241" actId="1076"/>
          <ac:spMkLst>
            <pc:docMk/>
            <pc:sldMk cId="282776434" sldId="457"/>
            <ac:spMk id="4" creationId="{CEA87EFC-29B7-4048-8FC2-5F38F4E6526A}"/>
          </ac:spMkLst>
        </pc:spChg>
        <pc:spChg chg="add del">
          <ac:chgData name="Tom Hartley" userId="f9a9e95579b5c8ee" providerId="LiveId" clId="{0FA57AC1-C137-42F0-AC9B-1BC797675C71}" dt="2020-07-16T06:45:26.029" v="2238"/>
          <ac:spMkLst>
            <pc:docMk/>
            <pc:sldMk cId="282776434" sldId="457"/>
            <ac:spMk id="5" creationId="{A43B0842-BC5A-434F-A4CB-3995269595BD}"/>
          </ac:spMkLst>
        </pc:spChg>
      </pc:sldChg>
      <pc:sldChg chg="addSp modSp add">
        <pc:chgData name="Tom Hartley" userId="f9a9e95579b5c8ee" providerId="LiveId" clId="{0FA57AC1-C137-42F0-AC9B-1BC797675C71}" dt="2020-07-16T06:48:17.755" v="2315" actId="1076"/>
        <pc:sldMkLst>
          <pc:docMk/>
          <pc:sldMk cId="4023059141" sldId="458"/>
        </pc:sldMkLst>
        <pc:spChg chg="mod">
          <ac:chgData name="Tom Hartley" userId="f9a9e95579b5c8ee" providerId="LiveId" clId="{0FA57AC1-C137-42F0-AC9B-1BC797675C71}" dt="2020-07-16T06:45:49.897" v="2242"/>
          <ac:spMkLst>
            <pc:docMk/>
            <pc:sldMk cId="4023059141" sldId="458"/>
            <ac:spMk id="2" creationId="{11B8C5B8-4A7C-4A29-8CF2-1465B8B154FE}"/>
          </ac:spMkLst>
        </pc:spChg>
        <pc:spChg chg="mod">
          <ac:chgData name="Tom Hartley" userId="f9a9e95579b5c8ee" providerId="LiveId" clId="{0FA57AC1-C137-42F0-AC9B-1BC797675C71}" dt="2020-07-16T06:47:33.675" v="2309"/>
          <ac:spMkLst>
            <pc:docMk/>
            <pc:sldMk cId="4023059141" sldId="458"/>
            <ac:spMk id="3" creationId="{AB6F057A-103D-4F9C-AA25-285581C66761}"/>
          </ac:spMkLst>
        </pc:spChg>
        <pc:spChg chg="add mod">
          <ac:chgData name="Tom Hartley" userId="f9a9e95579b5c8ee" providerId="LiveId" clId="{0FA57AC1-C137-42F0-AC9B-1BC797675C71}" dt="2020-07-16T06:48:17.755" v="2315" actId="1076"/>
          <ac:spMkLst>
            <pc:docMk/>
            <pc:sldMk cId="4023059141" sldId="458"/>
            <ac:spMk id="4" creationId="{EDAFED47-9F47-4CEF-8A08-17AE3EC55FC6}"/>
          </ac:spMkLst>
        </pc:spChg>
      </pc:sldChg>
      <pc:sldChg chg="addSp modSp add ord">
        <pc:chgData name="Tom Hartley" userId="f9a9e95579b5c8ee" providerId="LiveId" clId="{0FA57AC1-C137-42F0-AC9B-1BC797675C71}" dt="2020-07-16T09:36:20.851" v="3070" actId="20577"/>
        <pc:sldMkLst>
          <pc:docMk/>
          <pc:sldMk cId="3997914070" sldId="459"/>
        </pc:sldMkLst>
        <pc:spChg chg="mod">
          <ac:chgData name="Tom Hartley" userId="f9a9e95579b5c8ee" providerId="LiveId" clId="{0FA57AC1-C137-42F0-AC9B-1BC797675C71}" dt="2020-07-16T09:36:20.851" v="3070" actId="20577"/>
          <ac:spMkLst>
            <pc:docMk/>
            <pc:sldMk cId="3997914070" sldId="459"/>
            <ac:spMk id="2" creationId="{11B8C5B8-4A7C-4A29-8CF2-1465B8B154FE}"/>
          </ac:spMkLst>
        </pc:spChg>
        <pc:spChg chg="mod">
          <ac:chgData name="Tom Hartley" userId="f9a9e95579b5c8ee" providerId="LiveId" clId="{0FA57AC1-C137-42F0-AC9B-1BC797675C71}" dt="2020-07-16T09:03:29.072" v="2395" actId="14100"/>
          <ac:spMkLst>
            <pc:docMk/>
            <pc:sldMk cId="3997914070" sldId="459"/>
            <ac:spMk id="3" creationId="{AB6F057A-103D-4F9C-AA25-285581C66761}"/>
          </ac:spMkLst>
        </pc:spChg>
        <pc:spChg chg="add mod">
          <ac:chgData name="Tom Hartley" userId="f9a9e95579b5c8ee" providerId="LiveId" clId="{0FA57AC1-C137-42F0-AC9B-1BC797675C71}" dt="2020-07-16T09:03:31.131" v="2396" actId="1076"/>
          <ac:spMkLst>
            <pc:docMk/>
            <pc:sldMk cId="3997914070" sldId="459"/>
            <ac:spMk id="4" creationId="{6ED76F17-2989-4A63-BD5B-F3FD2A81B834}"/>
          </ac:spMkLst>
        </pc:spChg>
        <pc:spChg chg="add mod ord">
          <ac:chgData name="Tom Hartley" userId="f9a9e95579b5c8ee" providerId="LiveId" clId="{0FA57AC1-C137-42F0-AC9B-1BC797675C71}" dt="2020-07-16T09:04:01.785" v="2415" actId="166"/>
          <ac:spMkLst>
            <pc:docMk/>
            <pc:sldMk cId="3997914070" sldId="459"/>
            <ac:spMk id="6" creationId="{42A8D81B-1903-48AC-A49D-918066A06129}"/>
          </ac:spMkLst>
        </pc:spChg>
        <pc:spChg chg="add mod">
          <ac:chgData name="Tom Hartley" userId="f9a9e95579b5c8ee" providerId="LiveId" clId="{0FA57AC1-C137-42F0-AC9B-1BC797675C71}" dt="2020-07-16T09:04:07.066" v="2420" actId="1038"/>
          <ac:spMkLst>
            <pc:docMk/>
            <pc:sldMk cId="3997914070" sldId="459"/>
            <ac:spMk id="7" creationId="{6B0A97FA-CBA3-4CD6-90A3-694457D7F226}"/>
          </ac:spMkLst>
        </pc:spChg>
        <pc:picChg chg="add mod">
          <ac:chgData name="Tom Hartley" userId="f9a9e95579b5c8ee" providerId="LiveId" clId="{0FA57AC1-C137-42F0-AC9B-1BC797675C71}" dt="2020-07-16T09:03:22.515" v="2394" actId="692"/>
          <ac:picMkLst>
            <pc:docMk/>
            <pc:sldMk cId="3997914070" sldId="459"/>
            <ac:picMk id="5" creationId="{00E8AD3E-29A7-4F36-964B-ACECA7A8A2BE}"/>
          </ac:picMkLst>
        </pc:picChg>
      </pc:sldChg>
      <pc:sldChg chg="modSp add">
        <pc:chgData name="Tom Hartley" userId="f9a9e95579b5c8ee" providerId="LiveId" clId="{0FA57AC1-C137-42F0-AC9B-1BC797675C71}" dt="2020-07-16T09:55:25.520" v="3959"/>
        <pc:sldMkLst>
          <pc:docMk/>
          <pc:sldMk cId="2924942979" sldId="460"/>
        </pc:sldMkLst>
        <pc:spChg chg="mod">
          <ac:chgData name="Tom Hartley" userId="f9a9e95579b5c8ee" providerId="LiveId" clId="{0FA57AC1-C137-42F0-AC9B-1BC797675C71}" dt="2020-07-16T09:51:02.045" v="3739"/>
          <ac:spMkLst>
            <pc:docMk/>
            <pc:sldMk cId="2924942979" sldId="460"/>
            <ac:spMk id="2" creationId="{11B8C5B8-4A7C-4A29-8CF2-1465B8B154FE}"/>
          </ac:spMkLst>
        </pc:spChg>
        <pc:spChg chg="mod">
          <ac:chgData name="Tom Hartley" userId="f9a9e95579b5c8ee" providerId="LiveId" clId="{0FA57AC1-C137-42F0-AC9B-1BC797675C71}" dt="2020-07-16T09:55:25.520" v="3959"/>
          <ac:spMkLst>
            <pc:docMk/>
            <pc:sldMk cId="2924942979" sldId="460"/>
            <ac:spMk id="3" creationId="{AB6F057A-103D-4F9C-AA25-285581C66761}"/>
          </ac:spMkLst>
        </pc:spChg>
      </pc:sldChg>
      <pc:sldChg chg="modSp add">
        <pc:chgData name="Tom Hartley" userId="f9a9e95579b5c8ee" providerId="LiveId" clId="{0FA57AC1-C137-42F0-AC9B-1BC797675C71}" dt="2020-07-16T06:49:40.082" v="2353" actId="20577"/>
        <pc:sldMkLst>
          <pc:docMk/>
          <pc:sldMk cId="448994600" sldId="461"/>
        </pc:sldMkLst>
        <pc:spChg chg="mod">
          <ac:chgData name="Tom Hartley" userId="f9a9e95579b5c8ee" providerId="LiveId" clId="{0FA57AC1-C137-42F0-AC9B-1BC797675C71}" dt="2020-07-16T06:49:30.180" v="2322" actId="20577"/>
          <ac:spMkLst>
            <pc:docMk/>
            <pc:sldMk cId="448994600" sldId="461"/>
            <ac:spMk id="2" creationId="{5D2839CB-5157-465E-9650-8AE15510BD87}"/>
          </ac:spMkLst>
        </pc:spChg>
        <pc:spChg chg="mod">
          <ac:chgData name="Tom Hartley" userId="f9a9e95579b5c8ee" providerId="LiveId" clId="{0FA57AC1-C137-42F0-AC9B-1BC797675C71}" dt="2020-07-16T06:49:40.082" v="2353" actId="20577"/>
          <ac:spMkLst>
            <pc:docMk/>
            <pc:sldMk cId="448994600" sldId="461"/>
            <ac:spMk id="3" creationId="{6A8F7ABA-B866-4F3B-B364-216FDD631FF0}"/>
          </ac:spMkLst>
        </pc:spChg>
      </pc:sldChg>
      <pc:sldChg chg="modSp add">
        <pc:chgData name="Tom Hartley" userId="f9a9e95579b5c8ee" providerId="LiveId" clId="{0FA57AC1-C137-42F0-AC9B-1BC797675C71}" dt="2020-07-16T09:36:25.984" v="3071"/>
        <pc:sldMkLst>
          <pc:docMk/>
          <pc:sldMk cId="90454" sldId="462"/>
        </pc:sldMkLst>
        <pc:spChg chg="mod">
          <ac:chgData name="Tom Hartley" userId="f9a9e95579b5c8ee" providerId="LiveId" clId="{0FA57AC1-C137-42F0-AC9B-1BC797675C71}" dt="2020-07-16T09:36:25.984" v="3071"/>
          <ac:spMkLst>
            <pc:docMk/>
            <pc:sldMk cId="90454" sldId="462"/>
            <ac:spMk id="2" creationId="{11B8C5B8-4A7C-4A29-8CF2-1465B8B154FE}"/>
          </ac:spMkLst>
        </pc:spChg>
        <pc:spChg chg="mod">
          <ac:chgData name="Tom Hartley" userId="f9a9e95579b5c8ee" providerId="LiveId" clId="{0FA57AC1-C137-42F0-AC9B-1BC797675C71}" dt="2020-07-16T09:09:29.128" v="2611" actId="20577"/>
          <ac:spMkLst>
            <pc:docMk/>
            <pc:sldMk cId="90454" sldId="462"/>
            <ac:spMk id="3" creationId="{AB6F057A-103D-4F9C-AA25-285581C66761}"/>
          </ac:spMkLst>
        </pc:spChg>
      </pc:sldChg>
      <pc:sldChg chg="addSp delSp modSp add ord">
        <pc:chgData name="Tom Hartley" userId="f9a9e95579b5c8ee" providerId="LiveId" clId="{0FA57AC1-C137-42F0-AC9B-1BC797675C71}" dt="2020-07-16T09:36:45.183" v="3077"/>
        <pc:sldMkLst>
          <pc:docMk/>
          <pc:sldMk cId="3247829565" sldId="463"/>
        </pc:sldMkLst>
        <pc:spChg chg="mod">
          <ac:chgData name="Tom Hartley" userId="f9a9e95579b5c8ee" providerId="LiveId" clId="{0FA57AC1-C137-42F0-AC9B-1BC797675C71}" dt="2020-07-16T09:36:45.183" v="3077"/>
          <ac:spMkLst>
            <pc:docMk/>
            <pc:sldMk cId="3247829565" sldId="463"/>
            <ac:spMk id="2" creationId="{11B8C5B8-4A7C-4A29-8CF2-1465B8B154FE}"/>
          </ac:spMkLst>
        </pc:spChg>
        <pc:spChg chg="mod">
          <ac:chgData name="Tom Hartley" userId="f9a9e95579b5c8ee" providerId="LiveId" clId="{0FA57AC1-C137-42F0-AC9B-1BC797675C71}" dt="2020-07-16T09:32:21.936" v="2993" actId="113"/>
          <ac:spMkLst>
            <pc:docMk/>
            <pc:sldMk cId="3247829565" sldId="463"/>
            <ac:spMk id="3" creationId="{AB6F057A-103D-4F9C-AA25-285581C66761}"/>
          </ac:spMkLst>
        </pc:spChg>
        <pc:spChg chg="add del">
          <ac:chgData name="Tom Hartley" userId="f9a9e95579b5c8ee" providerId="LiveId" clId="{0FA57AC1-C137-42F0-AC9B-1BC797675C71}" dt="2020-07-16T09:16:35.365" v="2879"/>
          <ac:spMkLst>
            <pc:docMk/>
            <pc:sldMk cId="3247829565" sldId="463"/>
            <ac:spMk id="4" creationId="{F1EC6D97-E4C5-4EBA-9E64-B7C497B77E39}"/>
          </ac:spMkLst>
        </pc:spChg>
        <pc:spChg chg="add del">
          <ac:chgData name="Tom Hartley" userId="f9a9e95579b5c8ee" providerId="LiveId" clId="{0FA57AC1-C137-42F0-AC9B-1BC797675C71}" dt="2020-07-16T09:31:08.637" v="2973"/>
          <ac:spMkLst>
            <pc:docMk/>
            <pc:sldMk cId="3247829565" sldId="463"/>
            <ac:spMk id="5" creationId="{9830A065-6CEE-4910-A729-2EFC9366D2C6}"/>
          </ac:spMkLst>
        </pc:spChg>
      </pc:sldChg>
      <pc:sldChg chg="addSp modSp add ord">
        <pc:chgData name="Tom Hartley" userId="f9a9e95579b5c8ee" providerId="LiveId" clId="{0FA57AC1-C137-42F0-AC9B-1BC797675C71}" dt="2020-07-16T09:36:48.821" v="3078"/>
        <pc:sldMkLst>
          <pc:docMk/>
          <pc:sldMk cId="1496818681" sldId="464"/>
        </pc:sldMkLst>
        <pc:spChg chg="mod">
          <ac:chgData name="Tom Hartley" userId="f9a9e95579b5c8ee" providerId="LiveId" clId="{0FA57AC1-C137-42F0-AC9B-1BC797675C71}" dt="2020-07-16T09:36:48.821" v="3078"/>
          <ac:spMkLst>
            <pc:docMk/>
            <pc:sldMk cId="1496818681" sldId="464"/>
            <ac:spMk id="2" creationId="{11B8C5B8-4A7C-4A29-8CF2-1465B8B154FE}"/>
          </ac:spMkLst>
        </pc:spChg>
        <pc:spChg chg="mod">
          <ac:chgData name="Tom Hartley" userId="f9a9e95579b5c8ee" providerId="LiveId" clId="{0FA57AC1-C137-42F0-AC9B-1BC797675C71}" dt="2020-07-16T09:33:14.699" v="2997" actId="20577"/>
          <ac:spMkLst>
            <pc:docMk/>
            <pc:sldMk cId="1496818681" sldId="464"/>
            <ac:spMk id="3" creationId="{AB6F057A-103D-4F9C-AA25-285581C66761}"/>
          </ac:spMkLst>
        </pc:spChg>
        <pc:spChg chg="add mod">
          <ac:chgData name="Tom Hartley" userId="f9a9e95579b5c8ee" providerId="LiveId" clId="{0FA57AC1-C137-42F0-AC9B-1BC797675C71}" dt="2020-07-16T09:35:09.486" v="3051" actId="1076"/>
          <ac:spMkLst>
            <pc:docMk/>
            <pc:sldMk cId="1496818681" sldId="464"/>
            <ac:spMk id="4" creationId="{7E58864F-E600-4EB7-B678-F47AD8FF9850}"/>
          </ac:spMkLst>
        </pc:spChg>
      </pc:sldChg>
      <pc:sldChg chg="modSp add">
        <pc:chgData name="Tom Hartley" userId="f9a9e95579b5c8ee" providerId="LiveId" clId="{0FA57AC1-C137-42F0-AC9B-1BC797675C71}" dt="2020-07-16T09:43:45.494" v="3603" actId="20577"/>
        <pc:sldMkLst>
          <pc:docMk/>
          <pc:sldMk cId="3621413964" sldId="465"/>
        </pc:sldMkLst>
        <pc:spChg chg="mod">
          <ac:chgData name="Tom Hartley" userId="f9a9e95579b5c8ee" providerId="LiveId" clId="{0FA57AC1-C137-42F0-AC9B-1BC797675C71}" dt="2020-07-16T09:38:10.677" v="3094" actId="20577"/>
          <ac:spMkLst>
            <pc:docMk/>
            <pc:sldMk cId="3621413964" sldId="465"/>
            <ac:spMk id="2" creationId="{11B8C5B8-4A7C-4A29-8CF2-1465B8B154FE}"/>
          </ac:spMkLst>
        </pc:spChg>
        <pc:spChg chg="mod">
          <ac:chgData name="Tom Hartley" userId="f9a9e95579b5c8ee" providerId="LiveId" clId="{0FA57AC1-C137-42F0-AC9B-1BC797675C71}" dt="2020-07-16T09:43:45.494" v="3603" actId="20577"/>
          <ac:spMkLst>
            <pc:docMk/>
            <pc:sldMk cId="3621413964" sldId="465"/>
            <ac:spMk id="3" creationId="{AB6F057A-103D-4F9C-AA25-285581C66761}"/>
          </ac:spMkLst>
        </pc:spChg>
      </pc:sldChg>
      <pc:sldChg chg="addSp modSp add">
        <pc:chgData name="Tom Hartley" userId="f9a9e95579b5c8ee" providerId="LiveId" clId="{0FA57AC1-C137-42F0-AC9B-1BC797675C71}" dt="2020-07-16T09:50:24.319" v="3735" actId="1076"/>
        <pc:sldMkLst>
          <pc:docMk/>
          <pc:sldMk cId="4055841152" sldId="466"/>
        </pc:sldMkLst>
        <pc:spChg chg="mod">
          <ac:chgData name="Tom Hartley" userId="f9a9e95579b5c8ee" providerId="LiveId" clId="{0FA57AC1-C137-42F0-AC9B-1BC797675C71}" dt="2020-07-16T09:47:33.942" v="3605"/>
          <ac:spMkLst>
            <pc:docMk/>
            <pc:sldMk cId="4055841152" sldId="466"/>
            <ac:spMk id="2" creationId="{11B8C5B8-4A7C-4A29-8CF2-1465B8B154FE}"/>
          </ac:spMkLst>
        </pc:spChg>
        <pc:spChg chg="mod">
          <ac:chgData name="Tom Hartley" userId="f9a9e95579b5c8ee" providerId="LiveId" clId="{0FA57AC1-C137-42F0-AC9B-1BC797675C71}" dt="2020-07-16T09:47:48.193" v="3619" actId="14100"/>
          <ac:spMkLst>
            <pc:docMk/>
            <pc:sldMk cId="4055841152" sldId="466"/>
            <ac:spMk id="3" creationId="{AB6F057A-103D-4F9C-AA25-285581C66761}"/>
          </ac:spMkLst>
        </pc:spChg>
        <pc:spChg chg="add mod">
          <ac:chgData name="Tom Hartley" userId="f9a9e95579b5c8ee" providerId="LiveId" clId="{0FA57AC1-C137-42F0-AC9B-1BC797675C71}" dt="2020-07-16T09:48:06.660" v="3638" actId="5793"/>
          <ac:spMkLst>
            <pc:docMk/>
            <pc:sldMk cId="4055841152" sldId="466"/>
            <ac:spMk id="4" creationId="{D947DA85-001C-42D6-9F42-6A04EF51C1A9}"/>
          </ac:spMkLst>
        </pc:spChg>
        <pc:spChg chg="add mod">
          <ac:chgData name="Tom Hartley" userId="f9a9e95579b5c8ee" providerId="LiveId" clId="{0FA57AC1-C137-42F0-AC9B-1BC797675C71}" dt="2020-07-16T09:50:24.319" v="3735" actId="1076"/>
          <ac:spMkLst>
            <pc:docMk/>
            <pc:sldMk cId="4055841152" sldId="466"/>
            <ac:spMk id="6" creationId="{4FC46891-225F-4610-AA66-77562E91D2B3}"/>
          </ac:spMkLst>
        </pc:spChg>
        <pc:picChg chg="add mod">
          <ac:chgData name="Tom Hartley" userId="f9a9e95579b5c8ee" providerId="LiveId" clId="{0FA57AC1-C137-42F0-AC9B-1BC797675C71}" dt="2020-07-16T09:48:42.755" v="3642" actId="692"/>
          <ac:picMkLst>
            <pc:docMk/>
            <pc:sldMk cId="4055841152" sldId="466"/>
            <ac:picMk id="5" creationId="{BF6D6470-214D-4A89-83D7-7F4EBC9B67E3}"/>
          </ac:picMkLst>
        </pc:picChg>
      </pc:sldChg>
      <pc:sldChg chg="addSp modSp add">
        <pc:chgData name="Tom Hartley" userId="f9a9e95579b5c8ee" providerId="LiveId" clId="{0FA57AC1-C137-42F0-AC9B-1BC797675C71}" dt="2020-07-16T09:36:42.580" v="3076" actId="14100"/>
        <pc:sldMkLst>
          <pc:docMk/>
          <pc:sldMk cId="2271701164" sldId="467"/>
        </pc:sldMkLst>
        <pc:spChg chg="mod">
          <ac:chgData name="Tom Hartley" userId="f9a9e95579b5c8ee" providerId="LiveId" clId="{0FA57AC1-C137-42F0-AC9B-1BC797675C71}" dt="2020-07-16T09:36:28.683" v="3072"/>
          <ac:spMkLst>
            <pc:docMk/>
            <pc:sldMk cId="2271701164" sldId="467"/>
            <ac:spMk id="2" creationId="{11B8C5B8-4A7C-4A29-8CF2-1465B8B154FE}"/>
          </ac:spMkLst>
        </pc:spChg>
        <pc:spChg chg="mod">
          <ac:chgData name="Tom Hartley" userId="f9a9e95579b5c8ee" providerId="LiveId" clId="{0FA57AC1-C137-42F0-AC9B-1BC797675C71}" dt="2020-07-16T09:11:27.442" v="2619" actId="14100"/>
          <ac:spMkLst>
            <pc:docMk/>
            <pc:sldMk cId="2271701164" sldId="467"/>
            <ac:spMk id="3" creationId="{AB6F057A-103D-4F9C-AA25-285581C66761}"/>
          </ac:spMkLst>
        </pc:spChg>
        <pc:spChg chg="add mod">
          <ac:chgData name="Tom Hartley" userId="f9a9e95579b5c8ee" providerId="LiveId" clId="{0FA57AC1-C137-42F0-AC9B-1BC797675C71}" dt="2020-07-16T09:36:34.004" v="3073" actId="1076"/>
          <ac:spMkLst>
            <pc:docMk/>
            <pc:sldMk cId="2271701164" sldId="467"/>
            <ac:spMk id="4" creationId="{2E1F80F0-52F4-4A55-ACE2-A5CA3112556D}"/>
          </ac:spMkLst>
        </pc:spChg>
        <pc:cxnChg chg="add mod">
          <ac:chgData name="Tom Hartley" userId="f9a9e95579b5c8ee" providerId="LiveId" clId="{0FA57AC1-C137-42F0-AC9B-1BC797675C71}" dt="2020-07-16T09:36:36.970" v="3074" actId="14100"/>
          <ac:cxnSpMkLst>
            <pc:docMk/>
            <pc:sldMk cId="2271701164" sldId="467"/>
            <ac:cxnSpMk id="5" creationId="{B507BC48-C8B6-42E6-B8D7-0AA6CC762ACC}"/>
          </ac:cxnSpMkLst>
        </pc:cxnChg>
        <pc:cxnChg chg="add mod">
          <ac:chgData name="Tom Hartley" userId="f9a9e95579b5c8ee" providerId="LiveId" clId="{0FA57AC1-C137-42F0-AC9B-1BC797675C71}" dt="2020-07-16T09:36:39.564" v="3075" actId="14100"/>
          <ac:cxnSpMkLst>
            <pc:docMk/>
            <pc:sldMk cId="2271701164" sldId="467"/>
            <ac:cxnSpMk id="6" creationId="{7C17517C-D6BB-4AB8-8BE6-9BC7C5CD813F}"/>
          </ac:cxnSpMkLst>
        </pc:cxnChg>
        <pc:cxnChg chg="add mod">
          <ac:chgData name="Tom Hartley" userId="f9a9e95579b5c8ee" providerId="LiveId" clId="{0FA57AC1-C137-42F0-AC9B-1BC797675C71}" dt="2020-07-16T09:36:42.580" v="3076" actId="14100"/>
          <ac:cxnSpMkLst>
            <pc:docMk/>
            <pc:sldMk cId="2271701164" sldId="467"/>
            <ac:cxnSpMk id="7" creationId="{9CF50559-19E4-4927-8287-4947C37C937D}"/>
          </ac:cxnSpMkLst>
        </pc:cxnChg>
      </pc:sldChg>
      <pc:sldChg chg="addSp delSp modSp add">
        <pc:chgData name="Tom Hartley" userId="f9a9e95579b5c8ee" providerId="LiveId" clId="{0FA57AC1-C137-42F0-AC9B-1BC797675C71}" dt="2020-07-16T10:33:38.626" v="4801" actId="20577"/>
        <pc:sldMkLst>
          <pc:docMk/>
          <pc:sldMk cId="3829282779" sldId="468"/>
        </pc:sldMkLst>
        <pc:spChg chg="mod">
          <ac:chgData name="Tom Hartley" userId="f9a9e95579b5c8ee" providerId="LiveId" clId="{0FA57AC1-C137-42F0-AC9B-1BC797675C71}" dt="2020-07-16T09:56:17.071" v="3988" actId="27636"/>
          <ac:spMkLst>
            <pc:docMk/>
            <pc:sldMk cId="3829282779" sldId="468"/>
            <ac:spMk id="2" creationId="{11B8C5B8-4A7C-4A29-8CF2-1465B8B154FE}"/>
          </ac:spMkLst>
        </pc:spChg>
        <pc:spChg chg="mod">
          <ac:chgData name="Tom Hartley" userId="f9a9e95579b5c8ee" providerId="LiveId" clId="{0FA57AC1-C137-42F0-AC9B-1BC797675C71}" dt="2020-07-16T09:56:45.499" v="4012" actId="14"/>
          <ac:spMkLst>
            <pc:docMk/>
            <pc:sldMk cId="3829282779" sldId="468"/>
            <ac:spMk id="3" creationId="{AB6F057A-103D-4F9C-AA25-285581C66761}"/>
          </ac:spMkLst>
        </pc:spChg>
        <pc:spChg chg="add mod">
          <ac:chgData name="Tom Hartley" userId="f9a9e95579b5c8ee" providerId="LiveId" clId="{0FA57AC1-C137-42F0-AC9B-1BC797675C71}" dt="2020-07-16T10:33:38.626" v="4801" actId="20577"/>
          <ac:spMkLst>
            <pc:docMk/>
            <pc:sldMk cId="3829282779" sldId="468"/>
            <ac:spMk id="4" creationId="{5C8A3761-7B02-4754-8E89-7982335AE536}"/>
          </ac:spMkLst>
        </pc:spChg>
        <pc:spChg chg="add del">
          <ac:chgData name="Tom Hartley" userId="f9a9e95579b5c8ee" providerId="LiveId" clId="{0FA57AC1-C137-42F0-AC9B-1BC797675C71}" dt="2020-07-16T09:57:45.316" v="4031"/>
          <ac:spMkLst>
            <pc:docMk/>
            <pc:sldMk cId="3829282779" sldId="468"/>
            <ac:spMk id="5" creationId="{303A5EDC-FE2E-4DE6-BBB1-9F111B122630}"/>
          </ac:spMkLst>
        </pc:spChg>
      </pc:sldChg>
      <pc:sldChg chg="modSp add ord">
        <pc:chgData name="Tom Hartley" userId="f9a9e95579b5c8ee" providerId="LiveId" clId="{0FA57AC1-C137-42F0-AC9B-1BC797675C71}" dt="2020-07-16T10:02:45.844" v="4221" actId="20577"/>
        <pc:sldMkLst>
          <pc:docMk/>
          <pc:sldMk cId="2606438760" sldId="469"/>
        </pc:sldMkLst>
        <pc:spChg chg="mod">
          <ac:chgData name="Tom Hartley" userId="f9a9e95579b5c8ee" providerId="LiveId" clId="{0FA57AC1-C137-42F0-AC9B-1BC797675C71}" dt="2020-07-16T10:01:10.058" v="4051" actId="27636"/>
          <ac:spMkLst>
            <pc:docMk/>
            <pc:sldMk cId="2606438760" sldId="469"/>
            <ac:spMk id="2" creationId="{11B8C5B8-4A7C-4A29-8CF2-1465B8B154FE}"/>
          </ac:spMkLst>
        </pc:spChg>
        <pc:spChg chg="mod">
          <ac:chgData name="Tom Hartley" userId="f9a9e95579b5c8ee" providerId="LiveId" clId="{0FA57AC1-C137-42F0-AC9B-1BC797675C71}" dt="2020-07-16T10:02:45.844" v="4221" actId="20577"/>
          <ac:spMkLst>
            <pc:docMk/>
            <pc:sldMk cId="2606438760" sldId="469"/>
            <ac:spMk id="3" creationId="{AB6F057A-103D-4F9C-AA25-285581C66761}"/>
          </ac:spMkLst>
        </pc:spChg>
      </pc:sldChg>
      <pc:sldChg chg="addSp modSp add">
        <pc:chgData name="Tom Hartley" userId="f9a9e95579b5c8ee" providerId="LiveId" clId="{0FA57AC1-C137-42F0-AC9B-1BC797675C71}" dt="2020-07-16T10:09:13.531" v="4348" actId="14100"/>
        <pc:sldMkLst>
          <pc:docMk/>
          <pc:sldMk cId="2148783421" sldId="470"/>
        </pc:sldMkLst>
        <pc:spChg chg="mod">
          <ac:chgData name="Tom Hartley" userId="f9a9e95579b5c8ee" providerId="LiveId" clId="{0FA57AC1-C137-42F0-AC9B-1BC797675C71}" dt="2020-07-16T10:04:44.106" v="4230" actId="20577"/>
          <ac:spMkLst>
            <pc:docMk/>
            <pc:sldMk cId="2148783421" sldId="470"/>
            <ac:spMk id="2" creationId="{11B8C5B8-4A7C-4A29-8CF2-1465B8B154FE}"/>
          </ac:spMkLst>
        </pc:spChg>
        <pc:spChg chg="mod">
          <ac:chgData name="Tom Hartley" userId="f9a9e95579b5c8ee" providerId="LiveId" clId="{0FA57AC1-C137-42F0-AC9B-1BC797675C71}" dt="2020-07-16T10:06:08.996" v="4312" actId="113"/>
          <ac:spMkLst>
            <pc:docMk/>
            <pc:sldMk cId="2148783421" sldId="470"/>
            <ac:spMk id="3" creationId="{AB6F057A-103D-4F9C-AA25-285581C66761}"/>
          </ac:spMkLst>
        </pc:spChg>
        <pc:spChg chg="add mod">
          <ac:chgData name="Tom Hartley" userId="f9a9e95579b5c8ee" providerId="LiveId" clId="{0FA57AC1-C137-42F0-AC9B-1BC797675C71}" dt="2020-07-16T10:06:52.418" v="4319" actId="1076"/>
          <ac:spMkLst>
            <pc:docMk/>
            <pc:sldMk cId="2148783421" sldId="470"/>
            <ac:spMk id="5" creationId="{D830785E-C6AE-4913-8E3E-86B6521A8712}"/>
          </ac:spMkLst>
        </pc:spChg>
        <pc:spChg chg="add mod">
          <ac:chgData name="Tom Hartley" userId="f9a9e95579b5c8ee" providerId="LiveId" clId="{0FA57AC1-C137-42F0-AC9B-1BC797675C71}" dt="2020-07-16T10:09:13.531" v="4348" actId="14100"/>
          <ac:spMkLst>
            <pc:docMk/>
            <pc:sldMk cId="2148783421" sldId="470"/>
            <ac:spMk id="6" creationId="{687710CC-C66F-4029-9016-6C37D0305289}"/>
          </ac:spMkLst>
        </pc:spChg>
        <pc:picChg chg="add mod">
          <ac:chgData name="Tom Hartley" userId="f9a9e95579b5c8ee" providerId="LiveId" clId="{0FA57AC1-C137-42F0-AC9B-1BC797675C71}" dt="2020-07-16T10:06:55.812" v="4320" actId="1076"/>
          <ac:picMkLst>
            <pc:docMk/>
            <pc:sldMk cId="2148783421" sldId="470"/>
            <ac:picMk id="4" creationId="{33E3100A-C993-49AB-A311-68237F79B941}"/>
          </ac:picMkLst>
        </pc:picChg>
      </pc:sldChg>
      <pc:sldChg chg="addSp modSp add">
        <pc:chgData name="Tom Hartley" userId="f9a9e95579b5c8ee" providerId="LiveId" clId="{0FA57AC1-C137-42F0-AC9B-1BC797675C71}" dt="2020-07-16T10:12:06.850" v="4392" actId="1076"/>
        <pc:sldMkLst>
          <pc:docMk/>
          <pc:sldMk cId="938178870" sldId="471"/>
        </pc:sldMkLst>
        <pc:spChg chg="mod">
          <ac:chgData name="Tom Hartley" userId="f9a9e95579b5c8ee" providerId="LiveId" clId="{0FA57AC1-C137-42F0-AC9B-1BC797675C71}" dt="2020-07-16T10:08:01.629" v="4321"/>
          <ac:spMkLst>
            <pc:docMk/>
            <pc:sldMk cId="938178870" sldId="471"/>
            <ac:spMk id="2" creationId="{11B8C5B8-4A7C-4A29-8CF2-1465B8B154FE}"/>
          </ac:spMkLst>
        </pc:spChg>
        <pc:spChg chg="mod">
          <ac:chgData name="Tom Hartley" userId="f9a9e95579b5c8ee" providerId="LiveId" clId="{0FA57AC1-C137-42F0-AC9B-1BC797675C71}" dt="2020-07-16T10:10:28.336" v="4359" actId="20577"/>
          <ac:spMkLst>
            <pc:docMk/>
            <pc:sldMk cId="938178870" sldId="471"/>
            <ac:spMk id="3" creationId="{AB6F057A-103D-4F9C-AA25-285581C66761}"/>
          </ac:spMkLst>
        </pc:spChg>
        <pc:spChg chg="add mod">
          <ac:chgData name="Tom Hartley" userId="f9a9e95579b5c8ee" providerId="LiveId" clId="{0FA57AC1-C137-42F0-AC9B-1BC797675C71}" dt="2020-07-16T10:12:06.850" v="4392" actId="1076"/>
          <ac:spMkLst>
            <pc:docMk/>
            <pc:sldMk cId="938178870" sldId="471"/>
            <ac:spMk id="4" creationId="{4E4036A7-241D-4155-B456-43B52B706094}"/>
          </ac:spMkLst>
        </pc:spChg>
      </pc:sldChg>
      <pc:sldChg chg="add del">
        <pc:chgData name="Tom Hartley" userId="f9a9e95579b5c8ee" providerId="LiveId" clId="{0FA57AC1-C137-42F0-AC9B-1BC797675C71}" dt="2020-07-16T10:01:04.710" v="4049" actId="2696"/>
        <pc:sldMkLst>
          <pc:docMk/>
          <pc:sldMk cId="2864531157" sldId="471"/>
        </pc:sldMkLst>
      </pc:sldChg>
      <pc:sldChg chg="addSp modSp add">
        <pc:chgData name="Tom Hartley" userId="f9a9e95579b5c8ee" providerId="LiveId" clId="{0FA57AC1-C137-42F0-AC9B-1BC797675C71}" dt="2020-07-16T10:23:14.331" v="4543" actId="20577"/>
        <pc:sldMkLst>
          <pc:docMk/>
          <pc:sldMk cId="456172601" sldId="472"/>
        </pc:sldMkLst>
        <pc:spChg chg="mod">
          <ac:chgData name="Tom Hartley" userId="f9a9e95579b5c8ee" providerId="LiveId" clId="{0FA57AC1-C137-42F0-AC9B-1BC797675C71}" dt="2020-07-16T10:14:47.196" v="4393"/>
          <ac:spMkLst>
            <pc:docMk/>
            <pc:sldMk cId="456172601" sldId="472"/>
            <ac:spMk id="2" creationId="{11B8C5B8-4A7C-4A29-8CF2-1465B8B154FE}"/>
          </ac:spMkLst>
        </pc:spChg>
        <pc:spChg chg="mod">
          <ac:chgData name="Tom Hartley" userId="f9a9e95579b5c8ee" providerId="LiveId" clId="{0FA57AC1-C137-42F0-AC9B-1BC797675C71}" dt="2020-07-16T10:15:04.865" v="4428" actId="20577"/>
          <ac:spMkLst>
            <pc:docMk/>
            <pc:sldMk cId="456172601" sldId="472"/>
            <ac:spMk id="3" creationId="{AB6F057A-103D-4F9C-AA25-285581C66761}"/>
          </ac:spMkLst>
        </pc:spChg>
        <pc:spChg chg="add mod">
          <ac:chgData name="Tom Hartley" userId="f9a9e95579b5c8ee" providerId="LiveId" clId="{0FA57AC1-C137-42F0-AC9B-1BC797675C71}" dt="2020-07-16T10:23:14.331" v="4543" actId="20577"/>
          <ac:spMkLst>
            <pc:docMk/>
            <pc:sldMk cId="456172601" sldId="472"/>
            <ac:spMk id="4" creationId="{8B21D1B8-6E24-4FB7-AF47-FD738541E28D}"/>
          </ac:spMkLst>
        </pc:spChg>
      </pc:sldChg>
      <pc:sldChg chg="addSp modSp add">
        <pc:chgData name="Tom Hartley" userId="f9a9e95579b5c8ee" providerId="LiveId" clId="{0FA57AC1-C137-42F0-AC9B-1BC797675C71}" dt="2020-07-16T10:40:45.366" v="4862"/>
        <pc:sldMkLst>
          <pc:docMk/>
          <pc:sldMk cId="1652663833" sldId="473"/>
        </pc:sldMkLst>
        <pc:spChg chg="mod">
          <ac:chgData name="Tom Hartley" userId="f9a9e95579b5c8ee" providerId="LiveId" clId="{0FA57AC1-C137-42F0-AC9B-1BC797675C71}" dt="2020-07-16T10:37:33.636" v="4804"/>
          <ac:spMkLst>
            <pc:docMk/>
            <pc:sldMk cId="1652663833" sldId="473"/>
            <ac:spMk id="2" creationId="{11B8C5B8-4A7C-4A29-8CF2-1465B8B154FE}"/>
          </ac:spMkLst>
        </pc:spChg>
        <pc:spChg chg="mod">
          <ac:chgData name="Tom Hartley" userId="f9a9e95579b5c8ee" providerId="LiveId" clId="{0FA57AC1-C137-42F0-AC9B-1BC797675C71}" dt="2020-07-16T10:39:50.263" v="4853" actId="14100"/>
          <ac:spMkLst>
            <pc:docMk/>
            <pc:sldMk cId="1652663833" sldId="473"/>
            <ac:spMk id="3" creationId="{AB6F057A-103D-4F9C-AA25-285581C66761}"/>
          </ac:spMkLst>
        </pc:spChg>
        <pc:spChg chg="add mod">
          <ac:chgData name="Tom Hartley" userId="f9a9e95579b5c8ee" providerId="LiveId" clId="{0FA57AC1-C137-42F0-AC9B-1BC797675C71}" dt="2020-07-16T10:40:45.366" v="4862"/>
          <ac:spMkLst>
            <pc:docMk/>
            <pc:sldMk cId="1652663833" sldId="473"/>
            <ac:spMk id="4" creationId="{628F42A3-5121-4958-AC84-FA909915664E}"/>
          </ac:spMkLst>
        </pc:spChg>
      </pc:sldChg>
      <pc:sldChg chg="addSp delSp modSp add">
        <pc:chgData name="Tom Hartley" userId="f9a9e95579b5c8ee" providerId="LiveId" clId="{0FA57AC1-C137-42F0-AC9B-1BC797675C71}" dt="2020-07-16T10:24:29.510" v="4569" actId="20577"/>
        <pc:sldMkLst>
          <pc:docMk/>
          <pc:sldMk cId="2506075810" sldId="474"/>
        </pc:sldMkLst>
        <pc:spChg chg="mod">
          <ac:chgData name="Tom Hartley" userId="f9a9e95579b5c8ee" providerId="LiveId" clId="{0FA57AC1-C137-42F0-AC9B-1BC797675C71}" dt="2020-07-16T10:18:34.145" v="4469" actId="27636"/>
          <ac:spMkLst>
            <pc:docMk/>
            <pc:sldMk cId="2506075810" sldId="474"/>
            <ac:spMk id="2" creationId="{11B8C5B8-4A7C-4A29-8CF2-1465B8B154FE}"/>
          </ac:spMkLst>
        </pc:spChg>
        <pc:spChg chg="add del mod">
          <ac:chgData name="Tom Hartley" userId="f9a9e95579b5c8ee" providerId="LiveId" clId="{0FA57AC1-C137-42F0-AC9B-1BC797675C71}" dt="2020-07-16T10:24:29.510" v="4569" actId="20577"/>
          <ac:spMkLst>
            <pc:docMk/>
            <pc:sldMk cId="2506075810" sldId="474"/>
            <ac:spMk id="3" creationId="{AB6F057A-103D-4F9C-AA25-285581C66761}"/>
          </ac:spMkLst>
        </pc:spChg>
        <pc:spChg chg="add mod">
          <ac:chgData name="Tom Hartley" userId="f9a9e95579b5c8ee" providerId="LiveId" clId="{0FA57AC1-C137-42F0-AC9B-1BC797675C71}" dt="2020-07-16T10:20:56.542" v="4501" actId="20577"/>
          <ac:spMkLst>
            <pc:docMk/>
            <pc:sldMk cId="2506075810" sldId="474"/>
            <ac:spMk id="4" creationId="{43EC6758-E80C-4F52-A5A4-34FD8FF93608}"/>
          </ac:spMkLst>
        </pc:spChg>
        <pc:spChg chg="add del">
          <ac:chgData name="Tom Hartley" userId="f9a9e95579b5c8ee" providerId="LiveId" clId="{0FA57AC1-C137-42F0-AC9B-1BC797675C71}" dt="2020-07-16T10:20:08.668" v="4482"/>
          <ac:spMkLst>
            <pc:docMk/>
            <pc:sldMk cId="2506075810" sldId="474"/>
            <ac:spMk id="5" creationId="{09E6F984-B7D2-4776-B11B-CC8BAE2C49DC}"/>
          </ac:spMkLst>
        </pc:spChg>
        <pc:spChg chg="add del mod">
          <ac:chgData name="Tom Hartley" userId="f9a9e95579b5c8ee" providerId="LiveId" clId="{0FA57AC1-C137-42F0-AC9B-1BC797675C71}" dt="2020-07-16T10:20:04.667" v="4481"/>
          <ac:spMkLst>
            <pc:docMk/>
            <pc:sldMk cId="2506075810" sldId="474"/>
            <ac:spMk id="6" creationId="{8C95CE12-074D-49BE-87C8-627FA3417EA6}"/>
          </ac:spMkLst>
        </pc:spChg>
        <pc:spChg chg="add del">
          <ac:chgData name="Tom Hartley" userId="f9a9e95579b5c8ee" providerId="LiveId" clId="{0FA57AC1-C137-42F0-AC9B-1BC797675C71}" dt="2020-07-16T10:20:28.805" v="4486"/>
          <ac:spMkLst>
            <pc:docMk/>
            <pc:sldMk cId="2506075810" sldId="474"/>
            <ac:spMk id="7" creationId="{B3C3C539-51C0-45CC-94A9-9F64DAA3B9BA}"/>
          </ac:spMkLst>
        </pc:spChg>
        <pc:spChg chg="add mod">
          <ac:chgData name="Tom Hartley" userId="f9a9e95579b5c8ee" providerId="LiveId" clId="{0FA57AC1-C137-42F0-AC9B-1BC797675C71}" dt="2020-07-16T10:21:24.917" v="4533" actId="20577"/>
          <ac:spMkLst>
            <pc:docMk/>
            <pc:sldMk cId="2506075810" sldId="474"/>
            <ac:spMk id="8" creationId="{95C0AD0C-E5DD-44DD-8813-EAFD693CBCFF}"/>
          </ac:spMkLst>
        </pc:spChg>
      </pc:sldChg>
      <pc:sldChg chg="addSp delSp modSp add">
        <pc:chgData name="Tom Hartley" userId="f9a9e95579b5c8ee" providerId="LiveId" clId="{0FA57AC1-C137-42F0-AC9B-1BC797675C71}" dt="2020-07-16T10:26:53.676" v="4577" actId="14100"/>
        <pc:sldMkLst>
          <pc:docMk/>
          <pc:sldMk cId="25436535" sldId="475"/>
        </pc:sldMkLst>
        <pc:spChg chg="mod">
          <ac:chgData name="Tom Hartley" userId="f9a9e95579b5c8ee" providerId="LiveId" clId="{0FA57AC1-C137-42F0-AC9B-1BC797675C71}" dt="2020-07-16T10:21:51.710" v="4535" actId="27636"/>
          <ac:spMkLst>
            <pc:docMk/>
            <pc:sldMk cId="25436535" sldId="475"/>
            <ac:spMk id="2" creationId="{11B8C5B8-4A7C-4A29-8CF2-1465B8B154FE}"/>
          </ac:spMkLst>
        </pc:spChg>
        <pc:spChg chg="mod">
          <ac:chgData name="Tom Hartley" userId="f9a9e95579b5c8ee" providerId="LiveId" clId="{0FA57AC1-C137-42F0-AC9B-1BC797675C71}" dt="2020-07-16T10:24:16.436" v="4568" actId="20577"/>
          <ac:spMkLst>
            <pc:docMk/>
            <pc:sldMk cId="25436535" sldId="475"/>
            <ac:spMk id="3" creationId="{AB6F057A-103D-4F9C-AA25-285581C66761}"/>
          </ac:spMkLst>
        </pc:spChg>
        <pc:spChg chg="add del mod">
          <ac:chgData name="Tom Hartley" userId="f9a9e95579b5c8ee" providerId="LiveId" clId="{0FA57AC1-C137-42F0-AC9B-1BC797675C71}" dt="2020-07-16T10:23:23.031" v="4544" actId="478"/>
          <ac:spMkLst>
            <pc:docMk/>
            <pc:sldMk cId="25436535" sldId="475"/>
            <ac:spMk id="4" creationId="{F893D8F2-A10D-4D9E-8196-C08AA9281B16}"/>
          </ac:spMkLst>
        </pc:spChg>
        <pc:spChg chg="add mod">
          <ac:chgData name="Tom Hartley" userId="f9a9e95579b5c8ee" providerId="LiveId" clId="{0FA57AC1-C137-42F0-AC9B-1BC797675C71}" dt="2020-07-16T10:26:35.942" v="4570" actId="1076"/>
          <ac:spMkLst>
            <pc:docMk/>
            <pc:sldMk cId="25436535" sldId="475"/>
            <ac:spMk id="5" creationId="{4D5B0F4A-7C7E-4AB1-9A76-21BE4F19B6F6}"/>
          </ac:spMkLst>
        </pc:spChg>
        <pc:spChg chg="add del">
          <ac:chgData name="Tom Hartley" userId="f9a9e95579b5c8ee" providerId="LiveId" clId="{0FA57AC1-C137-42F0-AC9B-1BC797675C71}" dt="2020-07-16T10:23:31.045" v="4547"/>
          <ac:spMkLst>
            <pc:docMk/>
            <pc:sldMk cId="25436535" sldId="475"/>
            <ac:spMk id="6" creationId="{BBA6DB27-71A9-4D84-8A86-738B79CB62D0}"/>
          </ac:spMkLst>
        </pc:spChg>
        <pc:spChg chg="add mod">
          <ac:chgData name="Tom Hartley" userId="f9a9e95579b5c8ee" providerId="LiveId" clId="{0FA57AC1-C137-42F0-AC9B-1BC797675C71}" dt="2020-07-16T10:26:53.676" v="4577" actId="14100"/>
          <ac:spMkLst>
            <pc:docMk/>
            <pc:sldMk cId="25436535" sldId="475"/>
            <ac:spMk id="7" creationId="{ECE376B7-6323-476C-861B-94E9584C1A85}"/>
          </ac:spMkLst>
        </pc:spChg>
      </pc:sldChg>
      <pc:sldChg chg="addSp modSp add">
        <pc:chgData name="Tom Hartley" userId="f9a9e95579b5c8ee" providerId="LiveId" clId="{0FA57AC1-C137-42F0-AC9B-1BC797675C71}" dt="2020-07-16T10:34:10.014" v="4802" actId="1076"/>
        <pc:sldMkLst>
          <pc:docMk/>
          <pc:sldMk cId="4031255497" sldId="476"/>
        </pc:sldMkLst>
        <pc:spChg chg="mod">
          <ac:chgData name="Tom Hartley" userId="f9a9e95579b5c8ee" providerId="LiveId" clId="{0FA57AC1-C137-42F0-AC9B-1BC797675C71}" dt="2020-07-16T10:29:40.297" v="4596" actId="20577"/>
          <ac:spMkLst>
            <pc:docMk/>
            <pc:sldMk cId="4031255497" sldId="476"/>
            <ac:spMk id="2" creationId="{11B8C5B8-4A7C-4A29-8CF2-1465B8B154FE}"/>
          </ac:spMkLst>
        </pc:spChg>
        <pc:spChg chg="mod">
          <ac:chgData name="Tom Hartley" userId="f9a9e95579b5c8ee" providerId="LiveId" clId="{0FA57AC1-C137-42F0-AC9B-1BC797675C71}" dt="2020-07-16T10:33:27.868" v="4793" actId="27636"/>
          <ac:spMkLst>
            <pc:docMk/>
            <pc:sldMk cId="4031255497" sldId="476"/>
            <ac:spMk id="3" creationId="{AB6F057A-103D-4F9C-AA25-285581C66761}"/>
          </ac:spMkLst>
        </pc:spChg>
        <pc:spChg chg="add mod">
          <ac:chgData name="Tom Hartley" userId="f9a9e95579b5c8ee" providerId="LiveId" clId="{0FA57AC1-C137-42F0-AC9B-1BC797675C71}" dt="2020-07-16T10:34:10.014" v="4802" actId="1076"/>
          <ac:spMkLst>
            <pc:docMk/>
            <pc:sldMk cId="4031255497" sldId="476"/>
            <ac:spMk id="4" creationId="{30D26E7B-3CD4-4B02-91A5-2CBC0B024C20}"/>
          </ac:spMkLst>
        </pc:spChg>
      </pc:sldChg>
      <pc:sldChg chg="addSp modSp add">
        <pc:chgData name="Tom Hartley" userId="f9a9e95579b5c8ee" providerId="LiveId" clId="{0FA57AC1-C137-42F0-AC9B-1BC797675C71}" dt="2020-07-16T10:28:06.458" v="4584" actId="14100"/>
        <pc:sldMkLst>
          <pc:docMk/>
          <pc:sldMk cId="1844582738" sldId="477"/>
        </pc:sldMkLst>
        <pc:spChg chg="mod">
          <ac:chgData name="Tom Hartley" userId="f9a9e95579b5c8ee" providerId="LiveId" clId="{0FA57AC1-C137-42F0-AC9B-1BC797675C71}" dt="2020-07-16T10:27:48.793" v="4579"/>
          <ac:spMkLst>
            <pc:docMk/>
            <pc:sldMk cId="1844582738" sldId="477"/>
            <ac:spMk id="2" creationId="{00BCBAC8-54A2-49BC-84B6-101E05E7128C}"/>
          </ac:spMkLst>
        </pc:spChg>
        <pc:spChg chg="mod">
          <ac:chgData name="Tom Hartley" userId="f9a9e95579b5c8ee" providerId="LiveId" clId="{0FA57AC1-C137-42F0-AC9B-1BC797675C71}" dt="2020-07-16T10:28:06.458" v="4584" actId="14100"/>
          <ac:spMkLst>
            <pc:docMk/>
            <pc:sldMk cId="1844582738" sldId="477"/>
            <ac:spMk id="3" creationId="{693D9C29-07B9-400C-AE55-404F740AD54D}"/>
          </ac:spMkLst>
        </pc:spChg>
        <pc:spChg chg="add mod">
          <ac:chgData name="Tom Hartley" userId="f9a9e95579b5c8ee" providerId="LiveId" clId="{0FA57AC1-C137-42F0-AC9B-1BC797675C71}" dt="2020-07-16T10:28:04.417" v="4583" actId="1076"/>
          <ac:spMkLst>
            <pc:docMk/>
            <pc:sldMk cId="1844582738" sldId="477"/>
            <ac:spMk id="4" creationId="{5F0C7A67-32C4-462A-BE93-490532254608}"/>
          </ac:spMkLst>
        </pc:spChg>
      </pc:sldChg>
      <pc:sldChg chg="addSp modSp add">
        <pc:chgData name="Tom Hartley" userId="f9a9e95579b5c8ee" providerId="LiveId" clId="{0FA57AC1-C137-42F0-AC9B-1BC797675C71}" dt="2020-07-16T10:51:06.237" v="4901" actId="20577"/>
        <pc:sldMkLst>
          <pc:docMk/>
          <pc:sldMk cId="3078555146" sldId="478"/>
        </pc:sldMkLst>
        <pc:spChg chg="mod">
          <ac:chgData name="Tom Hartley" userId="f9a9e95579b5c8ee" providerId="LiveId" clId="{0FA57AC1-C137-42F0-AC9B-1BC797675C71}" dt="2020-07-16T10:49:19.747" v="4892"/>
          <ac:spMkLst>
            <pc:docMk/>
            <pc:sldMk cId="3078555146" sldId="478"/>
            <ac:spMk id="2" creationId="{11B8C5B8-4A7C-4A29-8CF2-1465B8B154FE}"/>
          </ac:spMkLst>
        </pc:spChg>
        <pc:spChg chg="mod">
          <ac:chgData name="Tom Hartley" userId="f9a9e95579b5c8ee" providerId="LiveId" clId="{0FA57AC1-C137-42F0-AC9B-1BC797675C71}" dt="2020-07-16T10:51:06.237" v="4901" actId="20577"/>
          <ac:spMkLst>
            <pc:docMk/>
            <pc:sldMk cId="3078555146" sldId="478"/>
            <ac:spMk id="3" creationId="{AB6F057A-103D-4F9C-AA25-285581C66761}"/>
          </ac:spMkLst>
        </pc:spChg>
        <pc:spChg chg="add mod">
          <ac:chgData name="Tom Hartley" userId="f9a9e95579b5c8ee" providerId="LiveId" clId="{0FA57AC1-C137-42F0-AC9B-1BC797675C71}" dt="2020-07-16T10:49:54.588" v="4900" actId="1076"/>
          <ac:spMkLst>
            <pc:docMk/>
            <pc:sldMk cId="3078555146" sldId="478"/>
            <ac:spMk id="4" creationId="{95A7DFB1-965D-4CFE-868E-13C0FE8FAD5F}"/>
          </ac:spMkLst>
        </pc:spChg>
        <pc:spChg chg="add mod">
          <ac:chgData name="Tom Hartley" userId="f9a9e95579b5c8ee" providerId="LiveId" clId="{0FA57AC1-C137-42F0-AC9B-1BC797675C71}" dt="2020-07-16T10:49:52.196" v="4899" actId="1076"/>
          <ac:spMkLst>
            <pc:docMk/>
            <pc:sldMk cId="3078555146" sldId="478"/>
            <ac:spMk id="5" creationId="{D30A6EA1-18AA-4193-96DE-2C1AE0477268}"/>
          </ac:spMkLst>
        </pc:spChg>
      </pc:sldChg>
      <pc:sldChg chg="addSp modSp add">
        <pc:chgData name="Tom Hartley" userId="f9a9e95579b5c8ee" providerId="LiveId" clId="{0FA57AC1-C137-42F0-AC9B-1BC797675C71}" dt="2020-07-16T10:52:09.322" v="4910" actId="1076"/>
        <pc:sldMkLst>
          <pc:docMk/>
          <pc:sldMk cId="2048921508" sldId="479"/>
        </pc:sldMkLst>
        <pc:spChg chg="mod">
          <ac:chgData name="Tom Hartley" userId="f9a9e95579b5c8ee" providerId="LiveId" clId="{0FA57AC1-C137-42F0-AC9B-1BC797675C71}" dt="2020-07-16T10:51:23.760" v="4903"/>
          <ac:spMkLst>
            <pc:docMk/>
            <pc:sldMk cId="2048921508" sldId="479"/>
            <ac:spMk id="2" creationId="{11B8C5B8-4A7C-4A29-8CF2-1465B8B154FE}"/>
          </ac:spMkLst>
        </pc:spChg>
        <pc:spChg chg="mod">
          <ac:chgData name="Tom Hartley" userId="f9a9e95579b5c8ee" providerId="LiveId" clId="{0FA57AC1-C137-42F0-AC9B-1BC797675C71}" dt="2020-07-16T10:51:32.973" v="4904"/>
          <ac:spMkLst>
            <pc:docMk/>
            <pc:sldMk cId="2048921508" sldId="479"/>
            <ac:spMk id="3" creationId="{AB6F057A-103D-4F9C-AA25-285581C66761}"/>
          </ac:spMkLst>
        </pc:spChg>
        <pc:spChg chg="add mod">
          <ac:chgData name="Tom Hartley" userId="f9a9e95579b5c8ee" providerId="LiveId" clId="{0FA57AC1-C137-42F0-AC9B-1BC797675C71}" dt="2020-07-16T10:52:09.322" v="4910" actId="1076"/>
          <ac:spMkLst>
            <pc:docMk/>
            <pc:sldMk cId="2048921508" sldId="479"/>
            <ac:spMk id="4" creationId="{F2A6466C-79F9-4AD3-9BCD-9445EC224959}"/>
          </ac:spMkLst>
        </pc:spChg>
        <pc:spChg chg="add mod">
          <ac:chgData name="Tom Hartley" userId="f9a9e95579b5c8ee" providerId="LiveId" clId="{0FA57AC1-C137-42F0-AC9B-1BC797675C71}" dt="2020-07-16T10:51:58.339" v="4908" actId="207"/>
          <ac:spMkLst>
            <pc:docMk/>
            <pc:sldMk cId="2048921508" sldId="479"/>
            <ac:spMk id="5" creationId="{3B673D4E-6280-49A7-8B07-3EAAFBC1402C}"/>
          </ac:spMkLst>
        </pc:spChg>
        <pc:spChg chg="add mod">
          <ac:chgData name="Tom Hartley" userId="f9a9e95579b5c8ee" providerId="LiveId" clId="{0FA57AC1-C137-42F0-AC9B-1BC797675C71}" dt="2020-07-16T10:52:09.322" v="4910" actId="1076"/>
          <ac:spMkLst>
            <pc:docMk/>
            <pc:sldMk cId="2048921508" sldId="479"/>
            <ac:spMk id="6" creationId="{B011B08E-2FAD-4F3B-AB9C-AB74971F0FD4}"/>
          </ac:spMkLst>
        </pc:spChg>
        <pc:spChg chg="add mod">
          <ac:chgData name="Tom Hartley" userId="f9a9e95579b5c8ee" providerId="LiveId" clId="{0FA57AC1-C137-42F0-AC9B-1BC797675C71}" dt="2020-07-16T10:51:50.473" v="4907" actId="1076"/>
          <ac:spMkLst>
            <pc:docMk/>
            <pc:sldMk cId="2048921508" sldId="479"/>
            <ac:spMk id="7" creationId="{595EF5FF-4877-45BF-969C-2865ED6B4BB0}"/>
          </ac:spMkLst>
        </pc:spChg>
      </pc:sldChg>
      <pc:sldChg chg="addSp modSp add">
        <pc:chgData name="Tom Hartley" userId="f9a9e95579b5c8ee" providerId="LiveId" clId="{0FA57AC1-C137-42F0-AC9B-1BC797675C71}" dt="2020-07-16T10:57:52.517" v="4926" actId="20577"/>
        <pc:sldMkLst>
          <pc:docMk/>
          <pc:sldMk cId="1987321423" sldId="480"/>
        </pc:sldMkLst>
        <pc:spChg chg="mod">
          <ac:chgData name="Tom Hartley" userId="f9a9e95579b5c8ee" providerId="LiveId" clId="{0FA57AC1-C137-42F0-AC9B-1BC797675C71}" dt="2020-07-16T10:52:43.609" v="4911"/>
          <ac:spMkLst>
            <pc:docMk/>
            <pc:sldMk cId="1987321423" sldId="480"/>
            <ac:spMk id="2" creationId="{11B8C5B8-4A7C-4A29-8CF2-1465B8B154FE}"/>
          </ac:spMkLst>
        </pc:spChg>
        <pc:spChg chg="mod">
          <ac:chgData name="Tom Hartley" userId="f9a9e95579b5c8ee" providerId="LiveId" clId="{0FA57AC1-C137-42F0-AC9B-1BC797675C71}" dt="2020-07-16T10:57:52.517" v="4926" actId="20577"/>
          <ac:spMkLst>
            <pc:docMk/>
            <pc:sldMk cId="1987321423" sldId="480"/>
            <ac:spMk id="3" creationId="{AB6F057A-103D-4F9C-AA25-285581C66761}"/>
          </ac:spMkLst>
        </pc:spChg>
        <pc:spChg chg="add mod">
          <ac:chgData name="Tom Hartley" userId="f9a9e95579b5c8ee" providerId="LiveId" clId="{0FA57AC1-C137-42F0-AC9B-1BC797675C71}" dt="2020-07-16T10:54:39.280" v="4917" actId="207"/>
          <ac:spMkLst>
            <pc:docMk/>
            <pc:sldMk cId="1987321423" sldId="480"/>
            <ac:spMk id="4" creationId="{E4A0B750-CCE9-4C36-92A9-E4A1FA21DE26}"/>
          </ac:spMkLst>
        </pc:spChg>
        <pc:spChg chg="add mod">
          <ac:chgData name="Tom Hartley" userId="f9a9e95579b5c8ee" providerId="LiveId" clId="{0FA57AC1-C137-42F0-AC9B-1BC797675C71}" dt="2020-07-16T10:54:39.280" v="4917" actId="207"/>
          <ac:spMkLst>
            <pc:docMk/>
            <pc:sldMk cId="1987321423" sldId="480"/>
            <ac:spMk id="5" creationId="{43CBDC2D-352A-479B-ADD5-ABB030863638}"/>
          </ac:spMkLst>
        </pc:spChg>
      </pc:sldChg>
      <pc:sldChg chg="addSp modSp add">
        <pc:chgData name="Tom Hartley" userId="f9a9e95579b5c8ee" providerId="LiveId" clId="{0FA57AC1-C137-42F0-AC9B-1BC797675C71}" dt="2020-07-16T11:00:29.805" v="4954" actId="20577"/>
        <pc:sldMkLst>
          <pc:docMk/>
          <pc:sldMk cId="41358305" sldId="481"/>
        </pc:sldMkLst>
        <pc:spChg chg="mod">
          <ac:chgData name="Tom Hartley" userId="f9a9e95579b5c8ee" providerId="LiveId" clId="{0FA57AC1-C137-42F0-AC9B-1BC797675C71}" dt="2020-07-16T10:58:45.537" v="4927"/>
          <ac:spMkLst>
            <pc:docMk/>
            <pc:sldMk cId="41358305" sldId="481"/>
            <ac:spMk id="2" creationId="{11B8C5B8-4A7C-4A29-8CF2-1465B8B154FE}"/>
          </ac:spMkLst>
        </pc:spChg>
        <pc:spChg chg="mod">
          <ac:chgData name="Tom Hartley" userId="f9a9e95579b5c8ee" providerId="LiveId" clId="{0FA57AC1-C137-42F0-AC9B-1BC797675C71}" dt="2020-07-16T11:00:29.805" v="4954" actId="20577"/>
          <ac:spMkLst>
            <pc:docMk/>
            <pc:sldMk cId="41358305" sldId="481"/>
            <ac:spMk id="3" creationId="{AB6F057A-103D-4F9C-AA25-285581C66761}"/>
          </ac:spMkLst>
        </pc:spChg>
        <pc:spChg chg="add mod">
          <ac:chgData name="Tom Hartley" userId="f9a9e95579b5c8ee" providerId="LiveId" clId="{0FA57AC1-C137-42F0-AC9B-1BC797675C71}" dt="2020-07-16T10:59:49.099" v="4953" actId="2085"/>
          <ac:spMkLst>
            <pc:docMk/>
            <pc:sldMk cId="41358305" sldId="481"/>
            <ac:spMk id="4" creationId="{140DDDFA-09AC-498E-99B2-E9A6B48151F7}"/>
          </ac:spMkLst>
        </pc:spChg>
      </pc:sldChg>
      <pc:sldChg chg="modSp add">
        <pc:chgData name="Tom Hartley" userId="f9a9e95579b5c8ee" providerId="LiveId" clId="{0FA57AC1-C137-42F0-AC9B-1BC797675C71}" dt="2020-07-16T10:48:28.598" v="4890" actId="113"/>
        <pc:sldMkLst>
          <pc:docMk/>
          <pc:sldMk cId="3599259164" sldId="482"/>
        </pc:sldMkLst>
        <pc:spChg chg="mod">
          <ac:chgData name="Tom Hartley" userId="f9a9e95579b5c8ee" providerId="LiveId" clId="{0FA57AC1-C137-42F0-AC9B-1BC797675C71}" dt="2020-07-16T10:46:37.229" v="4864"/>
          <ac:spMkLst>
            <pc:docMk/>
            <pc:sldMk cId="3599259164" sldId="482"/>
            <ac:spMk id="2" creationId="{663332A5-A352-4D48-949E-80238D99A3C7}"/>
          </ac:spMkLst>
        </pc:spChg>
        <pc:spChg chg="mod">
          <ac:chgData name="Tom Hartley" userId="f9a9e95579b5c8ee" providerId="LiveId" clId="{0FA57AC1-C137-42F0-AC9B-1BC797675C71}" dt="2020-07-16T10:48:28.598" v="4890" actId="113"/>
          <ac:spMkLst>
            <pc:docMk/>
            <pc:sldMk cId="3599259164" sldId="482"/>
            <ac:spMk id="3" creationId="{D6FC7F3E-5EC0-420A-83F1-9E72A867632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5A2699-2BC5-4C81-9702-CA57F9C4AA89}" type="datetimeFigureOut">
              <a:rPr lang="en-GB" smtClean="0"/>
              <a:t>02/11/2023</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9E06CE-9850-4650-8451-CFF32987669C}" type="slidenum">
              <a:rPr lang="en-GB" smtClean="0"/>
              <a:t>‹#›</a:t>
            </a:fld>
            <a:endParaRPr lang="en-GB"/>
          </a:p>
        </p:txBody>
      </p:sp>
    </p:spTree>
    <p:extLst>
      <p:ext uri="{BB962C8B-B14F-4D97-AF65-F5344CB8AC3E}">
        <p14:creationId xmlns:p14="http://schemas.microsoft.com/office/powerpoint/2010/main" val="673403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GB" dirty="0"/>
              <a:t>Last updated: 17/01/17.</a:t>
            </a:r>
          </a:p>
        </p:txBody>
      </p:sp>
      <p:sp>
        <p:nvSpPr>
          <p:cNvPr id="4" name="Slide Number Placeholder 3"/>
          <p:cNvSpPr>
            <a:spLocks noGrp="1"/>
          </p:cNvSpPr>
          <p:nvPr>
            <p:ph type="sldNum" sz="quarter" idx="10"/>
          </p:nvPr>
        </p:nvSpPr>
        <p:spPr/>
        <p:txBody>
          <a:bodyPr/>
          <a:lstStyle/>
          <a:p>
            <a:fld id="{679E06CE-9850-4650-8451-CFF32987669C}" type="slidenum">
              <a:rPr lang="en-GB" smtClean="0"/>
              <a:t>1</a:t>
            </a:fld>
            <a:endParaRPr lang="en-GB"/>
          </a:p>
        </p:txBody>
      </p:sp>
    </p:spTree>
    <p:extLst>
      <p:ext uri="{BB962C8B-B14F-4D97-AF65-F5344CB8AC3E}">
        <p14:creationId xmlns:p14="http://schemas.microsoft.com/office/powerpoint/2010/main" val="41173257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79E06CE-9850-4650-8451-CFF32987669C}" type="slidenum">
              <a:rPr lang="en-GB" smtClean="0"/>
              <a:t>15</a:t>
            </a:fld>
            <a:endParaRPr lang="en-GB"/>
          </a:p>
        </p:txBody>
      </p:sp>
    </p:spTree>
    <p:extLst>
      <p:ext uri="{BB962C8B-B14F-4D97-AF65-F5344CB8AC3E}">
        <p14:creationId xmlns:p14="http://schemas.microsoft.com/office/powerpoint/2010/main" val="32662629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905001"/>
            <a:ext cx="10058400" cy="2593975"/>
          </a:xfrm>
        </p:spPr>
        <p:txBody>
          <a:bodyPr anchor="b"/>
          <a:lstStyle>
            <a:lvl1pPr>
              <a:defRPr sz="6600">
                <a:ln>
                  <a:noFill/>
                </a:ln>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914400" y="4572000"/>
            <a:ext cx="861568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5" y="5486400"/>
            <a:ext cx="10212916"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963085" y="3852863"/>
            <a:ext cx="8180916"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536192"/>
            <a:ext cx="48768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92800" y="1536192"/>
            <a:ext cx="48768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11/2/2023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48768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48768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92800" y="1535113"/>
            <a:ext cx="48768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92800" y="2174875"/>
            <a:ext cx="48768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6401" y="5495544"/>
            <a:ext cx="103632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406400" y="6096000"/>
            <a:ext cx="103632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406400" y="381000"/>
            <a:ext cx="103632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2336" y="5495278"/>
            <a:ext cx="103632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0" y="0"/>
            <a:ext cx="112776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02336" y="6096000"/>
            <a:ext cx="103632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1D8BD707-D9CF-40AE-B4C6-C98DA3205C09}" type="datetimeFigureOut">
              <a:rPr lang="en-US" smtClean="0"/>
              <a:pPr/>
              <a:t>11/2/2023</a:t>
            </a:fld>
            <a:endParaRPr lang="en-US"/>
          </a:p>
        </p:txBody>
      </p:sp>
      <p:sp>
        <p:nvSpPr>
          <p:cNvPr id="9" name="Slide Number Placeholder 8"/>
          <p:cNvSpPr>
            <a:spLocks noGrp="1"/>
          </p:cNvSpPr>
          <p:nvPr>
            <p:ph type="sldNum" sz="quarter" idx="11"/>
          </p:nvPr>
        </p:nvSpPr>
        <p:spPr/>
        <p:txBody>
          <a:bodyPr/>
          <a:lstStyle/>
          <a:p>
            <a:fld id="{B6F15528-21DE-4FAA-801E-634DDDAF4B2B}" type="slidenum">
              <a:rPr lang="en-US" smtClean="0"/>
              <a:pPr/>
              <a:t>‹#›</a:t>
            </a:fld>
            <a:endParaRPr lang="en-US"/>
          </a:p>
        </p:txBody>
      </p:sp>
      <p:sp>
        <p:nvSpPr>
          <p:cNvPr id="10" name="Footer Placeholder 9"/>
          <p:cNvSpPr>
            <a:spLocks noGrp="1"/>
          </p:cNvSpPr>
          <p:nvPr>
            <p:ph type="ftr" sz="quarter" idx="12"/>
          </p:nvPr>
        </p:nvSpPr>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3368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160000" cy="11430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609600" y="1600200"/>
            <a:ext cx="10160000" cy="480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11277600" y="0"/>
            <a:ext cx="9144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p:cNvSpPr/>
          <p:nvPr/>
        </p:nvSpPr>
        <p:spPr>
          <a:xfrm>
            <a:off x="11277600" y="5486400"/>
            <a:ext cx="9144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Slide Number Placeholder 5"/>
          <p:cNvSpPr>
            <a:spLocks noGrp="1"/>
          </p:cNvSpPr>
          <p:nvPr>
            <p:ph type="sldNum" sz="quarter" idx="4"/>
          </p:nvPr>
        </p:nvSpPr>
        <p:spPr>
          <a:xfrm>
            <a:off x="11375717" y="5648960"/>
            <a:ext cx="73152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B6F15528-21DE-4FAA-801E-634DDDAF4B2B}" type="slidenum">
              <a:rPr lang="en-US" smtClean="0"/>
              <a:pPr/>
              <a:t>‹#›</a:t>
            </a:fld>
            <a:endParaRPr lang="en-US"/>
          </a:p>
        </p:txBody>
      </p:sp>
      <p:sp>
        <p:nvSpPr>
          <p:cNvPr id="5" name="Footer Placeholder 4"/>
          <p:cNvSpPr>
            <a:spLocks noGrp="1"/>
          </p:cNvSpPr>
          <p:nvPr>
            <p:ph type="ftr" sz="quarter" idx="3"/>
          </p:nvPr>
        </p:nvSpPr>
        <p:spPr>
          <a:xfrm rot="16200000">
            <a:off x="10510428" y="3987800"/>
            <a:ext cx="2367281" cy="487680"/>
          </a:xfrm>
          <a:prstGeom prst="rect">
            <a:avLst/>
          </a:prstGeom>
        </p:spPr>
        <p:txBody>
          <a:bodyPr vert="horz" lIns="91440" tIns="45720" rIns="91440" bIns="45720" rtlCol="0" anchor="ctr"/>
          <a:lstStyle>
            <a:lvl1pPr algn="r">
              <a:defRPr sz="1200">
                <a:solidFill>
                  <a:schemeClr val="bg2"/>
                </a:solidFill>
              </a:defRPr>
            </a:lvl1pPr>
          </a:lstStyle>
          <a:p>
            <a:endParaRPr lang="en-US"/>
          </a:p>
        </p:txBody>
      </p:sp>
      <p:sp>
        <p:nvSpPr>
          <p:cNvPr id="4" name="Date Placeholder 3"/>
          <p:cNvSpPr>
            <a:spLocks noGrp="1"/>
          </p:cNvSpPr>
          <p:nvPr>
            <p:ph type="dt" sz="half" idx="2"/>
          </p:nvPr>
        </p:nvSpPr>
        <p:spPr>
          <a:xfrm rot="16200000">
            <a:off x="10474869" y="1584960"/>
            <a:ext cx="2438399" cy="487680"/>
          </a:xfrm>
          <a:prstGeom prst="rect">
            <a:avLst/>
          </a:prstGeom>
        </p:spPr>
        <p:txBody>
          <a:bodyPr vert="horz" lIns="91440" tIns="45720" rIns="91440" bIns="45720" rtlCol="0" anchor="ctr"/>
          <a:lstStyle>
            <a:lvl1pPr algn="l">
              <a:defRPr sz="1200">
                <a:solidFill>
                  <a:schemeClr val="bg2"/>
                </a:solidFill>
              </a:defRPr>
            </a:lvl1pPr>
          </a:lstStyle>
          <a:p>
            <a:fld id="{1D8BD707-D9CF-40AE-B4C6-C98DA3205C09}" type="datetimeFigureOut">
              <a:rPr lang="en-US" smtClean="0"/>
              <a:pPr/>
              <a:t>11/2/2023</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students.unimelb.edu.au/academic-skills/resources/report-writing/reviewing-the-literature"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scrintal.com/guides/how-to-write-a-literature-review"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durham.ac.uk/media/durham-university/departments-/common-awards/documents/assessment-documents/guidance-documents/Assessment-Guidelines_Literature-Reviews.pdf"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education.minecraft.net/en-us/lessons/frozen-planet-ii-frozen-worlds" TargetMode="External"/><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3starlearningexperiences.wordpress.com/2018/12/24/standing-on-the-shoulders-of-giants-an-offer-you-cant-refuse/" TargetMode="External"/><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www.phrasebank.manchester.ac.uk/"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academicguides.waldenu.edu/c.php?g=465757&amp;p=4066126"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scrintal.com/guides/how-to-write-a-literature-review"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myport.port.ac.uk/study-skills/written-assignments/better-paraphrasing"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academicguides.waldenu.edu/writingcenter/evidence/paraphrase/examples"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wlv.openrepository.com/wlv/"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www.wlv.ac.uk/lib/skills-for-learning/skills-workshops-sessions/" TargetMode="External"/><Relationship Id="rId2" Type="http://schemas.openxmlformats.org/officeDocument/2006/relationships/hyperlink" Target="https://www.wlv.ac.uk/lib/media/departments/lis/skills/study-guides/LS015-Guide-to-Writing-a-Literature-Review.docx"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GB" dirty="0"/>
              <a:t>6CS007 – Project and Professionalism</a:t>
            </a:r>
          </a:p>
        </p:txBody>
      </p:sp>
      <p:sp>
        <p:nvSpPr>
          <p:cNvPr id="3" name="Subtitle 2"/>
          <p:cNvSpPr>
            <a:spLocks noGrp="1"/>
          </p:cNvSpPr>
          <p:nvPr>
            <p:ph type="subTitle" idx="1"/>
          </p:nvPr>
        </p:nvSpPr>
        <p:spPr/>
        <p:txBody>
          <a:bodyPr>
            <a:normAutofit/>
          </a:bodyPr>
          <a:lstStyle/>
          <a:p>
            <a:r>
              <a:rPr lang="en-GB" sz="3200" b="1" dirty="0">
                <a:solidFill>
                  <a:schemeClr val="tx1"/>
                </a:solidFill>
              </a:rPr>
              <a:t>Literature Reviews</a:t>
            </a:r>
          </a:p>
        </p:txBody>
      </p:sp>
      <p:pic>
        <p:nvPicPr>
          <p:cNvPr id="4" name="Picture 27" descr="logo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2500" y="228600"/>
            <a:ext cx="2667000" cy="700088"/>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5998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Learning Outcomes</a:t>
            </a:r>
          </a:p>
        </p:txBody>
      </p:sp>
      <p:sp>
        <p:nvSpPr>
          <p:cNvPr id="3" name="Content Placeholder 2"/>
          <p:cNvSpPr>
            <a:spLocks noGrp="1"/>
          </p:cNvSpPr>
          <p:nvPr>
            <p:ph idx="1"/>
          </p:nvPr>
        </p:nvSpPr>
        <p:spPr/>
        <p:txBody>
          <a:bodyPr>
            <a:normAutofit/>
          </a:bodyPr>
          <a:lstStyle/>
          <a:p>
            <a:r>
              <a:rPr lang="en-GB" sz="2800" dirty="0"/>
              <a:t>By the end of this session, you will be able to:</a:t>
            </a:r>
          </a:p>
          <a:p>
            <a:pPr lvl="1"/>
            <a:r>
              <a:rPr lang="en-GB" sz="2600" dirty="0"/>
              <a:t>appraise what is a literature review?</a:t>
            </a:r>
          </a:p>
          <a:p>
            <a:pPr lvl="1"/>
            <a:r>
              <a:rPr lang="en-GB" sz="2600" dirty="0"/>
              <a:t>appraise the structure of a literature review. </a:t>
            </a:r>
          </a:p>
          <a:p>
            <a:pPr lvl="1"/>
            <a:r>
              <a:rPr lang="en-GB" sz="2600" dirty="0"/>
              <a:t>appraise how to write a </a:t>
            </a:r>
            <a:r>
              <a:rPr lang="en-GB" sz="2400" dirty="0"/>
              <a:t>literature review. </a:t>
            </a:r>
          </a:p>
          <a:p>
            <a:endParaRPr lang="en-GB" sz="2800" dirty="0"/>
          </a:p>
          <a:p>
            <a:endParaRPr lang="en-GB" sz="2800" dirty="0"/>
          </a:p>
          <a:p>
            <a:endParaRPr lang="en-GB" sz="2800" dirty="0"/>
          </a:p>
        </p:txBody>
      </p:sp>
    </p:spTree>
    <p:extLst>
      <p:ext uri="{BB962C8B-B14F-4D97-AF65-F5344CB8AC3E}">
        <p14:creationId xmlns:p14="http://schemas.microsoft.com/office/powerpoint/2010/main" val="25793964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08DF7-0357-9296-FB78-47948DAA3602}"/>
              </a:ext>
            </a:extLst>
          </p:cNvPr>
          <p:cNvSpPr>
            <a:spLocks noGrp="1"/>
          </p:cNvSpPr>
          <p:nvPr>
            <p:ph type="title"/>
          </p:nvPr>
        </p:nvSpPr>
        <p:spPr/>
        <p:txBody>
          <a:bodyPr/>
          <a:lstStyle/>
          <a:p>
            <a:r>
              <a:rPr lang="en-GB" dirty="0"/>
              <a:t>Introduction</a:t>
            </a:r>
          </a:p>
        </p:txBody>
      </p:sp>
      <p:sp>
        <p:nvSpPr>
          <p:cNvPr id="3" name="Content Placeholder 2">
            <a:extLst>
              <a:ext uri="{FF2B5EF4-FFF2-40B4-BE49-F238E27FC236}">
                <a16:creationId xmlns:a16="http://schemas.microsoft.com/office/drawing/2014/main" id="{5C4E5858-E211-03C0-3DAA-42286861991E}"/>
              </a:ext>
            </a:extLst>
          </p:cNvPr>
          <p:cNvSpPr>
            <a:spLocks noGrp="1"/>
          </p:cNvSpPr>
          <p:nvPr>
            <p:ph idx="1"/>
          </p:nvPr>
        </p:nvSpPr>
        <p:spPr/>
        <p:txBody>
          <a:bodyPr>
            <a:normAutofit/>
          </a:bodyPr>
          <a:lstStyle/>
          <a:p>
            <a:endParaRPr lang="en-GB" sz="2800" dirty="0"/>
          </a:p>
        </p:txBody>
      </p:sp>
      <p:sp>
        <p:nvSpPr>
          <p:cNvPr id="4" name="Rectangle: Rounded Corners 3">
            <a:extLst>
              <a:ext uri="{FF2B5EF4-FFF2-40B4-BE49-F238E27FC236}">
                <a16:creationId xmlns:a16="http://schemas.microsoft.com/office/drawing/2014/main" id="{E1E95086-1AA6-8A82-79FA-DA9526A153F9}"/>
              </a:ext>
            </a:extLst>
          </p:cNvPr>
          <p:cNvSpPr/>
          <p:nvPr/>
        </p:nvSpPr>
        <p:spPr>
          <a:xfrm>
            <a:off x="2362200" y="2209800"/>
            <a:ext cx="2895600" cy="15240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dirty="0">
                <a:solidFill>
                  <a:schemeClr val="tx1"/>
                </a:solidFill>
              </a:rPr>
              <a:t>Finding Academic Information</a:t>
            </a:r>
          </a:p>
        </p:txBody>
      </p:sp>
      <p:sp>
        <p:nvSpPr>
          <p:cNvPr id="5" name="Rectangle: Rounded Corners 4">
            <a:extLst>
              <a:ext uri="{FF2B5EF4-FFF2-40B4-BE49-F238E27FC236}">
                <a16:creationId xmlns:a16="http://schemas.microsoft.com/office/drawing/2014/main" id="{A83A584E-D7FD-18A0-FBC7-38EC118B19CC}"/>
              </a:ext>
            </a:extLst>
          </p:cNvPr>
          <p:cNvSpPr/>
          <p:nvPr/>
        </p:nvSpPr>
        <p:spPr>
          <a:xfrm>
            <a:off x="5943600" y="2195895"/>
            <a:ext cx="2895600" cy="15240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dirty="0">
                <a:solidFill>
                  <a:schemeClr val="tx1"/>
                </a:solidFill>
              </a:rPr>
              <a:t>Harvard Referencing</a:t>
            </a:r>
          </a:p>
        </p:txBody>
      </p:sp>
      <p:sp>
        <p:nvSpPr>
          <p:cNvPr id="6" name="Rectangle: Rounded Corners 5">
            <a:extLst>
              <a:ext uri="{FF2B5EF4-FFF2-40B4-BE49-F238E27FC236}">
                <a16:creationId xmlns:a16="http://schemas.microsoft.com/office/drawing/2014/main" id="{193B688A-DD22-6EBE-66F1-0FD01E8D6BAB}"/>
              </a:ext>
            </a:extLst>
          </p:cNvPr>
          <p:cNvSpPr/>
          <p:nvPr/>
        </p:nvSpPr>
        <p:spPr>
          <a:xfrm>
            <a:off x="4241800" y="4495800"/>
            <a:ext cx="2895600" cy="15240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dirty="0">
                <a:solidFill>
                  <a:schemeClr val="tx1"/>
                </a:solidFill>
              </a:rPr>
              <a:t>Literature </a:t>
            </a:r>
          </a:p>
          <a:p>
            <a:pPr algn="ctr"/>
            <a:r>
              <a:rPr lang="en-GB" sz="2800" dirty="0">
                <a:solidFill>
                  <a:schemeClr val="tx1"/>
                </a:solidFill>
              </a:rPr>
              <a:t>Review</a:t>
            </a:r>
          </a:p>
        </p:txBody>
      </p:sp>
      <p:sp>
        <p:nvSpPr>
          <p:cNvPr id="7" name="Arrow: Right 6">
            <a:extLst>
              <a:ext uri="{FF2B5EF4-FFF2-40B4-BE49-F238E27FC236}">
                <a16:creationId xmlns:a16="http://schemas.microsoft.com/office/drawing/2014/main" id="{A973F15F-BCCD-5B99-8FBC-D7D0154A9B15}"/>
              </a:ext>
            </a:extLst>
          </p:cNvPr>
          <p:cNvSpPr/>
          <p:nvPr/>
        </p:nvSpPr>
        <p:spPr>
          <a:xfrm rot="3068888">
            <a:off x="3390528" y="3853559"/>
            <a:ext cx="1415945" cy="56356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Arrow: Right 8">
            <a:extLst>
              <a:ext uri="{FF2B5EF4-FFF2-40B4-BE49-F238E27FC236}">
                <a16:creationId xmlns:a16="http://schemas.microsoft.com/office/drawing/2014/main" id="{9B695121-0358-F554-6FEA-441F2496B322}"/>
              </a:ext>
            </a:extLst>
          </p:cNvPr>
          <p:cNvSpPr/>
          <p:nvPr/>
        </p:nvSpPr>
        <p:spPr>
          <a:xfrm rot="7874526">
            <a:off x="6425356" y="3896274"/>
            <a:ext cx="1438732" cy="56356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923829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08DF7-0357-9296-FB78-47948DAA3602}"/>
              </a:ext>
            </a:extLst>
          </p:cNvPr>
          <p:cNvSpPr>
            <a:spLocks noGrp="1"/>
          </p:cNvSpPr>
          <p:nvPr>
            <p:ph type="title"/>
          </p:nvPr>
        </p:nvSpPr>
        <p:spPr/>
        <p:txBody>
          <a:bodyPr/>
          <a:lstStyle/>
          <a:p>
            <a:r>
              <a:rPr lang="en-GB" dirty="0"/>
              <a:t>What is a Literature Review?</a:t>
            </a:r>
          </a:p>
        </p:txBody>
      </p:sp>
      <p:sp>
        <p:nvSpPr>
          <p:cNvPr id="3" name="Content Placeholder 2">
            <a:extLst>
              <a:ext uri="{FF2B5EF4-FFF2-40B4-BE49-F238E27FC236}">
                <a16:creationId xmlns:a16="http://schemas.microsoft.com/office/drawing/2014/main" id="{5C4E5858-E211-03C0-3DAA-42286861991E}"/>
              </a:ext>
            </a:extLst>
          </p:cNvPr>
          <p:cNvSpPr>
            <a:spLocks noGrp="1"/>
          </p:cNvSpPr>
          <p:nvPr>
            <p:ph idx="1"/>
          </p:nvPr>
        </p:nvSpPr>
        <p:spPr/>
        <p:txBody>
          <a:bodyPr>
            <a:normAutofit/>
          </a:bodyPr>
          <a:lstStyle/>
          <a:p>
            <a:r>
              <a:rPr lang="en-GB" sz="2800" b="1" dirty="0"/>
              <a:t>A comprehensive review of the literature available for any given research area or question. </a:t>
            </a:r>
          </a:p>
          <a:p>
            <a:r>
              <a:rPr lang="en-GB" sz="2800" dirty="0"/>
              <a:t>It is a summary, analysis and critical evaluation of that literature.</a:t>
            </a:r>
          </a:p>
          <a:p>
            <a:r>
              <a:rPr lang="en-GB" sz="2800" dirty="0"/>
              <a:t>An explanation of what research has already been performed in that area.</a:t>
            </a:r>
          </a:p>
          <a:p>
            <a:r>
              <a:rPr lang="en-GB" sz="2800" dirty="0"/>
              <a:t>“</a:t>
            </a:r>
            <a:r>
              <a:rPr lang="en-GB" sz="2800" i="1" dirty="0"/>
              <a:t>It is used to determine what is known on a topic, how well this knowledge is established and where future research might best be directed</a:t>
            </a:r>
            <a:r>
              <a:rPr lang="en-GB" sz="2800" dirty="0"/>
              <a:t>”*.</a:t>
            </a:r>
          </a:p>
          <a:p>
            <a:endParaRPr lang="en-GB" sz="2800" dirty="0"/>
          </a:p>
        </p:txBody>
      </p:sp>
      <p:sp>
        <p:nvSpPr>
          <p:cNvPr id="4" name="TextBox 3">
            <a:extLst>
              <a:ext uri="{FF2B5EF4-FFF2-40B4-BE49-F238E27FC236}">
                <a16:creationId xmlns:a16="http://schemas.microsoft.com/office/drawing/2014/main" id="{65A4BE71-A41A-0FDE-8871-599AC7BD0032}"/>
              </a:ext>
            </a:extLst>
          </p:cNvPr>
          <p:cNvSpPr txBox="1"/>
          <p:nvPr/>
        </p:nvSpPr>
        <p:spPr>
          <a:xfrm>
            <a:off x="152400" y="6477000"/>
            <a:ext cx="10058400" cy="276999"/>
          </a:xfrm>
          <a:prstGeom prst="rect">
            <a:avLst/>
          </a:prstGeom>
          <a:noFill/>
        </p:spPr>
        <p:txBody>
          <a:bodyPr wrap="square" rtlCol="0">
            <a:spAutoFit/>
          </a:bodyPr>
          <a:lstStyle/>
          <a:p>
            <a:r>
              <a:rPr lang="en-GB" sz="1200" dirty="0"/>
              <a:t>* </a:t>
            </a:r>
            <a:r>
              <a:rPr lang="en-GB" sz="1200" dirty="0">
                <a:hlinkClick r:id="rId2"/>
              </a:rPr>
              <a:t>https://students.unimelb.edu.au/academic-skills/resources/report-writing/reviewing-the-literature</a:t>
            </a:r>
            <a:r>
              <a:rPr lang="en-GB" sz="1200" dirty="0"/>
              <a:t> </a:t>
            </a:r>
          </a:p>
        </p:txBody>
      </p:sp>
    </p:spTree>
    <p:extLst>
      <p:ext uri="{BB962C8B-B14F-4D97-AF65-F5344CB8AC3E}">
        <p14:creationId xmlns:p14="http://schemas.microsoft.com/office/powerpoint/2010/main" val="22273670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08DF7-0357-9296-FB78-47948DAA3602}"/>
              </a:ext>
            </a:extLst>
          </p:cNvPr>
          <p:cNvSpPr>
            <a:spLocks noGrp="1"/>
          </p:cNvSpPr>
          <p:nvPr>
            <p:ph type="title"/>
          </p:nvPr>
        </p:nvSpPr>
        <p:spPr/>
        <p:txBody>
          <a:bodyPr/>
          <a:lstStyle/>
          <a:p>
            <a:r>
              <a:rPr lang="en-GB" dirty="0"/>
              <a:t>What is a Literature Review?</a:t>
            </a:r>
          </a:p>
        </p:txBody>
      </p:sp>
      <p:sp>
        <p:nvSpPr>
          <p:cNvPr id="3" name="Content Placeholder 2">
            <a:extLst>
              <a:ext uri="{FF2B5EF4-FFF2-40B4-BE49-F238E27FC236}">
                <a16:creationId xmlns:a16="http://schemas.microsoft.com/office/drawing/2014/main" id="{5C4E5858-E211-03C0-3DAA-42286861991E}"/>
              </a:ext>
            </a:extLst>
          </p:cNvPr>
          <p:cNvSpPr>
            <a:spLocks noGrp="1"/>
          </p:cNvSpPr>
          <p:nvPr>
            <p:ph idx="1"/>
          </p:nvPr>
        </p:nvSpPr>
        <p:spPr>
          <a:xfrm>
            <a:off x="609600" y="1600200"/>
            <a:ext cx="3505200" cy="4800600"/>
          </a:xfrm>
        </p:spPr>
        <p:txBody>
          <a:bodyPr>
            <a:normAutofit lnSpcReduction="10000"/>
          </a:bodyPr>
          <a:lstStyle/>
          <a:p>
            <a:r>
              <a:rPr lang="en-GB" sz="2800" dirty="0"/>
              <a:t>It is a </a:t>
            </a:r>
            <a:r>
              <a:rPr lang="en-GB" sz="2800" b="1" dirty="0">
                <a:solidFill>
                  <a:srgbClr val="0070C0"/>
                </a:solidFill>
              </a:rPr>
              <a:t>document</a:t>
            </a:r>
            <a:r>
              <a:rPr lang="en-GB" sz="2800" dirty="0"/>
              <a:t> or </a:t>
            </a:r>
            <a:r>
              <a:rPr lang="en-GB" sz="2800" b="1" dirty="0">
                <a:solidFill>
                  <a:srgbClr val="0070C0"/>
                </a:solidFill>
              </a:rPr>
              <a:t>section in report </a:t>
            </a:r>
            <a:r>
              <a:rPr lang="en-GB" sz="2800" dirty="0"/>
              <a:t>that explores and evaluates the literature on a specific topics or question.</a:t>
            </a:r>
          </a:p>
          <a:p>
            <a:r>
              <a:rPr lang="en-GB" sz="2800" b="1" dirty="0"/>
              <a:t>So, what would a document look like?</a:t>
            </a:r>
          </a:p>
          <a:p>
            <a:pPr lvl="1"/>
            <a:r>
              <a:rPr lang="en-GB" sz="2600" dirty="0"/>
              <a:t>Example.</a:t>
            </a:r>
          </a:p>
          <a:p>
            <a:endParaRPr lang="en-GB" sz="2800" dirty="0"/>
          </a:p>
        </p:txBody>
      </p:sp>
      <p:sp>
        <p:nvSpPr>
          <p:cNvPr id="6" name="TextBox 5">
            <a:extLst>
              <a:ext uri="{FF2B5EF4-FFF2-40B4-BE49-F238E27FC236}">
                <a16:creationId xmlns:a16="http://schemas.microsoft.com/office/drawing/2014/main" id="{57A37664-00BA-AE10-BD7F-A2FB1FD84266}"/>
              </a:ext>
            </a:extLst>
          </p:cNvPr>
          <p:cNvSpPr txBox="1"/>
          <p:nvPr/>
        </p:nvSpPr>
        <p:spPr>
          <a:xfrm>
            <a:off x="4495800" y="1584747"/>
            <a:ext cx="7162800" cy="4524315"/>
          </a:xfrm>
          <a:prstGeom prst="rect">
            <a:avLst/>
          </a:prstGeom>
          <a:solidFill>
            <a:schemeClr val="bg1">
              <a:lumMod val="95000"/>
            </a:schemeClr>
          </a:solidFill>
          <a:ln w="12700">
            <a:solidFill>
              <a:schemeClr val="tx1"/>
            </a:solidFill>
          </a:ln>
        </p:spPr>
        <p:txBody>
          <a:bodyPr wrap="square" rtlCol="0">
            <a:spAutoFit/>
          </a:bodyPr>
          <a:lstStyle/>
          <a:p>
            <a:r>
              <a:rPr lang="en-GB" sz="2400" dirty="0"/>
              <a:t>“</a:t>
            </a:r>
            <a:r>
              <a:rPr lang="en-GB" sz="2400" dirty="0">
                <a:solidFill>
                  <a:srgbClr val="0070C0"/>
                </a:solidFill>
              </a:rPr>
              <a:t>Virtual reality interaction approaches have undergone significant research in recent years (</a:t>
            </a:r>
            <a:r>
              <a:rPr lang="en-GB" sz="2400" dirty="0" err="1">
                <a:solidFill>
                  <a:srgbClr val="0070C0"/>
                </a:solidFill>
              </a:rPr>
              <a:t>Hannema</a:t>
            </a:r>
            <a:r>
              <a:rPr lang="en-GB" sz="2400" dirty="0">
                <a:solidFill>
                  <a:srgbClr val="0070C0"/>
                </a:solidFill>
              </a:rPr>
              <a:t>, 2001; Park, et al., 2017; </a:t>
            </a:r>
            <a:r>
              <a:rPr lang="en-GB" sz="2400" dirty="0" err="1">
                <a:solidFill>
                  <a:srgbClr val="0070C0"/>
                </a:solidFill>
              </a:rPr>
              <a:t>Breslauer</a:t>
            </a:r>
            <a:r>
              <a:rPr lang="en-GB" sz="2400" dirty="0">
                <a:solidFill>
                  <a:srgbClr val="0070C0"/>
                </a:solidFill>
              </a:rPr>
              <a:t>, et al., 2019). </a:t>
            </a:r>
            <a:r>
              <a:rPr lang="en-GB" sz="2400" dirty="0"/>
              <a:t>Research into optical trackers has seen significant success due their more direct and intuitive interaction leveraging real-world experience (</a:t>
            </a:r>
            <a:r>
              <a:rPr lang="en-GB" sz="2400" dirty="0" err="1"/>
              <a:t>Rautaray</a:t>
            </a:r>
            <a:r>
              <a:rPr lang="en-GB" sz="2400" dirty="0"/>
              <a:t> &amp; Agrawal, 2015; </a:t>
            </a:r>
            <a:r>
              <a:rPr lang="en-GB" sz="2400" dirty="0" err="1"/>
              <a:t>Anthes</a:t>
            </a:r>
            <a:r>
              <a:rPr lang="en-GB" sz="2400" dirty="0"/>
              <a:t>, et al., 2016). </a:t>
            </a:r>
            <a:r>
              <a:rPr lang="en-GB" sz="2400" dirty="0">
                <a:solidFill>
                  <a:srgbClr val="00B050"/>
                </a:solidFill>
              </a:rPr>
              <a:t>However, as previously discussed in Chapter 1, section 1.4, optical trackers have four key issues: field-of-view, occlusion, accuracy and stability. In order to investigate this area, current interaction approaches should be established, and their respective hand-based research discussed.</a:t>
            </a:r>
            <a:r>
              <a:rPr lang="en-GB" sz="2400" dirty="0"/>
              <a:t>”</a:t>
            </a:r>
          </a:p>
        </p:txBody>
      </p:sp>
      <p:sp>
        <p:nvSpPr>
          <p:cNvPr id="7" name="TextBox 6">
            <a:extLst>
              <a:ext uri="{FF2B5EF4-FFF2-40B4-BE49-F238E27FC236}">
                <a16:creationId xmlns:a16="http://schemas.microsoft.com/office/drawing/2014/main" id="{B41BED39-83E4-4048-D9F5-E4CB91F20845}"/>
              </a:ext>
            </a:extLst>
          </p:cNvPr>
          <p:cNvSpPr txBox="1"/>
          <p:nvPr/>
        </p:nvSpPr>
        <p:spPr>
          <a:xfrm>
            <a:off x="6096000" y="6131975"/>
            <a:ext cx="5105400" cy="461665"/>
          </a:xfrm>
          <a:prstGeom prst="rect">
            <a:avLst/>
          </a:prstGeom>
          <a:noFill/>
        </p:spPr>
        <p:txBody>
          <a:bodyPr wrap="square" rtlCol="0">
            <a:spAutoFit/>
          </a:bodyPr>
          <a:lstStyle/>
          <a:p>
            <a:pPr algn="r"/>
            <a:r>
              <a:rPr lang="en-GB" sz="1200" b="1" dirty="0"/>
              <a:t>Source: </a:t>
            </a:r>
            <a:r>
              <a:rPr lang="en-GB" sz="1200" dirty="0"/>
              <a:t>A Multiple Optical Tracking Based Approach for Enhancing Hand-Based Interaction in Virtual Reality Simulations – Adam </a:t>
            </a:r>
            <a:r>
              <a:rPr lang="en-GB" sz="1200" dirty="0" err="1"/>
              <a:t>Worrallo</a:t>
            </a:r>
            <a:r>
              <a:rPr lang="en-GB" sz="1200" dirty="0"/>
              <a:t>.</a:t>
            </a:r>
          </a:p>
        </p:txBody>
      </p:sp>
      <p:sp>
        <p:nvSpPr>
          <p:cNvPr id="4" name="TextBox 3">
            <a:extLst>
              <a:ext uri="{FF2B5EF4-FFF2-40B4-BE49-F238E27FC236}">
                <a16:creationId xmlns:a16="http://schemas.microsoft.com/office/drawing/2014/main" id="{B2048BD4-4DC8-BD8A-8EDC-2018A9D67C13}"/>
              </a:ext>
            </a:extLst>
          </p:cNvPr>
          <p:cNvSpPr txBox="1"/>
          <p:nvPr/>
        </p:nvSpPr>
        <p:spPr>
          <a:xfrm>
            <a:off x="8534399" y="577863"/>
            <a:ext cx="3142673" cy="92333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GB" b="1" u="sng" dirty="0"/>
              <a:t>Note</a:t>
            </a:r>
            <a:r>
              <a:rPr lang="en-GB" b="1" dirty="0"/>
              <a:t>, you </a:t>
            </a:r>
            <a:r>
              <a:rPr lang="en-GB" b="1"/>
              <a:t>would not </a:t>
            </a:r>
            <a:r>
              <a:rPr lang="en-GB" b="1" dirty="0"/>
              <a:t>highlight elements in your document / a section of a report like this.</a:t>
            </a:r>
          </a:p>
        </p:txBody>
      </p:sp>
    </p:spTree>
    <p:extLst>
      <p:ext uri="{BB962C8B-B14F-4D97-AF65-F5344CB8AC3E}">
        <p14:creationId xmlns:p14="http://schemas.microsoft.com/office/powerpoint/2010/main" val="12073609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08DF7-0357-9296-FB78-47948DAA3602}"/>
              </a:ext>
            </a:extLst>
          </p:cNvPr>
          <p:cNvSpPr>
            <a:spLocks noGrp="1"/>
          </p:cNvSpPr>
          <p:nvPr>
            <p:ph type="title"/>
          </p:nvPr>
        </p:nvSpPr>
        <p:spPr/>
        <p:txBody>
          <a:bodyPr/>
          <a:lstStyle/>
          <a:p>
            <a:r>
              <a:rPr lang="en-GB" dirty="0"/>
              <a:t>What is a Literature Review?</a:t>
            </a:r>
          </a:p>
        </p:txBody>
      </p:sp>
      <p:sp>
        <p:nvSpPr>
          <p:cNvPr id="3" name="Content Placeholder 2">
            <a:extLst>
              <a:ext uri="{FF2B5EF4-FFF2-40B4-BE49-F238E27FC236}">
                <a16:creationId xmlns:a16="http://schemas.microsoft.com/office/drawing/2014/main" id="{5C4E5858-E211-03C0-3DAA-42286861991E}"/>
              </a:ext>
            </a:extLst>
          </p:cNvPr>
          <p:cNvSpPr>
            <a:spLocks noGrp="1"/>
          </p:cNvSpPr>
          <p:nvPr>
            <p:ph idx="1"/>
          </p:nvPr>
        </p:nvSpPr>
        <p:spPr>
          <a:xfrm>
            <a:off x="609600" y="1600200"/>
            <a:ext cx="3352800" cy="4800600"/>
          </a:xfrm>
        </p:spPr>
        <p:txBody>
          <a:bodyPr>
            <a:normAutofit lnSpcReduction="10000"/>
          </a:bodyPr>
          <a:lstStyle/>
          <a:p>
            <a:r>
              <a:rPr lang="en-GB" sz="2800" dirty="0"/>
              <a:t>It is a </a:t>
            </a:r>
            <a:r>
              <a:rPr lang="en-GB" sz="2800" b="1" dirty="0">
                <a:solidFill>
                  <a:srgbClr val="0070C0"/>
                </a:solidFill>
              </a:rPr>
              <a:t>document</a:t>
            </a:r>
            <a:r>
              <a:rPr lang="en-GB" sz="2800" dirty="0"/>
              <a:t> or </a:t>
            </a:r>
            <a:r>
              <a:rPr lang="en-GB" sz="2800" b="1" dirty="0">
                <a:solidFill>
                  <a:srgbClr val="0070C0"/>
                </a:solidFill>
              </a:rPr>
              <a:t>section in report </a:t>
            </a:r>
            <a:r>
              <a:rPr lang="en-GB" sz="2800" dirty="0"/>
              <a:t>that explores and evaluates the literature on a specific topics or question.</a:t>
            </a:r>
          </a:p>
          <a:p>
            <a:r>
              <a:rPr lang="en-GB" sz="2800" b="1" dirty="0"/>
              <a:t>So, what would a document look like?</a:t>
            </a:r>
          </a:p>
          <a:p>
            <a:pPr lvl="1"/>
            <a:r>
              <a:rPr lang="en-GB" sz="2600" dirty="0"/>
              <a:t>Another example.</a:t>
            </a:r>
          </a:p>
          <a:p>
            <a:endParaRPr lang="en-GB" sz="2800" dirty="0"/>
          </a:p>
        </p:txBody>
      </p:sp>
      <p:sp>
        <p:nvSpPr>
          <p:cNvPr id="7" name="TextBox 6">
            <a:extLst>
              <a:ext uri="{FF2B5EF4-FFF2-40B4-BE49-F238E27FC236}">
                <a16:creationId xmlns:a16="http://schemas.microsoft.com/office/drawing/2014/main" id="{B41BED39-83E4-4048-D9F5-E4CB91F20845}"/>
              </a:ext>
            </a:extLst>
          </p:cNvPr>
          <p:cNvSpPr txBox="1"/>
          <p:nvPr/>
        </p:nvSpPr>
        <p:spPr>
          <a:xfrm>
            <a:off x="8839200" y="6033700"/>
            <a:ext cx="2362200" cy="646331"/>
          </a:xfrm>
          <a:prstGeom prst="rect">
            <a:avLst/>
          </a:prstGeom>
          <a:noFill/>
        </p:spPr>
        <p:txBody>
          <a:bodyPr wrap="square" rtlCol="0">
            <a:spAutoFit/>
          </a:bodyPr>
          <a:lstStyle/>
          <a:p>
            <a:pPr algn="r"/>
            <a:r>
              <a:rPr lang="en-GB" sz="1200" b="1" dirty="0"/>
              <a:t>Source: </a:t>
            </a:r>
            <a:r>
              <a:rPr lang="en-GB" sz="1200" dirty="0">
                <a:hlinkClick r:id="rId2"/>
              </a:rPr>
              <a:t>https://www.scrintal.com/guides/how-to-write-a-literature-review</a:t>
            </a:r>
            <a:r>
              <a:rPr lang="en-GB" sz="1200" dirty="0"/>
              <a:t>. </a:t>
            </a:r>
          </a:p>
        </p:txBody>
      </p:sp>
      <p:pic>
        <p:nvPicPr>
          <p:cNvPr id="4" name="Picture 3">
            <a:extLst>
              <a:ext uri="{FF2B5EF4-FFF2-40B4-BE49-F238E27FC236}">
                <a16:creationId xmlns:a16="http://schemas.microsoft.com/office/drawing/2014/main" id="{160C57D6-9F73-9713-8B10-23F02645E1C7}"/>
              </a:ext>
            </a:extLst>
          </p:cNvPr>
          <p:cNvPicPr>
            <a:picLocks noChangeAspect="1"/>
          </p:cNvPicPr>
          <p:nvPr/>
        </p:nvPicPr>
        <p:blipFill>
          <a:blip r:embed="rId3"/>
          <a:stretch>
            <a:fillRect/>
          </a:stretch>
        </p:blipFill>
        <p:spPr>
          <a:xfrm>
            <a:off x="3962400" y="1600200"/>
            <a:ext cx="8051995" cy="4343400"/>
          </a:xfrm>
          <a:prstGeom prst="rect">
            <a:avLst/>
          </a:prstGeom>
        </p:spPr>
      </p:pic>
      <p:sp>
        <p:nvSpPr>
          <p:cNvPr id="5" name="TextBox 4">
            <a:extLst>
              <a:ext uri="{FF2B5EF4-FFF2-40B4-BE49-F238E27FC236}">
                <a16:creationId xmlns:a16="http://schemas.microsoft.com/office/drawing/2014/main" id="{3385A98A-C018-39BC-3C6E-7378A8BD05EC}"/>
              </a:ext>
            </a:extLst>
          </p:cNvPr>
          <p:cNvSpPr txBox="1"/>
          <p:nvPr/>
        </p:nvSpPr>
        <p:spPr>
          <a:xfrm>
            <a:off x="4013200" y="5983069"/>
            <a:ext cx="4673600" cy="64633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GB" b="1" u="sng" dirty="0"/>
              <a:t>Note</a:t>
            </a:r>
            <a:r>
              <a:rPr lang="en-GB" b="1" dirty="0"/>
              <a:t>, you </a:t>
            </a:r>
            <a:r>
              <a:rPr lang="en-GB" b="1"/>
              <a:t>would not </a:t>
            </a:r>
            <a:r>
              <a:rPr lang="en-GB" b="1" dirty="0"/>
              <a:t>highlight elements in your document / a section of a report like this.</a:t>
            </a:r>
          </a:p>
        </p:txBody>
      </p:sp>
    </p:spTree>
    <p:extLst>
      <p:ext uri="{BB962C8B-B14F-4D97-AF65-F5344CB8AC3E}">
        <p14:creationId xmlns:p14="http://schemas.microsoft.com/office/powerpoint/2010/main" val="31995566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08DF7-0357-9296-FB78-47948DAA3602}"/>
              </a:ext>
            </a:extLst>
          </p:cNvPr>
          <p:cNvSpPr>
            <a:spLocks noGrp="1"/>
          </p:cNvSpPr>
          <p:nvPr>
            <p:ph type="title"/>
          </p:nvPr>
        </p:nvSpPr>
        <p:spPr/>
        <p:txBody>
          <a:bodyPr/>
          <a:lstStyle/>
          <a:p>
            <a:r>
              <a:rPr lang="en-GB" dirty="0"/>
              <a:t>Why do a Literature Review?</a:t>
            </a:r>
          </a:p>
        </p:txBody>
      </p:sp>
      <p:sp>
        <p:nvSpPr>
          <p:cNvPr id="3" name="Content Placeholder 2">
            <a:extLst>
              <a:ext uri="{FF2B5EF4-FFF2-40B4-BE49-F238E27FC236}">
                <a16:creationId xmlns:a16="http://schemas.microsoft.com/office/drawing/2014/main" id="{5C4E5858-E211-03C0-3DAA-42286861991E}"/>
              </a:ext>
            </a:extLst>
          </p:cNvPr>
          <p:cNvSpPr>
            <a:spLocks noGrp="1"/>
          </p:cNvSpPr>
          <p:nvPr>
            <p:ph idx="1"/>
          </p:nvPr>
        </p:nvSpPr>
        <p:spPr/>
        <p:txBody>
          <a:bodyPr>
            <a:normAutofit fontScale="92500" lnSpcReduction="20000"/>
          </a:bodyPr>
          <a:lstStyle/>
          <a:p>
            <a:r>
              <a:rPr lang="en-GB" sz="2800" dirty="0"/>
              <a:t>Enables </a:t>
            </a:r>
            <a:r>
              <a:rPr lang="en-GB" sz="2800" b="1" u="sng" dirty="0">
                <a:solidFill>
                  <a:srgbClr val="0070C0"/>
                </a:solidFill>
              </a:rPr>
              <a:t>you</a:t>
            </a:r>
            <a:r>
              <a:rPr lang="en-GB" sz="2800" dirty="0"/>
              <a:t> to collect, study, compare and evaluate current knowledge and research in an area / field of study*.</a:t>
            </a:r>
          </a:p>
          <a:p>
            <a:pPr lvl="1"/>
            <a:r>
              <a:rPr lang="en-GB" sz="2600" dirty="0"/>
              <a:t>A way for </a:t>
            </a:r>
            <a:r>
              <a:rPr lang="en-GB" sz="2600" b="1" u="sng" dirty="0">
                <a:solidFill>
                  <a:srgbClr val="0070C0"/>
                </a:solidFill>
              </a:rPr>
              <a:t>you</a:t>
            </a:r>
            <a:r>
              <a:rPr lang="en-GB" sz="2600" dirty="0"/>
              <a:t> to study and </a:t>
            </a:r>
            <a:r>
              <a:rPr lang="en-GB" sz="2600" b="1" u="sng" dirty="0">
                <a:solidFill>
                  <a:srgbClr val="0070C0"/>
                </a:solidFill>
              </a:rPr>
              <a:t>disseminate</a:t>
            </a:r>
            <a:r>
              <a:rPr lang="en-GB" sz="2600" dirty="0"/>
              <a:t> your knowledge in an area / field.</a:t>
            </a:r>
          </a:p>
          <a:p>
            <a:r>
              <a:rPr lang="en-GB" sz="2800" dirty="0"/>
              <a:t>Learn about and </a:t>
            </a:r>
            <a:r>
              <a:rPr lang="en-GB" sz="2800" b="1" dirty="0">
                <a:solidFill>
                  <a:srgbClr val="0070C0"/>
                </a:solidFill>
              </a:rPr>
              <a:t>show what research has already been done</a:t>
            </a:r>
            <a:r>
              <a:rPr lang="en-GB" sz="2800" dirty="0"/>
              <a:t> on any given subject.</a:t>
            </a:r>
            <a:endParaRPr lang="en-GB" sz="2600" dirty="0"/>
          </a:p>
          <a:p>
            <a:r>
              <a:rPr lang="en-GB" sz="2800" dirty="0"/>
              <a:t>You may also be able to highlight areas which relate to the subject in hand but may not have had as much research carried out upon them.</a:t>
            </a:r>
          </a:p>
          <a:p>
            <a:r>
              <a:rPr lang="en-GB" sz="2800" dirty="0"/>
              <a:t>For larger projects (</a:t>
            </a:r>
            <a:r>
              <a:rPr lang="en-GB" sz="2800" i="1" dirty="0"/>
              <a:t>e.g., your final year dissertation</a:t>
            </a:r>
            <a:r>
              <a:rPr lang="en-GB" sz="2800" dirty="0"/>
              <a:t>) they are good starting points.</a:t>
            </a:r>
          </a:p>
          <a:p>
            <a:pPr lvl="1"/>
            <a:r>
              <a:rPr lang="en-GB" sz="2600" dirty="0"/>
              <a:t>You learn the background / context in an area / field. You learn what has been done.</a:t>
            </a:r>
          </a:p>
          <a:p>
            <a:pPr lvl="1"/>
            <a:r>
              <a:rPr lang="en-GB" sz="2600" dirty="0"/>
              <a:t>Then you can use this knowledge to do something – develop an idea, develop a new algorithm or piece of software.</a:t>
            </a:r>
          </a:p>
        </p:txBody>
      </p:sp>
      <p:sp>
        <p:nvSpPr>
          <p:cNvPr id="5" name="TextBox 4">
            <a:extLst>
              <a:ext uri="{FF2B5EF4-FFF2-40B4-BE49-F238E27FC236}">
                <a16:creationId xmlns:a16="http://schemas.microsoft.com/office/drawing/2014/main" id="{B8D7D8F7-47F7-E506-4832-D60311D8FE19}"/>
              </a:ext>
            </a:extLst>
          </p:cNvPr>
          <p:cNvSpPr txBox="1"/>
          <p:nvPr/>
        </p:nvSpPr>
        <p:spPr>
          <a:xfrm>
            <a:off x="152400" y="6460251"/>
            <a:ext cx="10591800" cy="246221"/>
          </a:xfrm>
          <a:prstGeom prst="rect">
            <a:avLst/>
          </a:prstGeom>
          <a:noFill/>
        </p:spPr>
        <p:txBody>
          <a:bodyPr wrap="square" rtlCol="0">
            <a:spAutoFit/>
          </a:bodyPr>
          <a:lstStyle/>
          <a:p>
            <a:r>
              <a:rPr lang="en-GB" sz="1000" dirty="0"/>
              <a:t>* </a:t>
            </a:r>
            <a:r>
              <a:rPr lang="en-GB" sz="1000" dirty="0">
                <a:hlinkClick r:id="rId2"/>
              </a:rPr>
              <a:t>https://www.durham.ac.uk/media/durham-university/departments-/common-awards/documents/assessment-documents/guidance-documents/Assessment-Guidelines_Literature-Reviews.pdf</a:t>
            </a:r>
            <a:r>
              <a:rPr lang="en-GB" sz="1000" dirty="0"/>
              <a:t> </a:t>
            </a:r>
          </a:p>
        </p:txBody>
      </p:sp>
    </p:spTree>
    <p:extLst>
      <p:ext uri="{BB962C8B-B14F-4D97-AF65-F5344CB8AC3E}">
        <p14:creationId xmlns:p14="http://schemas.microsoft.com/office/powerpoint/2010/main" val="26456962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08DF7-0357-9296-FB78-47948DAA3602}"/>
              </a:ext>
            </a:extLst>
          </p:cNvPr>
          <p:cNvSpPr>
            <a:spLocks noGrp="1"/>
          </p:cNvSpPr>
          <p:nvPr>
            <p:ph type="title"/>
          </p:nvPr>
        </p:nvSpPr>
        <p:spPr/>
        <p:txBody>
          <a:bodyPr/>
          <a:lstStyle/>
          <a:p>
            <a:r>
              <a:rPr lang="en-GB" dirty="0"/>
              <a:t>Why do a Literature Review?</a:t>
            </a:r>
          </a:p>
        </p:txBody>
      </p:sp>
      <p:sp>
        <p:nvSpPr>
          <p:cNvPr id="3" name="Content Placeholder 2">
            <a:extLst>
              <a:ext uri="{FF2B5EF4-FFF2-40B4-BE49-F238E27FC236}">
                <a16:creationId xmlns:a16="http://schemas.microsoft.com/office/drawing/2014/main" id="{5C4E5858-E211-03C0-3DAA-42286861991E}"/>
              </a:ext>
            </a:extLst>
          </p:cNvPr>
          <p:cNvSpPr>
            <a:spLocks noGrp="1"/>
          </p:cNvSpPr>
          <p:nvPr>
            <p:ph idx="1"/>
          </p:nvPr>
        </p:nvSpPr>
        <p:spPr>
          <a:xfrm>
            <a:off x="609600" y="1600200"/>
            <a:ext cx="7848600" cy="4800600"/>
          </a:xfrm>
        </p:spPr>
        <p:txBody>
          <a:bodyPr>
            <a:normAutofit fontScale="77500" lnSpcReduction="20000"/>
          </a:bodyPr>
          <a:lstStyle/>
          <a:p>
            <a:r>
              <a:rPr lang="en-GB" sz="2800" b="1" dirty="0"/>
              <a:t>Example:</a:t>
            </a:r>
          </a:p>
          <a:p>
            <a:pPr lvl="1"/>
            <a:r>
              <a:rPr lang="en-GB" sz="2600" dirty="0"/>
              <a:t>I have a project where I want to use Minecraft to teach people.</a:t>
            </a:r>
          </a:p>
          <a:p>
            <a:pPr lvl="1"/>
            <a:r>
              <a:rPr lang="en-GB" sz="2600" dirty="0"/>
              <a:t>Therefore, I want to find out how Minecraft can be used to teach people.</a:t>
            </a:r>
          </a:p>
          <a:p>
            <a:pPr lvl="2"/>
            <a:r>
              <a:rPr lang="en-GB" sz="2600" i="1" dirty="0"/>
              <a:t>I want to find what has been done already.</a:t>
            </a:r>
          </a:p>
          <a:p>
            <a:r>
              <a:rPr lang="en-GB" sz="2800" b="1" dirty="0"/>
              <a:t>Why:</a:t>
            </a:r>
          </a:p>
          <a:p>
            <a:pPr lvl="1"/>
            <a:r>
              <a:rPr lang="en-GB" sz="2600" b="1" dirty="0">
                <a:solidFill>
                  <a:srgbClr val="0070C0"/>
                </a:solidFill>
              </a:rPr>
              <a:t>To understand what has and can be done.</a:t>
            </a:r>
          </a:p>
          <a:p>
            <a:pPr lvl="2"/>
            <a:r>
              <a:rPr lang="en-GB" sz="2400" b="1" dirty="0"/>
              <a:t>Reason: </a:t>
            </a:r>
            <a:r>
              <a:rPr lang="en-GB" sz="2400" dirty="0"/>
              <a:t>Disseminate information - Company speculation, write a blog, academic (show you understanding in an area).</a:t>
            </a:r>
          </a:p>
          <a:p>
            <a:pPr lvl="2"/>
            <a:r>
              <a:rPr lang="en-GB" sz="2400" b="1" u="sng" dirty="0"/>
              <a:t>Output:</a:t>
            </a:r>
            <a:r>
              <a:rPr lang="en-GB" sz="2400" b="1" dirty="0"/>
              <a:t> </a:t>
            </a:r>
            <a:r>
              <a:rPr lang="en-GB" sz="2400" dirty="0"/>
              <a:t>Write a report.</a:t>
            </a:r>
          </a:p>
          <a:p>
            <a:pPr lvl="1"/>
            <a:r>
              <a:rPr lang="en-GB" sz="2600" b="1" dirty="0">
                <a:solidFill>
                  <a:srgbClr val="0070C0"/>
                </a:solidFill>
              </a:rPr>
              <a:t>To understand what has and can be done, then create a new Minecraft education application. Typically, I would then also test my new app to see if what has been created is any good.</a:t>
            </a:r>
          </a:p>
          <a:p>
            <a:pPr lvl="2"/>
            <a:r>
              <a:rPr lang="en-GB" sz="2400" b="1" dirty="0"/>
              <a:t>Reason: </a:t>
            </a:r>
            <a:r>
              <a:rPr lang="en-GB" sz="2400" dirty="0"/>
              <a:t>Create something new (that has not been done before) – new company product/area, academic (final year project).</a:t>
            </a:r>
          </a:p>
          <a:p>
            <a:pPr lvl="2"/>
            <a:r>
              <a:rPr lang="en-GB" sz="2400" b="1" u="sng" dirty="0"/>
              <a:t>Output:</a:t>
            </a:r>
            <a:r>
              <a:rPr lang="en-GB" sz="2400" b="1" dirty="0"/>
              <a:t> </a:t>
            </a:r>
            <a:r>
              <a:rPr lang="en-GB" sz="2400" dirty="0"/>
              <a:t>New software/algorithm and a report.</a:t>
            </a:r>
          </a:p>
        </p:txBody>
      </p:sp>
      <p:sp>
        <p:nvSpPr>
          <p:cNvPr id="4" name="TextBox 3">
            <a:extLst>
              <a:ext uri="{FF2B5EF4-FFF2-40B4-BE49-F238E27FC236}">
                <a16:creationId xmlns:a16="http://schemas.microsoft.com/office/drawing/2014/main" id="{0DF503F8-7649-21B9-22E8-E81133C5C19F}"/>
              </a:ext>
            </a:extLst>
          </p:cNvPr>
          <p:cNvSpPr txBox="1"/>
          <p:nvPr/>
        </p:nvSpPr>
        <p:spPr>
          <a:xfrm>
            <a:off x="609600" y="6324600"/>
            <a:ext cx="7239000" cy="369332"/>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r>
              <a:rPr lang="en-GB" dirty="0"/>
              <a:t>To create something new we need to know what has been done before!</a:t>
            </a:r>
          </a:p>
        </p:txBody>
      </p:sp>
      <p:pic>
        <p:nvPicPr>
          <p:cNvPr id="2050" name="Picture 2" descr="Minecraft Official Site | Minecraft Education">
            <a:extLst>
              <a:ext uri="{FF2B5EF4-FFF2-40B4-BE49-F238E27FC236}">
                <a16:creationId xmlns:a16="http://schemas.microsoft.com/office/drawing/2014/main" id="{28894E49-2B00-5336-D790-AFD20311A1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58200" y="3429000"/>
            <a:ext cx="3640667" cy="204787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BECC5AD-F36F-225F-57A4-16981BF2ACE3}"/>
              </a:ext>
            </a:extLst>
          </p:cNvPr>
          <p:cNvSpPr txBox="1"/>
          <p:nvPr/>
        </p:nvSpPr>
        <p:spPr>
          <a:xfrm>
            <a:off x="8534400" y="5476875"/>
            <a:ext cx="2819400" cy="400110"/>
          </a:xfrm>
          <a:prstGeom prst="rect">
            <a:avLst/>
          </a:prstGeom>
          <a:noFill/>
        </p:spPr>
        <p:txBody>
          <a:bodyPr wrap="square" rtlCol="0">
            <a:spAutoFit/>
          </a:bodyPr>
          <a:lstStyle/>
          <a:p>
            <a:r>
              <a:rPr lang="en-GB" sz="1000" b="1" dirty="0"/>
              <a:t>Source: </a:t>
            </a:r>
            <a:r>
              <a:rPr lang="en-GB" sz="1000" dirty="0">
                <a:hlinkClick r:id="rId3"/>
              </a:rPr>
              <a:t>https://education.minecraft.net/en-us/lessons/frozen-planet-ii-frozen-worlds</a:t>
            </a:r>
            <a:r>
              <a:rPr lang="en-GB" sz="1000" dirty="0"/>
              <a:t> </a:t>
            </a:r>
          </a:p>
        </p:txBody>
      </p:sp>
      <p:pic>
        <p:nvPicPr>
          <p:cNvPr id="2052" name="Picture 4" descr="Minecraft Official Site | Minecraft Education">
            <a:extLst>
              <a:ext uri="{FF2B5EF4-FFF2-40B4-BE49-F238E27FC236}">
                <a16:creationId xmlns:a16="http://schemas.microsoft.com/office/drawing/2014/main" id="{37205052-D194-79E7-0C3B-07BEED21A1C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949598">
            <a:off x="8168051" y="1890786"/>
            <a:ext cx="3279585" cy="11901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57094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08DF7-0357-9296-FB78-47948DAA3602}"/>
              </a:ext>
            </a:extLst>
          </p:cNvPr>
          <p:cNvSpPr>
            <a:spLocks noGrp="1"/>
          </p:cNvSpPr>
          <p:nvPr>
            <p:ph type="title"/>
          </p:nvPr>
        </p:nvSpPr>
        <p:spPr/>
        <p:txBody>
          <a:bodyPr/>
          <a:lstStyle/>
          <a:p>
            <a:r>
              <a:rPr lang="en-GB" dirty="0"/>
              <a:t>When do a Literature Review?</a:t>
            </a:r>
          </a:p>
        </p:txBody>
      </p:sp>
      <p:sp>
        <p:nvSpPr>
          <p:cNvPr id="3" name="Content Placeholder 2">
            <a:extLst>
              <a:ext uri="{FF2B5EF4-FFF2-40B4-BE49-F238E27FC236}">
                <a16:creationId xmlns:a16="http://schemas.microsoft.com/office/drawing/2014/main" id="{5C4E5858-E211-03C0-3DAA-42286861991E}"/>
              </a:ext>
            </a:extLst>
          </p:cNvPr>
          <p:cNvSpPr>
            <a:spLocks noGrp="1"/>
          </p:cNvSpPr>
          <p:nvPr>
            <p:ph idx="1"/>
          </p:nvPr>
        </p:nvSpPr>
        <p:spPr/>
        <p:txBody>
          <a:bodyPr>
            <a:normAutofit/>
          </a:bodyPr>
          <a:lstStyle/>
          <a:p>
            <a:r>
              <a:rPr lang="en-GB" sz="2800" dirty="0"/>
              <a:t>Can be stand-alone project or part of larger project like a dissertation.</a:t>
            </a:r>
          </a:p>
          <a:p>
            <a:r>
              <a:rPr lang="en-GB" sz="2800" b="1" dirty="0"/>
              <a:t>Often started before research question posed and proposal submitted.</a:t>
            </a:r>
          </a:p>
          <a:p>
            <a:pPr lvl="1"/>
            <a:r>
              <a:rPr lang="en-GB" sz="2600" dirty="0"/>
              <a:t>Then carried on as first step in project.</a:t>
            </a:r>
          </a:p>
          <a:p>
            <a:pPr lvl="1"/>
            <a:r>
              <a:rPr lang="en-GB" sz="2600" dirty="0"/>
              <a:t>Can be all done before research question posed.</a:t>
            </a:r>
          </a:p>
          <a:p>
            <a:r>
              <a:rPr lang="en-GB" sz="2800" dirty="0"/>
              <a:t>Ongoing project alongside research.</a:t>
            </a:r>
          </a:p>
          <a:p>
            <a:endParaRPr lang="en-GB" sz="2800" dirty="0"/>
          </a:p>
        </p:txBody>
      </p:sp>
    </p:spTree>
    <p:extLst>
      <p:ext uri="{BB962C8B-B14F-4D97-AF65-F5344CB8AC3E}">
        <p14:creationId xmlns:p14="http://schemas.microsoft.com/office/powerpoint/2010/main" val="37595984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08DF7-0357-9296-FB78-47948DAA3602}"/>
              </a:ext>
            </a:extLst>
          </p:cNvPr>
          <p:cNvSpPr>
            <a:spLocks noGrp="1"/>
          </p:cNvSpPr>
          <p:nvPr>
            <p:ph type="title"/>
          </p:nvPr>
        </p:nvSpPr>
        <p:spPr/>
        <p:txBody>
          <a:bodyPr/>
          <a:lstStyle/>
          <a:p>
            <a:r>
              <a:rPr lang="en-GB" dirty="0"/>
              <a:t>Types of Literature Review</a:t>
            </a:r>
          </a:p>
        </p:txBody>
      </p:sp>
      <p:sp>
        <p:nvSpPr>
          <p:cNvPr id="3" name="Content Placeholder 2">
            <a:extLst>
              <a:ext uri="{FF2B5EF4-FFF2-40B4-BE49-F238E27FC236}">
                <a16:creationId xmlns:a16="http://schemas.microsoft.com/office/drawing/2014/main" id="{5C4E5858-E211-03C0-3DAA-42286861991E}"/>
              </a:ext>
            </a:extLst>
          </p:cNvPr>
          <p:cNvSpPr>
            <a:spLocks noGrp="1"/>
          </p:cNvSpPr>
          <p:nvPr>
            <p:ph idx="1"/>
          </p:nvPr>
        </p:nvSpPr>
        <p:spPr/>
        <p:txBody>
          <a:bodyPr>
            <a:normAutofit fontScale="92500"/>
          </a:bodyPr>
          <a:lstStyle/>
          <a:p>
            <a:r>
              <a:rPr lang="en-GB" sz="3000" b="1" dirty="0"/>
              <a:t>Narrative Review:</a:t>
            </a:r>
          </a:p>
          <a:p>
            <a:pPr lvl="1"/>
            <a:r>
              <a:rPr lang="en-GB" sz="2800" dirty="0"/>
              <a:t>Comprehensive but does not follow, or make explicit, rules that were used to search for information or the decisions that the author made on the relevance or validity behind included sources.</a:t>
            </a:r>
            <a:endParaRPr lang="en-GB" sz="3000" i="1" dirty="0"/>
          </a:p>
          <a:p>
            <a:r>
              <a:rPr lang="en-GB" sz="3000" b="1" dirty="0"/>
              <a:t>Systematic Review:</a:t>
            </a:r>
          </a:p>
          <a:p>
            <a:pPr lvl="1"/>
            <a:r>
              <a:rPr lang="en-GB" sz="2800" dirty="0"/>
              <a:t>Follows, and clearly states, defined rules to search for, analyse and synthesize relevant studies. Involves development of a search strategy and inclusion and exclusion criteria in order to determine what should be included in the review. A meta-analysis or meta-ethnography is then conducted to combine the sources and form new conclusions.</a:t>
            </a:r>
          </a:p>
          <a:p>
            <a:endParaRPr lang="en-GB" sz="2800" dirty="0"/>
          </a:p>
        </p:txBody>
      </p:sp>
    </p:spTree>
    <p:extLst>
      <p:ext uri="{BB962C8B-B14F-4D97-AF65-F5344CB8AC3E}">
        <p14:creationId xmlns:p14="http://schemas.microsoft.com/office/powerpoint/2010/main" val="9390445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08DF7-0357-9296-FB78-47948DAA3602}"/>
              </a:ext>
            </a:extLst>
          </p:cNvPr>
          <p:cNvSpPr>
            <a:spLocks noGrp="1"/>
          </p:cNvSpPr>
          <p:nvPr>
            <p:ph type="title"/>
          </p:nvPr>
        </p:nvSpPr>
        <p:spPr/>
        <p:txBody>
          <a:bodyPr/>
          <a:lstStyle/>
          <a:p>
            <a:r>
              <a:rPr lang="en-GB" dirty="0"/>
              <a:t>What is included?</a:t>
            </a:r>
          </a:p>
        </p:txBody>
      </p:sp>
      <p:sp>
        <p:nvSpPr>
          <p:cNvPr id="3" name="Content Placeholder 2">
            <a:extLst>
              <a:ext uri="{FF2B5EF4-FFF2-40B4-BE49-F238E27FC236}">
                <a16:creationId xmlns:a16="http://schemas.microsoft.com/office/drawing/2014/main" id="{5C4E5858-E211-03C0-3DAA-42286861991E}"/>
              </a:ext>
            </a:extLst>
          </p:cNvPr>
          <p:cNvSpPr>
            <a:spLocks noGrp="1"/>
          </p:cNvSpPr>
          <p:nvPr>
            <p:ph idx="1"/>
          </p:nvPr>
        </p:nvSpPr>
        <p:spPr/>
        <p:txBody>
          <a:bodyPr>
            <a:normAutofit fontScale="92500" lnSpcReduction="20000"/>
          </a:bodyPr>
          <a:lstStyle/>
          <a:p>
            <a:r>
              <a:rPr lang="en-GB" sz="2800" dirty="0"/>
              <a:t>Historical background for research.</a:t>
            </a:r>
          </a:p>
          <a:p>
            <a:r>
              <a:rPr lang="en-GB" sz="2800" dirty="0"/>
              <a:t>Current / recent research context for your research area.</a:t>
            </a:r>
          </a:p>
          <a:p>
            <a:pPr lvl="1"/>
            <a:r>
              <a:rPr lang="en-GB" sz="2600" dirty="0"/>
              <a:t>Questions, issues, debates, significance of the issue being researched.</a:t>
            </a:r>
          </a:p>
          <a:p>
            <a:pPr lvl="1"/>
            <a:r>
              <a:rPr lang="en-GB" sz="2600" dirty="0"/>
              <a:t>Show related work.</a:t>
            </a:r>
          </a:p>
          <a:p>
            <a:pPr lvl="1"/>
            <a:r>
              <a:rPr lang="en-GB" sz="2600" dirty="0"/>
              <a:t>Limitations.</a:t>
            </a:r>
          </a:p>
          <a:p>
            <a:pPr lvl="2"/>
            <a:r>
              <a:rPr lang="en-GB" sz="2400" dirty="0"/>
              <a:t>The literature review is evidence of what works and does not work in an area.</a:t>
            </a:r>
          </a:p>
          <a:p>
            <a:r>
              <a:rPr lang="en-GB" sz="2800" dirty="0"/>
              <a:t>Relevant theories and concepts.</a:t>
            </a:r>
          </a:p>
          <a:p>
            <a:pPr lvl="1"/>
            <a:r>
              <a:rPr lang="en-GB" sz="2600" dirty="0"/>
              <a:t>Disagreements; controversy; alternative perspectives</a:t>
            </a:r>
          </a:p>
          <a:p>
            <a:pPr lvl="1"/>
            <a:r>
              <a:rPr lang="en-GB" sz="2600" dirty="0"/>
              <a:t>Identify key papers and thinkers.</a:t>
            </a:r>
          </a:p>
          <a:p>
            <a:pPr lvl="1"/>
            <a:r>
              <a:rPr lang="en-GB" sz="2600" dirty="0"/>
              <a:t>Definition of relevant terms. </a:t>
            </a:r>
            <a:endParaRPr lang="en-GB" sz="2800" dirty="0"/>
          </a:p>
          <a:p>
            <a:r>
              <a:rPr lang="en-GB" sz="2800" dirty="0"/>
              <a:t>Potential gaps in literature.</a:t>
            </a:r>
          </a:p>
          <a:p>
            <a:pPr lvl="1"/>
            <a:r>
              <a:rPr lang="en-GB" sz="2600" dirty="0"/>
              <a:t>Calls for further research relevant to your topic.</a:t>
            </a:r>
          </a:p>
        </p:txBody>
      </p:sp>
      <p:pic>
        <p:nvPicPr>
          <p:cNvPr id="5122" name="Picture 2" descr="Standing on the Shoulders of Giants: An Offer You Can't Refuse – 3-Star  learning experiences">
            <a:extLst>
              <a:ext uri="{FF2B5EF4-FFF2-40B4-BE49-F238E27FC236}">
                <a16:creationId xmlns:a16="http://schemas.microsoft.com/office/drawing/2014/main" id="{7478FF7C-E6B2-EEEA-E45E-8F43802705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39200" y="152400"/>
            <a:ext cx="3206859" cy="1799979"/>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6394BA2-5F12-8894-839C-8B1E3C569D32}"/>
              </a:ext>
            </a:extLst>
          </p:cNvPr>
          <p:cNvSpPr txBox="1"/>
          <p:nvPr/>
        </p:nvSpPr>
        <p:spPr>
          <a:xfrm>
            <a:off x="5257800" y="92076"/>
            <a:ext cx="3581400" cy="507831"/>
          </a:xfrm>
          <a:prstGeom prst="rect">
            <a:avLst/>
          </a:prstGeom>
          <a:noFill/>
        </p:spPr>
        <p:txBody>
          <a:bodyPr wrap="square" rtlCol="0">
            <a:spAutoFit/>
          </a:bodyPr>
          <a:lstStyle/>
          <a:p>
            <a:pPr algn="r"/>
            <a:r>
              <a:rPr lang="en-GB" sz="900" b="1" dirty="0"/>
              <a:t>Image source: </a:t>
            </a:r>
            <a:r>
              <a:rPr lang="en-GB" sz="900" dirty="0">
                <a:hlinkClick r:id="rId3"/>
              </a:rPr>
              <a:t>https://3starlearningexperiences.wordpress.com/2018/12/24/standing-on-the-shoulders-of-giants-an-offer-you-cant-refuse/</a:t>
            </a:r>
            <a:r>
              <a:rPr lang="en-GB" sz="900" dirty="0"/>
              <a:t> </a:t>
            </a:r>
          </a:p>
        </p:txBody>
      </p:sp>
    </p:spTree>
    <p:extLst>
      <p:ext uri="{BB962C8B-B14F-4D97-AF65-F5344CB8AC3E}">
        <p14:creationId xmlns:p14="http://schemas.microsoft.com/office/powerpoint/2010/main" val="1727069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08DF7-0357-9296-FB78-47948DAA3602}"/>
              </a:ext>
            </a:extLst>
          </p:cNvPr>
          <p:cNvSpPr>
            <a:spLocks noGrp="1"/>
          </p:cNvSpPr>
          <p:nvPr>
            <p:ph type="title"/>
          </p:nvPr>
        </p:nvSpPr>
        <p:spPr/>
        <p:txBody>
          <a:bodyPr/>
          <a:lstStyle/>
          <a:p>
            <a:r>
              <a:rPr lang="en-GB" dirty="0"/>
              <a:t>General Structure of a Literature Review</a:t>
            </a:r>
          </a:p>
        </p:txBody>
      </p:sp>
      <p:sp>
        <p:nvSpPr>
          <p:cNvPr id="3" name="Content Placeholder 2">
            <a:extLst>
              <a:ext uri="{FF2B5EF4-FFF2-40B4-BE49-F238E27FC236}">
                <a16:creationId xmlns:a16="http://schemas.microsoft.com/office/drawing/2014/main" id="{5C4E5858-E211-03C0-3DAA-42286861991E}"/>
              </a:ext>
            </a:extLst>
          </p:cNvPr>
          <p:cNvSpPr>
            <a:spLocks noGrp="1"/>
          </p:cNvSpPr>
          <p:nvPr>
            <p:ph idx="1"/>
          </p:nvPr>
        </p:nvSpPr>
        <p:spPr/>
        <p:txBody>
          <a:bodyPr>
            <a:normAutofit fontScale="85000" lnSpcReduction="20000"/>
          </a:bodyPr>
          <a:lstStyle/>
          <a:p>
            <a:r>
              <a:rPr lang="en-GB" sz="2800" b="1" dirty="0"/>
              <a:t>Introduction.</a:t>
            </a:r>
          </a:p>
          <a:p>
            <a:pPr lvl="1"/>
            <a:r>
              <a:rPr lang="en-GB" sz="2600" dirty="0"/>
              <a:t>This is a brief description of your research area. </a:t>
            </a:r>
          </a:p>
          <a:p>
            <a:pPr lvl="1"/>
            <a:r>
              <a:rPr lang="en-GB" sz="2600" dirty="0"/>
              <a:t>It gives you the opportunity to define it, highlighting any areas that you have excluded, and the reasons for doing so. </a:t>
            </a:r>
          </a:p>
          <a:p>
            <a:pPr lvl="1"/>
            <a:r>
              <a:rPr lang="en-GB" sz="2600" dirty="0"/>
              <a:t>Also allows you to explain the organisation and sequence of your review for the reader.</a:t>
            </a:r>
          </a:p>
          <a:p>
            <a:r>
              <a:rPr lang="en-GB" sz="2800" b="1" dirty="0"/>
              <a:t>Main Sections.</a:t>
            </a:r>
          </a:p>
          <a:p>
            <a:pPr lvl="1"/>
            <a:r>
              <a:rPr lang="en-GB" sz="2600" dirty="0"/>
              <a:t>It should show how your work (e.g., question, aims) relates to existing literature, make connections. </a:t>
            </a:r>
          </a:p>
          <a:p>
            <a:pPr lvl="1"/>
            <a:r>
              <a:rPr lang="en-GB" sz="2600" dirty="0"/>
              <a:t>Make sure that the main body of the review has a </a:t>
            </a:r>
            <a:r>
              <a:rPr lang="en-GB" sz="2600" b="1" dirty="0"/>
              <a:t>coherent flow </a:t>
            </a:r>
            <a:r>
              <a:rPr lang="en-GB" sz="2600" dirty="0"/>
              <a:t>so that the reader can follow your argument.</a:t>
            </a:r>
          </a:p>
          <a:p>
            <a:pPr lvl="1"/>
            <a:r>
              <a:rPr lang="en-GB" sz="2600" dirty="0"/>
              <a:t>Thing to include:</a:t>
            </a:r>
          </a:p>
          <a:p>
            <a:pPr lvl="2"/>
            <a:r>
              <a:rPr lang="en-GB" sz="2400" dirty="0"/>
              <a:t>Key studies/major thinkers</a:t>
            </a:r>
          </a:p>
          <a:p>
            <a:pPr lvl="2"/>
            <a:r>
              <a:rPr lang="en-GB" sz="2400" dirty="0"/>
              <a:t>Areas of disagreement. </a:t>
            </a:r>
          </a:p>
          <a:p>
            <a:pPr lvl="2"/>
            <a:r>
              <a:rPr lang="en-GB" sz="2400" dirty="0"/>
              <a:t>Compare/contrast different authors.</a:t>
            </a:r>
          </a:p>
          <a:p>
            <a:pPr lvl="1"/>
            <a:endParaRPr lang="en-GB" sz="2600" dirty="0"/>
          </a:p>
          <a:p>
            <a:pPr lvl="1"/>
            <a:endParaRPr lang="en-GB" sz="2600" dirty="0"/>
          </a:p>
          <a:p>
            <a:pPr lvl="1"/>
            <a:endParaRPr lang="en-GB" sz="2600" dirty="0"/>
          </a:p>
        </p:txBody>
      </p:sp>
      <p:sp>
        <p:nvSpPr>
          <p:cNvPr id="4" name="TextBox 3">
            <a:extLst>
              <a:ext uri="{FF2B5EF4-FFF2-40B4-BE49-F238E27FC236}">
                <a16:creationId xmlns:a16="http://schemas.microsoft.com/office/drawing/2014/main" id="{39423078-7094-470E-764D-BE28D9E8019D}"/>
              </a:ext>
            </a:extLst>
          </p:cNvPr>
          <p:cNvSpPr txBox="1"/>
          <p:nvPr/>
        </p:nvSpPr>
        <p:spPr>
          <a:xfrm>
            <a:off x="7772400" y="5715000"/>
            <a:ext cx="3048000" cy="830997"/>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r>
              <a:rPr lang="en-GB" sz="2400" dirty="0"/>
              <a:t>Remember to write in the third-person.</a:t>
            </a:r>
          </a:p>
        </p:txBody>
      </p:sp>
    </p:spTree>
    <p:extLst>
      <p:ext uri="{BB962C8B-B14F-4D97-AF65-F5344CB8AC3E}">
        <p14:creationId xmlns:p14="http://schemas.microsoft.com/office/powerpoint/2010/main" val="36406545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08DF7-0357-9296-FB78-47948DAA3602}"/>
              </a:ext>
            </a:extLst>
          </p:cNvPr>
          <p:cNvSpPr>
            <a:spLocks noGrp="1"/>
          </p:cNvSpPr>
          <p:nvPr>
            <p:ph type="title"/>
          </p:nvPr>
        </p:nvSpPr>
        <p:spPr/>
        <p:txBody>
          <a:bodyPr/>
          <a:lstStyle/>
          <a:p>
            <a:r>
              <a:rPr lang="en-GB" dirty="0"/>
              <a:t>General Structure of a Literature Review</a:t>
            </a:r>
          </a:p>
        </p:txBody>
      </p:sp>
      <p:sp>
        <p:nvSpPr>
          <p:cNvPr id="3" name="Content Placeholder 2">
            <a:extLst>
              <a:ext uri="{FF2B5EF4-FFF2-40B4-BE49-F238E27FC236}">
                <a16:creationId xmlns:a16="http://schemas.microsoft.com/office/drawing/2014/main" id="{5C4E5858-E211-03C0-3DAA-42286861991E}"/>
              </a:ext>
            </a:extLst>
          </p:cNvPr>
          <p:cNvSpPr>
            <a:spLocks noGrp="1"/>
          </p:cNvSpPr>
          <p:nvPr>
            <p:ph idx="1"/>
          </p:nvPr>
        </p:nvSpPr>
        <p:spPr/>
        <p:txBody>
          <a:bodyPr>
            <a:normAutofit fontScale="92500" lnSpcReduction="20000"/>
          </a:bodyPr>
          <a:lstStyle/>
          <a:p>
            <a:r>
              <a:rPr lang="en-GB" sz="2800" b="1" dirty="0"/>
              <a:t>Main Sections (</a:t>
            </a:r>
            <a:r>
              <a:rPr lang="en-GB" sz="2800" b="1" i="1" dirty="0"/>
              <a:t>continued</a:t>
            </a:r>
            <a:r>
              <a:rPr lang="en-GB" sz="2800" b="1" dirty="0"/>
              <a:t>).</a:t>
            </a:r>
          </a:p>
          <a:p>
            <a:pPr lvl="1"/>
            <a:r>
              <a:rPr lang="en-GB" sz="2600" dirty="0"/>
              <a:t>A key task is identifying ideas / topics / areas from the initial research for </a:t>
            </a:r>
            <a:r>
              <a:rPr lang="en-GB" sz="2600" b="1" dirty="0"/>
              <a:t>sub-sections</a:t>
            </a:r>
            <a:r>
              <a:rPr lang="en-GB" sz="2600" dirty="0"/>
              <a:t>.</a:t>
            </a:r>
          </a:p>
          <a:p>
            <a:pPr lvl="2"/>
            <a:r>
              <a:rPr lang="en-GB" sz="2400" dirty="0"/>
              <a:t>You should do this by looking at your initial research and identifying ideas / topics / areas that you think should be included.</a:t>
            </a:r>
          </a:p>
          <a:p>
            <a:pPr lvl="1"/>
            <a:r>
              <a:rPr lang="en-GB" sz="2600" dirty="0">
                <a:solidFill>
                  <a:srgbClr val="0070C0"/>
                </a:solidFill>
              </a:rPr>
              <a:t>Example:</a:t>
            </a:r>
          </a:p>
          <a:p>
            <a:pPr lvl="2"/>
            <a:r>
              <a:rPr lang="en-GB" sz="2400" b="1" dirty="0"/>
              <a:t>Literature review subject: </a:t>
            </a:r>
          </a:p>
          <a:p>
            <a:pPr lvl="3"/>
            <a:r>
              <a:rPr lang="en-GB" sz="2200" dirty="0"/>
              <a:t>Literature Review of Games Technology and Autonomous Cars.</a:t>
            </a:r>
            <a:endParaRPr lang="en-GB" sz="2400" dirty="0"/>
          </a:p>
          <a:p>
            <a:pPr lvl="2"/>
            <a:r>
              <a:rPr lang="en-GB" sz="2400" b="1" dirty="0"/>
              <a:t>Ideas / topics / areas that could be found:</a:t>
            </a:r>
          </a:p>
          <a:p>
            <a:pPr lvl="3"/>
            <a:r>
              <a:rPr lang="en-GB" sz="2200" dirty="0"/>
              <a:t>Simulating environments.</a:t>
            </a:r>
          </a:p>
          <a:p>
            <a:pPr lvl="3"/>
            <a:r>
              <a:rPr lang="en-GB" sz="2200" dirty="0"/>
              <a:t>Simulating Autonomous vehicles.</a:t>
            </a:r>
          </a:p>
          <a:p>
            <a:pPr lvl="3"/>
            <a:r>
              <a:rPr lang="en-GB" sz="2200" dirty="0"/>
              <a:t>Simulating Crowds.</a:t>
            </a:r>
          </a:p>
          <a:p>
            <a:pPr lvl="3"/>
            <a:r>
              <a:rPr lang="en-GB" sz="2200" dirty="0"/>
              <a:t>Sensor models, such as camera, infrared (IR) camera and LiDAR.</a:t>
            </a:r>
          </a:p>
          <a:p>
            <a:pPr lvl="3"/>
            <a:r>
              <a:rPr lang="en-GB" sz="2200" dirty="0"/>
              <a:t>Simulating weather.</a:t>
            </a:r>
          </a:p>
        </p:txBody>
      </p:sp>
    </p:spTree>
    <p:extLst>
      <p:ext uri="{BB962C8B-B14F-4D97-AF65-F5344CB8AC3E}">
        <p14:creationId xmlns:p14="http://schemas.microsoft.com/office/powerpoint/2010/main" val="25280159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08DF7-0357-9296-FB78-47948DAA3602}"/>
              </a:ext>
            </a:extLst>
          </p:cNvPr>
          <p:cNvSpPr>
            <a:spLocks noGrp="1"/>
          </p:cNvSpPr>
          <p:nvPr>
            <p:ph type="title"/>
          </p:nvPr>
        </p:nvSpPr>
        <p:spPr/>
        <p:txBody>
          <a:bodyPr/>
          <a:lstStyle/>
          <a:p>
            <a:r>
              <a:rPr lang="en-GB" dirty="0"/>
              <a:t>General Structure of a Literature Review</a:t>
            </a:r>
          </a:p>
        </p:txBody>
      </p:sp>
      <p:sp>
        <p:nvSpPr>
          <p:cNvPr id="3" name="Content Placeholder 2">
            <a:extLst>
              <a:ext uri="{FF2B5EF4-FFF2-40B4-BE49-F238E27FC236}">
                <a16:creationId xmlns:a16="http://schemas.microsoft.com/office/drawing/2014/main" id="{5C4E5858-E211-03C0-3DAA-42286861991E}"/>
              </a:ext>
            </a:extLst>
          </p:cNvPr>
          <p:cNvSpPr>
            <a:spLocks noGrp="1"/>
          </p:cNvSpPr>
          <p:nvPr>
            <p:ph idx="1"/>
          </p:nvPr>
        </p:nvSpPr>
        <p:spPr/>
        <p:txBody>
          <a:bodyPr>
            <a:normAutofit fontScale="85000" lnSpcReduction="20000"/>
          </a:bodyPr>
          <a:lstStyle/>
          <a:p>
            <a:r>
              <a:rPr lang="en-GB" sz="2800" b="1" dirty="0"/>
              <a:t>Main Sections (</a:t>
            </a:r>
            <a:r>
              <a:rPr lang="en-GB" sz="2800" b="1" i="1" dirty="0"/>
              <a:t>continued</a:t>
            </a:r>
            <a:r>
              <a:rPr lang="en-GB" sz="2800" b="1" dirty="0"/>
              <a:t>).</a:t>
            </a:r>
          </a:p>
          <a:p>
            <a:pPr lvl="1"/>
            <a:r>
              <a:rPr lang="en-GB" sz="2600" dirty="0">
                <a:solidFill>
                  <a:srgbClr val="0070C0"/>
                </a:solidFill>
              </a:rPr>
              <a:t>Another Example:</a:t>
            </a:r>
          </a:p>
          <a:p>
            <a:pPr lvl="2"/>
            <a:r>
              <a:rPr lang="en-GB" sz="2400" b="1" dirty="0"/>
              <a:t>Literature review subject: </a:t>
            </a:r>
          </a:p>
          <a:p>
            <a:pPr lvl="3"/>
            <a:r>
              <a:rPr lang="en-GB" sz="2200" dirty="0"/>
              <a:t>Literature Review of Game-Based Learning Using Minecraft.</a:t>
            </a:r>
            <a:endParaRPr lang="en-GB" sz="2400" dirty="0"/>
          </a:p>
          <a:p>
            <a:pPr lvl="2"/>
            <a:r>
              <a:rPr lang="en-GB" sz="2400" b="1" dirty="0"/>
              <a:t>Ideas / topics / areas that could be found:</a:t>
            </a:r>
          </a:p>
          <a:p>
            <a:pPr lvl="3"/>
            <a:r>
              <a:rPr lang="en-GB" sz="2200" dirty="0"/>
              <a:t>Learning.</a:t>
            </a:r>
          </a:p>
          <a:p>
            <a:pPr lvl="3"/>
            <a:r>
              <a:rPr lang="en-GB" sz="2200" dirty="0"/>
              <a:t>Serious Games.</a:t>
            </a:r>
          </a:p>
          <a:p>
            <a:pPr lvl="3"/>
            <a:r>
              <a:rPr lang="en-GB" sz="2200" dirty="0"/>
              <a:t>Digital Game-Based Learning.</a:t>
            </a:r>
          </a:p>
          <a:p>
            <a:pPr lvl="3"/>
            <a:r>
              <a:rPr lang="en-GB" sz="2200" dirty="0"/>
              <a:t>Minecraft EDU.</a:t>
            </a:r>
          </a:p>
          <a:p>
            <a:r>
              <a:rPr lang="en-GB" sz="2800" b="1" dirty="0"/>
              <a:t>Conclusion.</a:t>
            </a:r>
          </a:p>
          <a:p>
            <a:pPr lvl="1"/>
            <a:r>
              <a:rPr lang="en-GB" sz="2600" dirty="0"/>
              <a:t>Summarise the existing literature as covered by your review. </a:t>
            </a:r>
          </a:p>
          <a:p>
            <a:pPr lvl="1"/>
            <a:r>
              <a:rPr lang="en-GB" sz="2600" b="1" dirty="0">
                <a:solidFill>
                  <a:srgbClr val="00B050"/>
                </a:solidFill>
              </a:rPr>
              <a:t>A section at the end of a literature review chapter in your dissertation.</a:t>
            </a:r>
          </a:p>
          <a:p>
            <a:pPr lvl="1"/>
            <a:r>
              <a:rPr lang="en-GB" sz="2600" dirty="0"/>
              <a:t>If part of a bigger report…</a:t>
            </a:r>
          </a:p>
          <a:p>
            <a:pPr lvl="2"/>
            <a:r>
              <a:rPr lang="en-GB" sz="2400" dirty="0"/>
              <a:t>Identify how your work will build upon and add to this literature or how it will address the gaps or issues that exist in it.</a:t>
            </a:r>
          </a:p>
          <a:p>
            <a:endParaRPr lang="en-GB" sz="2800" dirty="0"/>
          </a:p>
        </p:txBody>
      </p:sp>
    </p:spTree>
    <p:extLst>
      <p:ext uri="{BB962C8B-B14F-4D97-AF65-F5344CB8AC3E}">
        <p14:creationId xmlns:p14="http://schemas.microsoft.com/office/powerpoint/2010/main" val="27457058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08DF7-0357-9296-FB78-47948DAA3602}"/>
              </a:ext>
            </a:extLst>
          </p:cNvPr>
          <p:cNvSpPr>
            <a:spLocks noGrp="1"/>
          </p:cNvSpPr>
          <p:nvPr>
            <p:ph type="title"/>
          </p:nvPr>
        </p:nvSpPr>
        <p:spPr/>
        <p:txBody>
          <a:bodyPr/>
          <a:lstStyle/>
          <a:p>
            <a:r>
              <a:rPr lang="en-GB" dirty="0"/>
              <a:t>Also Think about Paragraph Structure</a:t>
            </a:r>
          </a:p>
        </p:txBody>
      </p:sp>
      <p:sp>
        <p:nvSpPr>
          <p:cNvPr id="3" name="Content Placeholder 2">
            <a:extLst>
              <a:ext uri="{FF2B5EF4-FFF2-40B4-BE49-F238E27FC236}">
                <a16:creationId xmlns:a16="http://schemas.microsoft.com/office/drawing/2014/main" id="{5C4E5858-E211-03C0-3DAA-42286861991E}"/>
              </a:ext>
            </a:extLst>
          </p:cNvPr>
          <p:cNvSpPr>
            <a:spLocks noGrp="1"/>
          </p:cNvSpPr>
          <p:nvPr>
            <p:ph idx="1"/>
          </p:nvPr>
        </p:nvSpPr>
        <p:spPr>
          <a:xfrm>
            <a:off x="609600" y="1600200"/>
            <a:ext cx="7848600" cy="4800600"/>
          </a:xfrm>
        </p:spPr>
        <p:txBody>
          <a:bodyPr>
            <a:normAutofit fontScale="85000" lnSpcReduction="10000"/>
          </a:bodyPr>
          <a:lstStyle/>
          <a:p>
            <a:r>
              <a:rPr lang="en-GB" sz="2800" dirty="0"/>
              <a:t>A key thing to think about when writing is your paragraph structure.</a:t>
            </a:r>
          </a:p>
          <a:p>
            <a:r>
              <a:rPr lang="en-GB" sz="2800" dirty="0"/>
              <a:t>For example:</a:t>
            </a:r>
          </a:p>
          <a:p>
            <a:pPr lvl="1"/>
            <a:r>
              <a:rPr lang="en-GB" sz="2600" dirty="0"/>
              <a:t>“Attending study skills workshops is vitally important for university students.</a:t>
            </a:r>
          </a:p>
          <a:p>
            <a:pPr lvl="2"/>
            <a:r>
              <a:rPr lang="en-GB" sz="2400" dirty="0">
                <a:solidFill>
                  <a:srgbClr val="00B050"/>
                </a:solidFill>
              </a:rPr>
              <a:t>Topic sentence. </a:t>
            </a:r>
          </a:p>
          <a:p>
            <a:pPr lvl="1"/>
            <a:r>
              <a:rPr lang="en-GB" sz="2600" dirty="0"/>
              <a:t>Jones (2008) reported that study skills teaching can help students to improve their assignments. This was supported by Tudor (2009) who found that study skill workshop attendance was associated with higher degree class.</a:t>
            </a:r>
          </a:p>
          <a:p>
            <a:pPr lvl="2"/>
            <a:r>
              <a:rPr lang="en-GB" sz="2400" dirty="0">
                <a:solidFill>
                  <a:srgbClr val="00B050"/>
                </a:solidFill>
              </a:rPr>
              <a:t>Supporting sentence.</a:t>
            </a:r>
          </a:p>
          <a:p>
            <a:pPr lvl="1"/>
            <a:r>
              <a:rPr lang="en-GB" sz="2600" dirty="0"/>
              <a:t>Together, this would suggest that participation in core skills development training can influence student success.”</a:t>
            </a:r>
          </a:p>
          <a:p>
            <a:pPr lvl="2"/>
            <a:r>
              <a:rPr lang="en-GB" sz="2400" dirty="0">
                <a:solidFill>
                  <a:srgbClr val="00B050"/>
                </a:solidFill>
              </a:rPr>
              <a:t>Concluding sentence. </a:t>
            </a:r>
          </a:p>
        </p:txBody>
      </p:sp>
      <p:sp>
        <p:nvSpPr>
          <p:cNvPr id="4" name="TextBox 3">
            <a:extLst>
              <a:ext uri="{FF2B5EF4-FFF2-40B4-BE49-F238E27FC236}">
                <a16:creationId xmlns:a16="http://schemas.microsoft.com/office/drawing/2014/main" id="{FE321A2A-A1A5-6868-9318-EA8B83619662}"/>
              </a:ext>
            </a:extLst>
          </p:cNvPr>
          <p:cNvSpPr txBox="1"/>
          <p:nvPr/>
        </p:nvSpPr>
        <p:spPr>
          <a:xfrm>
            <a:off x="8763000" y="1552262"/>
            <a:ext cx="3200400" cy="483209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285750" indent="-285750">
              <a:buFont typeface="Arial" panose="020B0604020202020204" pitchFamily="34" charset="0"/>
              <a:buChar char="•"/>
            </a:pPr>
            <a:r>
              <a:rPr lang="en-GB" sz="2800" dirty="0"/>
              <a:t>Introduce a theme / topic.</a:t>
            </a:r>
          </a:p>
          <a:p>
            <a:pPr marL="285750" indent="-285750">
              <a:buFont typeface="Arial" panose="020B0604020202020204" pitchFamily="34" charset="0"/>
              <a:buChar char="•"/>
            </a:pPr>
            <a:r>
              <a:rPr lang="en-GB" sz="2800" dirty="0"/>
              <a:t>Position research findings.</a:t>
            </a:r>
          </a:p>
          <a:p>
            <a:pPr marL="285750" indent="-285750">
              <a:buFont typeface="Arial" panose="020B0604020202020204" pitchFamily="34" charset="0"/>
              <a:buChar char="•"/>
            </a:pPr>
            <a:r>
              <a:rPr lang="en-GB" sz="2800" dirty="0"/>
              <a:t>Elaborate (example of research, what did and found, etc).</a:t>
            </a:r>
          </a:p>
          <a:p>
            <a:pPr marL="285750" indent="-285750">
              <a:buFont typeface="Arial" panose="020B0604020202020204" pitchFamily="34" charset="0"/>
              <a:buChar char="•"/>
            </a:pPr>
            <a:r>
              <a:rPr lang="en-GB" sz="2800" dirty="0"/>
              <a:t>State significance of research findings.</a:t>
            </a:r>
          </a:p>
        </p:txBody>
      </p:sp>
    </p:spTree>
    <p:extLst>
      <p:ext uri="{BB962C8B-B14F-4D97-AF65-F5344CB8AC3E}">
        <p14:creationId xmlns:p14="http://schemas.microsoft.com/office/powerpoint/2010/main" val="40302148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08DF7-0357-9296-FB78-47948DAA3602}"/>
              </a:ext>
            </a:extLst>
          </p:cNvPr>
          <p:cNvSpPr>
            <a:spLocks noGrp="1"/>
          </p:cNvSpPr>
          <p:nvPr>
            <p:ph type="title"/>
          </p:nvPr>
        </p:nvSpPr>
        <p:spPr/>
        <p:txBody>
          <a:bodyPr/>
          <a:lstStyle/>
          <a:p>
            <a:r>
              <a:rPr lang="en-GB" dirty="0"/>
              <a:t>Your Line of Argument</a:t>
            </a:r>
          </a:p>
        </p:txBody>
      </p:sp>
      <p:sp>
        <p:nvSpPr>
          <p:cNvPr id="3" name="Content Placeholder 2">
            <a:extLst>
              <a:ext uri="{FF2B5EF4-FFF2-40B4-BE49-F238E27FC236}">
                <a16:creationId xmlns:a16="http://schemas.microsoft.com/office/drawing/2014/main" id="{5C4E5858-E211-03C0-3DAA-42286861991E}"/>
              </a:ext>
            </a:extLst>
          </p:cNvPr>
          <p:cNvSpPr>
            <a:spLocks noGrp="1"/>
          </p:cNvSpPr>
          <p:nvPr>
            <p:ph idx="1"/>
          </p:nvPr>
        </p:nvSpPr>
        <p:spPr/>
        <p:txBody>
          <a:bodyPr>
            <a:normAutofit/>
          </a:bodyPr>
          <a:lstStyle/>
          <a:p>
            <a:r>
              <a:rPr lang="en-GB" sz="2800" dirty="0"/>
              <a:t>Make sure your line of argument is easy to follow – start a new paragraph with each new idea you introduce.</a:t>
            </a:r>
          </a:p>
          <a:p>
            <a:r>
              <a:rPr lang="en-GB" sz="2800" dirty="0"/>
              <a:t>Signpost to your reader where the discussion is going. If you are </a:t>
            </a:r>
            <a:r>
              <a:rPr lang="en-GB" sz="2800" b="1" dirty="0"/>
              <a:t>building on an idea</a:t>
            </a:r>
            <a:r>
              <a:rPr lang="en-GB" sz="2800" dirty="0"/>
              <a:t>, make this clear (‘Moreover…’ / ‘In addition…’ / ‘Furthermore…’ etc.)</a:t>
            </a:r>
          </a:p>
          <a:p>
            <a:r>
              <a:rPr lang="en-GB" sz="2800" dirty="0"/>
              <a:t>Equally, if you are introducing a </a:t>
            </a:r>
            <a:r>
              <a:rPr lang="en-GB" sz="2800" b="1" dirty="0"/>
              <a:t>conflicting line of argument </a:t>
            </a:r>
            <a:r>
              <a:rPr lang="en-GB" sz="2800" dirty="0"/>
              <a:t>make this clear (‘However…’ / ‘Conversely…’ / ‘In contrast to this…’) </a:t>
            </a:r>
          </a:p>
        </p:txBody>
      </p:sp>
    </p:spTree>
    <p:extLst>
      <p:ext uri="{BB962C8B-B14F-4D97-AF65-F5344CB8AC3E}">
        <p14:creationId xmlns:p14="http://schemas.microsoft.com/office/powerpoint/2010/main" val="39582044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08DF7-0357-9296-FB78-47948DAA3602}"/>
              </a:ext>
            </a:extLst>
          </p:cNvPr>
          <p:cNvSpPr>
            <a:spLocks noGrp="1"/>
          </p:cNvSpPr>
          <p:nvPr>
            <p:ph type="title"/>
          </p:nvPr>
        </p:nvSpPr>
        <p:spPr/>
        <p:txBody>
          <a:bodyPr/>
          <a:lstStyle/>
          <a:p>
            <a:r>
              <a:rPr lang="en-GB" dirty="0"/>
              <a:t>Critical Writing</a:t>
            </a:r>
          </a:p>
        </p:txBody>
      </p:sp>
      <p:sp>
        <p:nvSpPr>
          <p:cNvPr id="3" name="Content Placeholder 2">
            <a:extLst>
              <a:ext uri="{FF2B5EF4-FFF2-40B4-BE49-F238E27FC236}">
                <a16:creationId xmlns:a16="http://schemas.microsoft.com/office/drawing/2014/main" id="{5C4E5858-E211-03C0-3DAA-42286861991E}"/>
              </a:ext>
            </a:extLst>
          </p:cNvPr>
          <p:cNvSpPr>
            <a:spLocks noGrp="1"/>
          </p:cNvSpPr>
          <p:nvPr>
            <p:ph idx="1"/>
          </p:nvPr>
        </p:nvSpPr>
        <p:spPr/>
        <p:txBody>
          <a:bodyPr>
            <a:normAutofit/>
          </a:bodyPr>
          <a:lstStyle/>
          <a:p>
            <a:r>
              <a:rPr lang="en-GB" sz="2800" dirty="0"/>
              <a:t>Critical thinking does not apply only to what you read.</a:t>
            </a:r>
          </a:p>
          <a:p>
            <a:r>
              <a:rPr lang="en-GB" sz="2800" dirty="0"/>
              <a:t>When writing, try to be more analytical than descriptive.</a:t>
            </a:r>
          </a:p>
          <a:p>
            <a:r>
              <a:rPr lang="en-GB" sz="2800" dirty="0"/>
              <a:t>Be clear and concise.</a:t>
            </a:r>
          </a:p>
          <a:p>
            <a:r>
              <a:rPr lang="en-GB" sz="2800" dirty="0"/>
              <a:t>Provide evidence and reasoning.</a:t>
            </a:r>
          </a:p>
          <a:p>
            <a:r>
              <a:rPr lang="en-GB" sz="2800" dirty="0"/>
              <a:t>You can (and should) provide your own ideas in your discussion, but back these up with reference to sources.</a:t>
            </a:r>
          </a:p>
        </p:txBody>
      </p:sp>
    </p:spTree>
    <p:extLst>
      <p:ext uri="{BB962C8B-B14F-4D97-AF65-F5344CB8AC3E}">
        <p14:creationId xmlns:p14="http://schemas.microsoft.com/office/powerpoint/2010/main" val="31079965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08DF7-0357-9296-FB78-47948DAA3602}"/>
              </a:ext>
            </a:extLst>
          </p:cNvPr>
          <p:cNvSpPr>
            <a:spLocks noGrp="1"/>
          </p:cNvSpPr>
          <p:nvPr>
            <p:ph type="title"/>
          </p:nvPr>
        </p:nvSpPr>
        <p:spPr/>
        <p:txBody>
          <a:bodyPr/>
          <a:lstStyle/>
          <a:p>
            <a:r>
              <a:rPr lang="en-GB" dirty="0"/>
              <a:t>Showing Analysis and Understanding</a:t>
            </a:r>
          </a:p>
        </p:txBody>
      </p:sp>
      <p:sp>
        <p:nvSpPr>
          <p:cNvPr id="3" name="Content Placeholder 2">
            <a:extLst>
              <a:ext uri="{FF2B5EF4-FFF2-40B4-BE49-F238E27FC236}">
                <a16:creationId xmlns:a16="http://schemas.microsoft.com/office/drawing/2014/main" id="{5C4E5858-E211-03C0-3DAA-42286861991E}"/>
              </a:ext>
            </a:extLst>
          </p:cNvPr>
          <p:cNvSpPr>
            <a:spLocks noGrp="1"/>
          </p:cNvSpPr>
          <p:nvPr>
            <p:ph idx="1"/>
          </p:nvPr>
        </p:nvSpPr>
        <p:spPr/>
        <p:txBody>
          <a:bodyPr>
            <a:normAutofit/>
          </a:bodyPr>
          <a:lstStyle/>
          <a:p>
            <a:r>
              <a:rPr lang="en-GB" sz="2800" b="1" dirty="0"/>
              <a:t>Comparing:</a:t>
            </a:r>
          </a:p>
          <a:p>
            <a:pPr lvl="1"/>
            <a:r>
              <a:rPr lang="en-GB" sz="2600" dirty="0"/>
              <a:t>Hopkins (2012), </a:t>
            </a:r>
            <a:r>
              <a:rPr lang="en-GB" sz="2600" dirty="0">
                <a:solidFill>
                  <a:srgbClr val="00B0F0"/>
                </a:solidFill>
              </a:rPr>
              <a:t>in agreement with </a:t>
            </a:r>
            <a:r>
              <a:rPr lang="en-GB" sz="2600" dirty="0"/>
              <a:t>Cowell (2009), posits that a minimum alcohol pricing policy would have a significant impact on the health of the UK population.</a:t>
            </a:r>
          </a:p>
          <a:p>
            <a:r>
              <a:rPr lang="en-GB" sz="2800" b="1" dirty="0"/>
              <a:t>Contrasting:</a:t>
            </a:r>
          </a:p>
          <a:p>
            <a:pPr lvl="1"/>
            <a:r>
              <a:rPr lang="en-GB" sz="2600" dirty="0"/>
              <a:t>Morris (2010), </a:t>
            </a:r>
            <a:r>
              <a:rPr lang="en-GB" sz="2600" dirty="0">
                <a:solidFill>
                  <a:srgbClr val="00B0F0"/>
                </a:solidFill>
              </a:rPr>
              <a:t>in direct opposition </a:t>
            </a:r>
            <a:r>
              <a:rPr lang="en-GB" sz="2600" dirty="0"/>
              <a:t>to White’s (2009) theory, argues that a minimum alcohol pricing policy would primarily penalise working class drinkers. </a:t>
            </a:r>
          </a:p>
          <a:p>
            <a:pPr lvl="1"/>
            <a:endParaRPr lang="en-GB" sz="2600" dirty="0"/>
          </a:p>
          <a:p>
            <a:endParaRPr lang="en-GB" sz="2800" dirty="0"/>
          </a:p>
        </p:txBody>
      </p:sp>
    </p:spTree>
    <p:extLst>
      <p:ext uri="{BB962C8B-B14F-4D97-AF65-F5344CB8AC3E}">
        <p14:creationId xmlns:p14="http://schemas.microsoft.com/office/powerpoint/2010/main" val="35205252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08DF7-0357-9296-FB78-47948DAA3602}"/>
              </a:ext>
            </a:extLst>
          </p:cNvPr>
          <p:cNvSpPr>
            <a:spLocks noGrp="1"/>
          </p:cNvSpPr>
          <p:nvPr>
            <p:ph type="title"/>
          </p:nvPr>
        </p:nvSpPr>
        <p:spPr/>
        <p:txBody>
          <a:bodyPr/>
          <a:lstStyle/>
          <a:p>
            <a:r>
              <a:rPr lang="en-GB" dirty="0"/>
              <a:t>Evaluating and Critiquing</a:t>
            </a:r>
          </a:p>
        </p:txBody>
      </p:sp>
      <p:sp>
        <p:nvSpPr>
          <p:cNvPr id="3" name="Content Placeholder 2">
            <a:extLst>
              <a:ext uri="{FF2B5EF4-FFF2-40B4-BE49-F238E27FC236}">
                <a16:creationId xmlns:a16="http://schemas.microsoft.com/office/drawing/2014/main" id="{5C4E5858-E211-03C0-3DAA-42286861991E}"/>
              </a:ext>
            </a:extLst>
          </p:cNvPr>
          <p:cNvSpPr>
            <a:spLocks noGrp="1"/>
          </p:cNvSpPr>
          <p:nvPr>
            <p:ph idx="1"/>
          </p:nvPr>
        </p:nvSpPr>
        <p:spPr/>
        <p:txBody>
          <a:bodyPr>
            <a:normAutofit/>
          </a:bodyPr>
          <a:lstStyle/>
          <a:p>
            <a:r>
              <a:rPr lang="en-GB" sz="2800" b="1" dirty="0"/>
              <a:t>Comparing and evaluating:</a:t>
            </a:r>
          </a:p>
          <a:p>
            <a:pPr lvl="1"/>
            <a:r>
              <a:rPr lang="en-GB" sz="2600" dirty="0">
                <a:solidFill>
                  <a:srgbClr val="00B0F0"/>
                </a:solidFill>
              </a:rPr>
              <a:t>Whilst both Hopkins (2012) and Cowell (2009) agree </a:t>
            </a:r>
            <a:r>
              <a:rPr lang="en-GB" sz="2600" dirty="0"/>
              <a:t>that a minimum alcohol pricing policy would have a significant impact on the health of the UK population, </a:t>
            </a:r>
            <a:r>
              <a:rPr lang="en-GB" sz="2600" dirty="0">
                <a:solidFill>
                  <a:srgbClr val="00B0F0"/>
                </a:solidFill>
              </a:rPr>
              <a:t>Cowell’s more detailed study goes further and argues</a:t>
            </a:r>
            <a:r>
              <a:rPr lang="en-GB" sz="2600" dirty="0"/>
              <a:t> that it would also have a corresponding effect on the nation’s crime statistics. </a:t>
            </a:r>
            <a:r>
              <a:rPr lang="en-GB" sz="2600" dirty="0">
                <a:solidFill>
                  <a:srgbClr val="00B0F0"/>
                </a:solidFill>
              </a:rPr>
              <a:t>However, it should be noted that Cowell’s research focused on the impact on young men…</a:t>
            </a:r>
          </a:p>
        </p:txBody>
      </p:sp>
    </p:spTree>
    <p:extLst>
      <p:ext uri="{BB962C8B-B14F-4D97-AF65-F5344CB8AC3E}">
        <p14:creationId xmlns:p14="http://schemas.microsoft.com/office/powerpoint/2010/main" val="10734315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08DF7-0357-9296-FB78-47948DAA3602}"/>
              </a:ext>
            </a:extLst>
          </p:cNvPr>
          <p:cNvSpPr>
            <a:spLocks noGrp="1"/>
          </p:cNvSpPr>
          <p:nvPr>
            <p:ph type="title"/>
          </p:nvPr>
        </p:nvSpPr>
        <p:spPr/>
        <p:txBody>
          <a:bodyPr>
            <a:normAutofit fontScale="90000"/>
          </a:bodyPr>
          <a:lstStyle/>
          <a:p>
            <a:r>
              <a:rPr lang="en-GB" dirty="0"/>
              <a:t>Incorporating Sources – Adding Your Own Voice</a:t>
            </a:r>
          </a:p>
        </p:txBody>
      </p:sp>
      <p:sp>
        <p:nvSpPr>
          <p:cNvPr id="3" name="Content Placeholder 2">
            <a:extLst>
              <a:ext uri="{FF2B5EF4-FFF2-40B4-BE49-F238E27FC236}">
                <a16:creationId xmlns:a16="http://schemas.microsoft.com/office/drawing/2014/main" id="{5C4E5858-E211-03C0-3DAA-42286861991E}"/>
              </a:ext>
            </a:extLst>
          </p:cNvPr>
          <p:cNvSpPr>
            <a:spLocks noGrp="1"/>
          </p:cNvSpPr>
          <p:nvPr>
            <p:ph idx="1"/>
          </p:nvPr>
        </p:nvSpPr>
        <p:spPr/>
        <p:txBody>
          <a:bodyPr>
            <a:normAutofit/>
          </a:bodyPr>
          <a:lstStyle/>
          <a:p>
            <a:pPr marL="457200" indent="-457200">
              <a:spcBef>
                <a:spcPts val="0"/>
              </a:spcBef>
            </a:pPr>
            <a:r>
              <a:rPr lang="en-GB" sz="2800" kern="1200" dirty="0"/>
              <a:t>Jenkins states that individuals are motivated by need…</a:t>
            </a:r>
          </a:p>
          <a:p>
            <a:pPr indent="-342900">
              <a:spcBef>
                <a:spcPts val="0"/>
              </a:spcBef>
            </a:pPr>
            <a:endParaRPr lang="en-GB" sz="2000" kern="1200" dirty="0">
              <a:solidFill>
                <a:schemeClr val="bg2"/>
              </a:solidFill>
            </a:endParaRPr>
          </a:p>
          <a:p>
            <a:pPr marL="457200" indent="-457200"/>
            <a:r>
              <a:rPr lang="en-GB" sz="2800" kern="1200" dirty="0"/>
              <a:t>Jenkins</a:t>
            </a:r>
            <a:r>
              <a:rPr lang="en-GB" sz="3200" dirty="0">
                <a:solidFill>
                  <a:srgbClr val="7030A0"/>
                </a:solidFill>
              </a:rPr>
              <a:t> </a:t>
            </a:r>
            <a:r>
              <a:rPr lang="en-GB" sz="3200" dirty="0">
                <a:solidFill>
                  <a:srgbClr val="FF0000"/>
                </a:solidFill>
              </a:rPr>
              <a:t>clearly demonstrates </a:t>
            </a:r>
            <a:r>
              <a:rPr lang="en-GB" sz="2800" kern="1200" dirty="0"/>
              <a:t>that individuals are motivated by need and</a:t>
            </a:r>
            <a:r>
              <a:rPr lang="en-GB" sz="3200" dirty="0"/>
              <a:t> </a:t>
            </a:r>
            <a:r>
              <a:rPr lang="en-GB" sz="3200" dirty="0">
                <a:solidFill>
                  <a:srgbClr val="FF0000"/>
                </a:solidFill>
              </a:rPr>
              <a:t>this is supported by…</a:t>
            </a:r>
          </a:p>
          <a:p>
            <a:pPr indent="-342900"/>
            <a:endParaRPr lang="en-GB" sz="2000" dirty="0">
              <a:solidFill>
                <a:srgbClr val="FF0000"/>
              </a:solidFill>
            </a:endParaRPr>
          </a:p>
          <a:p>
            <a:pPr marL="457200" indent="-457200"/>
            <a:r>
              <a:rPr lang="en-GB" sz="2800" kern="1200" dirty="0"/>
              <a:t>Jenkins</a:t>
            </a:r>
            <a:r>
              <a:rPr lang="en-GB" sz="2800" dirty="0">
                <a:solidFill>
                  <a:schemeClr val="accent2">
                    <a:lumMod val="75000"/>
                  </a:schemeClr>
                </a:solidFill>
              </a:rPr>
              <a:t> </a:t>
            </a:r>
            <a:r>
              <a:rPr lang="en-GB" sz="3200" dirty="0">
                <a:solidFill>
                  <a:srgbClr val="FF0000"/>
                </a:solidFill>
              </a:rPr>
              <a:t>assumes</a:t>
            </a:r>
            <a:r>
              <a:rPr lang="en-GB" sz="2800" dirty="0">
                <a:solidFill>
                  <a:schemeClr val="accent2">
                    <a:lumMod val="75000"/>
                  </a:schemeClr>
                </a:solidFill>
              </a:rPr>
              <a:t> </a:t>
            </a:r>
            <a:r>
              <a:rPr lang="en-GB" sz="2800" kern="1200" dirty="0"/>
              <a:t>that individuals are motivated by need</a:t>
            </a:r>
            <a:r>
              <a:rPr lang="en-GB" sz="2800" dirty="0">
                <a:solidFill>
                  <a:schemeClr val="bg2"/>
                </a:solidFill>
              </a:rPr>
              <a:t> </a:t>
            </a:r>
            <a:r>
              <a:rPr lang="en-GB" sz="3200" dirty="0">
                <a:solidFill>
                  <a:srgbClr val="FF0000"/>
                </a:solidFill>
              </a:rPr>
              <a:t>but other sources indicate….</a:t>
            </a:r>
            <a:endParaRPr lang="en-GB" sz="2800" dirty="0">
              <a:solidFill>
                <a:srgbClr val="FF0000"/>
              </a:solidFill>
            </a:endParaRPr>
          </a:p>
          <a:p>
            <a:pPr indent="-342900"/>
            <a:endParaRPr lang="en-GB" sz="2000" dirty="0">
              <a:solidFill>
                <a:srgbClr val="FF0000"/>
              </a:solidFill>
            </a:endParaRPr>
          </a:p>
          <a:p>
            <a:pPr marL="457200" indent="-457200"/>
            <a:r>
              <a:rPr lang="en-GB" sz="3200" dirty="0">
                <a:solidFill>
                  <a:srgbClr val="FF0000"/>
                </a:solidFill>
              </a:rPr>
              <a:t>It is clear that </a:t>
            </a:r>
            <a:r>
              <a:rPr lang="en-GB" sz="2800" kern="1200" dirty="0"/>
              <a:t>Jenkins believes that…</a:t>
            </a:r>
            <a:endParaRPr lang="en-GB" sz="2800" dirty="0"/>
          </a:p>
        </p:txBody>
      </p:sp>
      <p:sp>
        <p:nvSpPr>
          <p:cNvPr id="5" name="TextBox 4">
            <a:extLst>
              <a:ext uri="{FF2B5EF4-FFF2-40B4-BE49-F238E27FC236}">
                <a16:creationId xmlns:a16="http://schemas.microsoft.com/office/drawing/2014/main" id="{3ACD50B3-F8CD-8E91-65FA-F723FA8BABEE}"/>
              </a:ext>
            </a:extLst>
          </p:cNvPr>
          <p:cNvSpPr txBox="1"/>
          <p:nvPr/>
        </p:nvSpPr>
        <p:spPr>
          <a:xfrm>
            <a:off x="7391400" y="4767480"/>
            <a:ext cx="3581400" cy="1815882"/>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r>
              <a:rPr lang="en-GB" sz="2800" dirty="0"/>
              <a:t>Comment on a source by using language to make your writing more critical</a:t>
            </a:r>
          </a:p>
        </p:txBody>
      </p:sp>
    </p:spTree>
    <p:extLst>
      <p:ext uri="{BB962C8B-B14F-4D97-AF65-F5344CB8AC3E}">
        <p14:creationId xmlns:p14="http://schemas.microsoft.com/office/powerpoint/2010/main" val="7841596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08DF7-0357-9296-FB78-47948DAA3602}"/>
              </a:ext>
            </a:extLst>
          </p:cNvPr>
          <p:cNvSpPr>
            <a:spLocks noGrp="1"/>
          </p:cNvSpPr>
          <p:nvPr>
            <p:ph type="title"/>
          </p:nvPr>
        </p:nvSpPr>
        <p:spPr/>
        <p:txBody>
          <a:bodyPr>
            <a:normAutofit fontScale="90000"/>
          </a:bodyPr>
          <a:lstStyle/>
          <a:p>
            <a:r>
              <a:rPr lang="en-GB" dirty="0"/>
              <a:t>Incorporating Sources – Adding Your Own Voice</a:t>
            </a:r>
          </a:p>
        </p:txBody>
      </p:sp>
      <p:sp>
        <p:nvSpPr>
          <p:cNvPr id="3" name="Content Placeholder 2">
            <a:extLst>
              <a:ext uri="{FF2B5EF4-FFF2-40B4-BE49-F238E27FC236}">
                <a16:creationId xmlns:a16="http://schemas.microsoft.com/office/drawing/2014/main" id="{5C4E5858-E211-03C0-3DAA-42286861991E}"/>
              </a:ext>
            </a:extLst>
          </p:cNvPr>
          <p:cNvSpPr>
            <a:spLocks noGrp="1"/>
          </p:cNvSpPr>
          <p:nvPr>
            <p:ph idx="1"/>
          </p:nvPr>
        </p:nvSpPr>
        <p:spPr/>
        <p:txBody>
          <a:bodyPr>
            <a:normAutofit/>
          </a:bodyPr>
          <a:lstStyle/>
          <a:p>
            <a:r>
              <a:rPr lang="en-GB" sz="2800" dirty="0"/>
              <a:t>You can use “The Academic </a:t>
            </a:r>
            <a:r>
              <a:rPr lang="en-GB" sz="2800" dirty="0" err="1"/>
              <a:t>Phrasebank</a:t>
            </a:r>
            <a:r>
              <a:rPr lang="en-GB" sz="2800" dirty="0"/>
              <a:t>”.</a:t>
            </a:r>
          </a:p>
          <a:p>
            <a:r>
              <a:rPr lang="en-GB" sz="2800" dirty="0"/>
              <a:t>It provides you with examples of some of the phraseological ‘nuts and bolts’ of writing.</a:t>
            </a:r>
          </a:p>
          <a:p>
            <a:r>
              <a:rPr lang="en-GB" sz="2800" dirty="0">
                <a:hlinkClick r:id="rId2"/>
              </a:rPr>
              <a:t>https://www.phrasebank.manchester.ac.uk/</a:t>
            </a:r>
            <a:r>
              <a:rPr lang="en-GB" sz="2800" dirty="0"/>
              <a:t> </a:t>
            </a:r>
          </a:p>
        </p:txBody>
      </p:sp>
    </p:spTree>
    <p:extLst>
      <p:ext uri="{BB962C8B-B14F-4D97-AF65-F5344CB8AC3E}">
        <p14:creationId xmlns:p14="http://schemas.microsoft.com/office/powerpoint/2010/main" val="36341786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50F97-04F5-6902-059C-96194475B7A5}"/>
              </a:ext>
            </a:extLst>
          </p:cNvPr>
          <p:cNvSpPr>
            <a:spLocks noGrp="1"/>
          </p:cNvSpPr>
          <p:nvPr>
            <p:ph type="title"/>
          </p:nvPr>
        </p:nvSpPr>
        <p:spPr/>
        <p:txBody>
          <a:bodyPr/>
          <a:lstStyle/>
          <a:p>
            <a:r>
              <a:rPr lang="en-GB" dirty="0"/>
              <a:t>Synthesis</a:t>
            </a:r>
          </a:p>
        </p:txBody>
      </p:sp>
      <p:sp>
        <p:nvSpPr>
          <p:cNvPr id="3" name="Content Placeholder 2">
            <a:extLst>
              <a:ext uri="{FF2B5EF4-FFF2-40B4-BE49-F238E27FC236}">
                <a16:creationId xmlns:a16="http://schemas.microsoft.com/office/drawing/2014/main" id="{83FEFF2D-EADD-96A8-98CD-E7B46EAA60C5}"/>
              </a:ext>
            </a:extLst>
          </p:cNvPr>
          <p:cNvSpPr>
            <a:spLocks noGrp="1"/>
          </p:cNvSpPr>
          <p:nvPr>
            <p:ph idx="1"/>
          </p:nvPr>
        </p:nvSpPr>
        <p:spPr>
          <a:xfrm>
            <a:off x="609600" y="1600200"/>
            <a:ext cx="8229600" cy="4800600"/>
          </a:xfrm>
        </p:spPr>
        <p:txBody>
          <a:bodyPr>
            <a:normAutofit fontScale="92500" lnSpcReduction="10000"/>
          </a:bodyPr>
          <a:lstStyle/>
          <a:p>
            <a:r>
              <a:rPr lang="en-GB" sz="2800" b="1" dirty="0"/>
              <a:t>The examples on the previous few slides illustrate </a:t>
            </a:r>
            <a:r>
              <a:rPr lang="en-GB" sz="2800" b="1" u="sng" dirty="0"/>
              <a:t>synthesis</a:t>
            </a:r>
            <a:r>
              <a:rPr lang="en-GB" sz="2800" b="1" dirty="0"/>
              <a:t>.</a:t>
            </a:r>
          </a:p>
          <a:p>
            <a:r>
              <a:rPr lang="en-GB" sz="2800" dirty="0"/>
              <a:t>Synthesis incorporates ideas from several sources, often of differing views.</a:t>
            </a:r>
          </a:p>
          <a:p>
            <a:r>
              <a:rPr lang="en-GB" sz="2800" dirty="0"/>
              <a:t>Synthesis is </a:t>
            </a:r>
            <a:r>
              <a:rPr lang="en-GB" sz="2800" b="1" u="sng" dirty="0">
                <a:solidFill>
                  <a:srgbClr val="FF0000"/>
                </a:solidFill>
              </a:rPr>
              <a:t>not</a:t>
            </a:r>
            <a:r>
              <a:rPr lang="en-GB" sz="2800" dirty="0"/>
              <a:t> a summary of a source.</a:t>
            </a:r>
          </a:p>
          <a:p>
            <a:r>
              <a:rPr lang="en-GB" sz="2800" dirty="0"/>
              <a:t>Synthesis…</a:t>
            </a:r>
          </a:p>
          <a:p>
            <a:pPr lvl="1"/>
            <a:r>
              <a:rPr lang="en-GB" sz="2600" dirty="0"/>
              <a:t>Take multiple sources / ideas (pieces of evidence) and talk about the connections between the sources / ideas.</a:t>
            </a:r>
          </a:p>
          <a:p>
            <a:pPr lvl="2"/>
            <a:r>
              <a:rPr lang="en-GB" sz="2400" dirty="0"/>
              <a:t>Were they connect and differ.</a:t>
            </a:r>
          </a:p>
          <a:p>
            <a:pPr lvl="1"/>
            <a:r>
              <a:rPr lang="en-GB" sz="2600" dirty="0"/>
              <a:t>Some summary, but then link to other sources and identify their relationship. Also, relate to your question / area.</a:t>
            </a:r>
          </a:p>
          <a:p>
            <a:pPr lvl="1"/>
            <a:r>
              <a:rPr lang="en-GB" sz="2600" dirty="0"/>
              <a:t>You generate new ideas beyond the source text.</a:t>
            </a:r>
          </a:p>
        </p:txBody>
      </p:sp>
      <p:pic>
        <p:nvPicPr>
          <p:cNvPr id="5" name="Graphic 4" descr="Puzzle pieces outline">
            <a:extLst>
              <a:ext uri="{FF2B5EF4-FFF2-40B4-BE49-F238E27FC236}">
                <a16:creationId xmlns:a16="http://schemas.microsoft.com/office/drawing/2014/main" id="{85F714E0-2A73-F94C-B29D-31A7C5D52F2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033697" y="2751726"/>
            <a:ext cx="2133600" cy="2133600"/>
          </a:xfrm>
          <a:prstGeom prst="rect">
            <a:avLst/>
          </a:prstGeom>
        </p:spPr>
      </p:pic>
      <p:sp>
        <p:nvSpPr>
          <p:cNvPr id="6" name="TextBox 5">
            <a:extLst>
              <a:ext uri="{FF2B5EF4-FFF2-40B4-BE49-F238E27FC236}">
                <a16:creationId xmlns:a16="http://schemas.microsoft.com/office/drawing/2014/main" id="{2FDD4C6D-1F2B-EC2B-023C-EE7E8574E673}"/>
              </a:ext>
            </a:extLst>
          </p:cNvPr>
          <p:cNvSpPr txBox="1"/>
          <p:nvPr/>
        </p:nvSpPr>
        <p:spPr>
          <a:xfrm>
            <a:off x="8839200" y="2105395"/>
            <a:ext cx="2362200" cy="64633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GB" dirty="0"/>
              <a:t>Each piece of evidence is a piece of the puzzle.</a:t>
            </a:r>
          </a:p>
        </p:txBody>
      </p:sp>
      <p:cxnSp>
        <p:nvCxnSpPr>
          <p:cNvPr id="8" name="Straight Arrow Connector 7">
            <a:extLst>
              <a:ext uri="{FF2B5EF4-FFF2-40B4-BE49-F238E27FC236}">
                <a16:creationId xmlns:a16="http://schemas.microsoft.com/office/drawing/2014/main" id="{11FFF441-4508-ABD1-C2F8-0DB30BAAB6AA}"/>
              </a:ext>
            </a:extLst>
          </p:cNvPr>
          <p:cNvCxnSpPr>
            <a:cxnSpLocks/>
            <a:stCxn id="6" idx="2"/>
          </p:cNvCxnSpPr>
          <p:nvPr/>
        </p:nvCxnSpPr>
        <p:spPr>
          <a:xfrm>
            <a:off x="10020300" y="2751726"/>
            <a:ext cx="495300" cy="50519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2593069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A2283-1F98-B947-9B41-54F016B7AE94}"/>
              </a:ext>
            </a:extLst>
          </p:cNvPr>
          <p:cNvSpPr>
            <a:spLocks noGrp="1"/>
          </p:cNvSpPr>
          <p:nvPr>
            <p:ph type="title"/>
          </p:nvPr>
        </p:nvSpPr>
        <p:spPr/>
        <p:txBody>
          <a:bodyPr/>
          <a:lstStyle/>
          <a:p>
            <a:r>
              <a:rPr lang="en-GB" dirty="0"/>
              <a:t>Synthesis</a:t>
            </a:r>
          </a:p>
        </p:txBody>
      </p:sp>
      <p:sp>
        <p:nvSpPr>
          <p:cNvPr id="3" name="Content Placeholder 2">
            <a:extLst>
              <a:ext uri="{FF2B5EF4-FFF2-40B4-BE49-F238E27FC236}">
                <a16:creationId xmlns:a16="http://schemas.microsoft.com/office/drawing/2014/main" id="{6A94698F-0C35-09A8-5156-624B914A2D09}"/>
              </a:ext>
            </a:extLst>
          </p:cNvPr>
          <p:cNvSpPr>
            <a:spLocks noGrp="1"/>
          </p:cNvSpPr>
          <p:nvPr>
            <p:ph idx="1"/>
          </p:nvPr>
        </p:nvSpPr>
        <p:spPr/>
        <p:txBody>
          <a:bodyPr>
            <a:normAutofit fontScale="92500"/>
          </a:bodyPr>
          <a:lstStyle/>
          <a:p>
            <a:r>
              <a:rPr lang="en-GB" sz="2800" b="1" dirty="0"/>
              <a:t>Examples:</a:t>
            </a:r>
          </a:p>
          <a:p>
            <a:pPr lvl="1"/>
            <a:r>
              <a:rPr lang="en-GB" sz="2600" dirty="0"/>
              <a:t>“</a:t>
            </a:r>
            <a:r>
              <a:rPr lang="en-GB" sz="2600" dirty="0">
                <a:solidFill>
                  <a:srgbClr val="0070C0"/>
                </a:solidFill>
              </a:rPr>
              <a:t>Ang (2016) </a:t>
            </a:r>
            <a:r>
              <a:rPr lang="en-GB" sz="2600" dirty="0"/>
              <a:t>found that small businesses that followed the theory of financial management reduced business costs by 12%, while </a:t>
            </a:r>
            <a:r>
              <a:rPr lang="en-GB" sz="2600" dirty="0" err="1">
                <a:solidFill>
                  <a:srgbClr val="0070C0"/>
                </a:solidFill>
              </a:rPr>
              <a:t>Sonfield</a:t>
            </a:r>
            <a:r>
              <a:rPr lang="en-GB" sz="2600" dirty="0">
                <a:solidFill>
                  <a:srgbClr val="0070C0"/>
                </a:solidFill>
              </a:rPr>
              <a:t> (2015) </a:t>
            </a:r>
            <a:r>
              <a:rPr lang="en-GB" sz="2600" dirty="0"/>
              <a:t>found that this theory reduced costs by 17%. </a:t>
            </a:r>
            <a:r>
              <a:rPr lang="en-GB" sz="2600" dirty="0">
                <a:solidFill>
                  <a:srgbClr val="00B050"/>
                </a:solidFill>
              </a:rPr>
              <a:t>These studies together confirmed that adopting the theory of financial management reduces costs for U.S. small businesses.</a:t>
            </a:r>
            <a:r>
              <a:rPr lang="en-GB" sz="2600" dirty="0"/>
              <a:t>”</a:t>
            </a:r>
          </a:p>
          <a:p>
            <a:pPr lvl="1"/>
            <a:r>
              <a:rPr lang="en-GB" sz="2600" dirty="0"/>
              <a:t>“</a:t>
            </a:r>
            <a:r>
              <a:rPr lang="en-GB" sz="2600" dirty="0">
                <a:solidFill>
                  <a:srgbClr val="0070C0"/>
                </a:solidFill>
              </a:rPr>
              <a:t>Sharpe (2016) </a:t>
            </a:r>
            <a:r>
              <a:rPr lang="en-GB" sz="2600" dirty="0"/>
              <a:t>observed an increase in students’ ability to focus after they had recess. Similarly, </a:t>
            </a:r>
            <a:r>
              <a:rPr lang="en-GB" sz="2600" dirty="0">
                <a:solidFill>
                  <a:srgbClr val="0070C0"/>
                </a:solidFill>
              </a:rPr>
              <a:t>Barnes (2015) </a:t>
            </a:r>
            <a:r>
              <a:rPr lang="en-GB" sz="2600" dirty="0"/>
              <a:t>found that hands-on activities also helped students focus. </a:t>
            </a:r>
            <a:r>
              <a:rPr lang="en-GB" sz="2600" dirty="0">
                <a:solidFill>
                  <a:srgbClr val="00B050"/>
                </a:solidFill>
              </a:rPr>
              <a:t>Both of these techniques have worked well in my classroom, helping me to keep my students engaged in learning.</a:t>
            </a:r>
            <a:r>
              <a:rPr lang="en-GB" sz="2600" dirty="0"/>
              <a:t>”</a:t>
            </a:r>
          </a:p>
          <a:p>
            <a:pPr lvl="1"/>
            <a:r>
              <a:rPr lang="en-GB" sz="2600" b="1" dirty="0"/>
              <a:t>Source: </a:t>
            </a:r>
            <a:r>
              <a:rPr lang="en-GB" sz="2600" dirty="0">
                <a:hlinkClick r:id="rId2"/>
              </a:rPr>
              <a:t>https://academicguides.waldenu.edu/c.php?g=465757&amp;p=4066126</a:t>
            </a:r>
            <a:r>
              <a:rPr lang="en-GB" sz="2600" dirty="0"/>
              <a:t> </a:t>
            </a:r>
          </a:p>
        </p:txBody>
      </p:sp>
    </p:spTree>
    <p:extLst>
      <p:ext uri="{BB962C8B-B14F-4D97-AF65-F5344CB8AC3E}">
        <p14:creationId xmlns:p14="http://schemas.microsoft.com/office/powerpoint/2010/main" val="11086428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08DF7-0357-9296-FB78-47948DAA3602}"/>
              </a:ext>
            </a:extLst>
          </p:cNvPr>
          <p:cNvSpPr>
            <a:spLocks noGrp="1"/>
          </p:cNvSpPr>
          <p:nvPr>
            <p:ph type="title"/>
          </p:nvPr>
        </p:nvSpPr>
        <p:spPr/>
        <p:txBody>
          <a:bodyPr/>
          <a:lstStyle/>
          <a:p>
            <a:r>
              <a:rPr lang="en-GB" dirty="0"/>
              <a:t>Synthesis</a:t>
            </a:r>
          </a:p>
        </p:txBody>
      </p:sp>
      <p:sp>
        <p:nvSpPr>
          <p:cNvPr id="3" name="Content Placeholder 2">
            <a:extLst>
              <a:ext uri="{FF2B5EF4-FFF2-40B4-BE49-F238E27FC236}">
                <a16:creationId xmlns:a16="http://schemas.microsoft.com/office/drawing/2014/main" id="{5C4E5858-E211-03C0-3DAA-42286861991E}"/>
              </a:ext>
            </a:extLst>
          </p:cNvPr>
          <p:cNvSpPr>
            <a:spLocks noGrp="1"/>
          </p:cNvSpPr>
          <p:nvPr>
            <p:ph idx="1"/>
          </p:nvPr>
        </p:nvSpPr>
        <p:spPr>
          <a:xfrm>
            <a:off x="609600" y="1600200"/>
            <a:ext cx="1981200" cy="4800600"/>
          </a:xfrm>
        </p:spPr>
        <p:txBody>
          <a:bodyPr>
            <a:normAutofit/>
          </a:bodyPr>
          <a:lstStyle/>
          <a:p>
            <a:r>
              <a:rPr lang="en-GB" sz="2800" dirty="0"/>
              <a:t>Another example.</a:t>
            </a:r>
          </a:p>
          <a:p>
            <a:endParaRPr lang="en-GB" sz="2800" dirty="0"/>
          </a:p>
        </p:txBody>
      </p:sp>
      <p:sp>
        <p:nvSpPr>
          <p:cNvPr id="7" name="TextBox 6">
            <a:extLst>
              <a:ext uri="{FF2B5EF4-FFF2-40B4-BE49-F238E27FC236}">
                <a16:creationId xmlns:a16="http://schemas.microsoft.com/office/drawing/2014/main" id="{B41BED39-83E4-4048-D9F5-E4CB91F20845}"/>
              </a:ext>
            </a:extLst>
          </p:cNvPr>
          <p:cNvSpPr txBox="1"/>
          <p:nvPr/>
        </p:nvSpPr>
        <p:spPr>
          <a:xfrm>
            <a:off x="7487316" y="6016115"/>
            <a:ext cx="2362200" cy="646331"/>
          </a:xfrm>
          <a:prstGeom prst="rect">
            <a:avLst/>
          </a:prstGeom>
          <a:noFill/>
        </p:spPr>
        <p:txBody>
          <a:bodyPr wrap="square" rtlCol="0">
            <a:spAutoFit/>
          </a:bodyPr>
          <a:lstStyle/>
          <a:p>
            <a:pPr algn="r"/>
            <a:r>
              <a:rPr lang="en-GB" sz="1200" b="1" dirty="0"/>
              <a:t>Source: </a:t>
            </a:r>
            <a:r>
              <a:rPr lang="en-GB" sz="1200" dirty="0">
                <a:hlinkClick r:id="rId2"/>
              </a:rPr>
              <a:t>https://www.scrintal.com/guides/how-to-write-a-literature-review</a:t>
            </a:r>
            <a:r>
              <a:rPr lang="en-GB" sz="1200" dirty="0"/>
              <a:t>. </a:t>
            </a:r>
          </a:p>
        </p:txBody>
      </p:sp>
      <p:pic>
        <p:nvPicPr>
          <p:cNvPr id="4" name="Picture 3">
            <a:extLst>
              <a:ext uri="{FF2B5EF4-FFF2-40B4-BE49-F238E27FC236}">
                <a16:creationId xmlns:a16="http://schemas.microsoft.com/office/drawing/2014/main" id="{160C57D6-9F73-9713-8B10-23F02645E1C7}"/>
              </a:ext>
            </a:extLst>
          </p:cNvPr>
          <p:cNvPicPr>
            <a:picLocks noChangeAspect="1"/>
          </p:cNvPicPr>
          <p:nvPr/>
        </p:nvPicPr>
        <p:blipFill>
          <a:blip r:embed="rId3"/>
          <a:stretch>
            <a:fillRect/>
          </a:stretch>
        </p:blipFill>
        <p:spPr>
          <a:xfrm>
            <a:off x="2610516" y="1582615"/>
            <a:ext cx="8051995" cy="4343400"/>
          </a:xfrm>
          <a:prstGeom prst="rect">
            <a:avLst/>
          </a:prstGeom>
        </p:spPr>
      </p:pic>
      <p:sp>
        <p:nvSpPr>
          <p:cNvPr id="5" name="TextBox 4">
            <a:extLst>
              <a:ext uri="{FF2B5EF4-FFF2-40B4-BE49-F238E27FC236}">
                <a16:creationId xmlns:a16="http://schemas.microsoft.com/office/drawing/2014/main" id="{3385A98A-C018-39BC-3C6E-7378A8BD05EC}"/>
              </a:ext>
            </a:extLst>
          </p:cNvPr>
          <p:cNvSpPr txBox="1"/>
          <p:nvPr/>
        </p:nvSpPr>
        <p:spPr>
          <a:xfrm>
            <a:off x="2661316" y="5965484"/>
            <a:ext cx="4673600" cy="64633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GB" b="1" u="sng" dirty="0"/>
              <a:t>Note</a:t>
            </a:r>
            <a:r>
              <a:rPr lang="en-GB" b="1" dirty="0"/>
              <a:t>, you would note highlight elements in your document / a section of a report like this.</a:t>
            </a:r>
          </a:p>
        </p:txBody>
      </p:sp>
    </p:spTree>
    <p:extLst>
      <p:ext uri="{BB962C8B-B14F-4D97-AF65-F5344CB8AC3E}">
        <p14:creationId xmlns:p14="http://schemas.microsoft.com/office/powerpoint/2010/main" val="22432948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04283-EE19-D03A-D886-736FCEC61743}"/>
              </a:ext>
            </a:extLst>
          </p:cNvPr>
          <p:cNvSpPr>
            <a:spLocks noGrp="1"/>
          </p:cNvSpPr>
          <p:nvPr>
            <p:ph type="title"/>
          </p:nvPr>
        </p:nvSpPr>
        <p:spPr/>
        <p:txBody>
          <a:bodyPr/>
          <a:lstStyle/>
          <a:p>
            <a:r>
              <a:rPr lang="en-GB" dirty="0"/>
              <a:t>Paraphrasing</a:t>
            </a:r>
          </a:p>
        </p:txBody>
      </p:sp>
      <p:sp>
        <p:nvSpPr>
          <p:cNvPr id="3" name="Content Placeholder 2">
            <a:extLst>
              <a:ext uri="{FF2B5EF4-FFF2-40B4-BE49-F238E27FC236}">
                <a16:creationId xmlns:a16="http://schemas.microsoft.com/office/drawing/2014/main" id="{6E06ACC7-BA62-4801-D114-F79B71D74BCF}"/>
              </a:ext>
            </a:extLst>
          </p:cNvPr>
          <p:cNvSpPr>
            <a:spLocks noGrp="1"/>
          </p:cNvSpPr>
          <p:nvPr>
            <p:ph idx="1"/>
          </p:nvPr>
        </p:nvSpPr>
        <p:spPr/>
        <p:txBody>
          <a:bodyPr>
            <a:normAutofit/>
          </a:bodyPr>
          <a:lstStyle/>
          <a:p>
            <a:r>
              <a:rPr lang="en-GB" sz="2800" dirty="0"/>
              <a:t>An important skill.</a:t>
            </a:r>
          </a:p>
          <a:p>
            <a:r>
              <a:rPr lang="en-GB" sz="2800" dirty="0"/>
              <a:t>“The transformation of the words, phrases and ideas of different authors into your own words avoids plagiarism.”*</a:t>
            </a:r>
          </a:p>
          <a:p>
            <a:r>
              <a:rPr lang="en-GB" sz="2800" dirty="0"/>
              <a:t>Put it in your own voice.</a:t>
            </a:r>
          </a:p>
          <a:p>
            <a:r>
              <a:rPr lang="en-GB" sz="2800" dirty="0">
                <a:solidFill>
                  <a:srgbClr val="00B050"/>
                </a:solidFill>
              </a:rPr>
              <a:t>However, you still need citations of your sources.</a:t>
            </a:r>
          </a:p>
          <a:p>
            <a:r>
              <a:rPr lang="en-GB" sz="2800" dirty="0"/>
              <a:t>Synthesise a single author or multiple authors to reach conclusions and insight.</a:t>
            </a:r>
          </a:p>
          <a:p>
            <a:pPr lvl="1"/>
            <a:endParaRPr lang="en-GB" sz="2600" dirty="0"/>
          </a:p>
        </p:txBody>
      </p:sp>
      <p:sp>
        <p:nvSpPr>
          <p:cNvPr id="4" name="TextBox 3">
            <a:extLst>
              <a:ext uri="{FF2B5EF4-FFF2-40B4-BE49-F238E27FC236}">
                <a16:creationId xmlns:a16="http://schemas.microsoft.com/office/drawing/2014/main" id="{FB13BCF0-1AD9-DC4E-FC21-9817D994AC7D}"/>
              </a:ext>
            </a:extLst>
          </p:cNvPr>
          <p:cNvSpPr txBox="1"/>
          <p:nvPr/>
        </p:nvSpPr>
        <p:spPr>
          <a:xfrm>
            <a:off x="76200" y="6553200"/>
            <a:ext cx="5105400" cy="246221"/>
          </a:xfrm>
          <a:prstGeom prst="rect">
            <a:avLst/>
          </a:prstGeom>
          <a:noFill/>
        </p:spPr>
        <p:txBody>
          <a:bodyPr wrap="square" rtlCol="0">
            <a:spAutoFit/>
          </a:bodyPr>
          <a:lstStyle/>
          <a:p>
            <a:r>
              <a:rPr lang="en-GB" sz="1000" dirty="0"/>
              <a:t>* </a:t>
            </a:r>
            <a:r>
              <a:rPr lang="en-GB" sz="1000" dirty="0">
                <a:hlinkClick r:id="rId2"/>
              </a:rPr>
              <a:t>https://myport.port.ac.uk/study-skills/written-assignments/better-paraphrasing</a:t>
            </a:r>
            <a:r>
              <a:rPr lang="en-GB" sz="1000" dirty="0"/>
              <a:t> </a:t>
            </a:r>
          </a:p>
        </p:txBody>
      </p:sp>
    </p:spTree>
    <p:extLst>
      <p:ext uri="{BB962C8B-B14F-4D97-AF65-F5344CB8AC3E}">
        <p14:creationId xmlns:p14="http://schemas.microsoft.com/office/powerpoint/2010/main" val="40727643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4044A-D1F7-F1CC-6D2A-95A6A4F92CA7}"/>
              </a:ext>
            </a:extLst>
          </p:cNvPr>
          <p:cNvSpPr>
            <a:spLocks noGrp="1"/>
          </p:cNvSpPr>
          <p:nvPr>
            <p:ph type="title"/>
          </p:nvPr>
        </p:nvSpPr>
        <p:spPr/>
        <p:txBody>
          <a:bodyPr/>
          <a:lstStyle/>
          <a:p>
            <a:r>
              <a:rPr lang="en-GB" dirty="0"/>
              <a:t>Paraphrasing</a:t>
            </a:r>
          </a:p>
        </p:txBody>
      </p:sp>
      <p:sp>
        <p:nvSpPr>
          <p:cNvPr id="3" name="Content Placeholder 2">
            <a:extLst>
              <a:ext uri="{FF2B5EF4-FFF2-40B4-BE49-F238E27FC236}">
                <a16:creationId xmlns:a16="http://schemas.microsoft.com/office/drawing/2014/main" id="{547B46B1-27BC-DA48-FDC9-1E1F8A44F4ED}"/>
              </a:ext>
            </a:extLst>
          </p:cNvPr>
          <p:cNvSpPr>
            <a:spLocks noGrp="1"/>
          </p:cNvSpPr>
          <p:nvPr>
            <p:ph idx="1"/>
          </p:nvPr>
        </p:nvSpPr>
        <p:spPr/>
        <p:txBody>
          <a:bodyPr>
            <a:normAutofit fontScale="77500" lnSpcReduction="20000"/>
          </a:bodyPr>
          <a:lstStyle/>
          <a:p>
            <a:r>
              <a:rPr lang="en-GB" sz="2800" b="1" dirty="0"/>
              <a:t>Example:</a:t>
            </a:r>
          </a:p>
          <a:p>
            <a:pPr lvl="1"/>
            <a:r>
              <a:rPr lang="en-GB" sz="2600" dirty="0"/>
              <a:t>“</a:t>
            </a:r>
            <a:r>
              <a:rPr lang="en-GB" sz="2400" dirty="0"/>
              <a:t>While educators and learners in classroom-based courses have already discovered the benefits of an engaged learning approach to education, the power of engagement in online courses is yet to be fully realized. We define engaged learning as a collaborative learning process in which the instructor and learner are partners in building the knowledge base. The use of online interactive tools such as asynchronous discussion boards and synchronous chats by educators initially began about twenty years ago. (Conrad and Donaldson in 2011)”.</a:t>
            </a:r>
          </a:p>
          <a:p>
            <a:r>
              <a:rPr lang="en-GB" sz="2800" b="1" dirty="0">
                <a:solidFill>
                  <a:srgbClr val="0070C0"/>
                </a:solidFill>
              </a:rPr>
              <a:t>How you paraphrase depends on the purpose of your report.</a:t>
            </a:r>
          </a:p>
          <a:p>
            <a:pPr lvl="1"/>
            <a:r>
              <a:rPr lang="en-GB" sz="2400" dirty="0"/>
              <a:t>“At anonymous University, a stronger focus on student engagement will improve the effectiveness of online courses."</a:t>
            </a:r>
          </a:p>
          <a:p>
            <a:r>
              <a:rPr lang="en-GB" sz="2800" b="1" dirty="0"/>
              <a:t>Paraphrased:</a:t>
            </a:r>
          </a:p>
          <a:p>
            <a:pPr lvl="1"/>
            <a:r>
              <a:rPr lang="en-GB" sz="2400" dirty="0"/>
              <a:t>“As Conrad and Donaldson, 2011, noted no one has perfected online education, but a focus on increased student engagement can improve student experience and effectiveness of online classes.”</a:t>
            </a:r>
            <a:endParaRPr lang="en-GB" sz="2800" b="1" dirty="0"/>
          </a:p>
          <a:p>
            <a:r>
              <a:rPr lang="en-GB" sz="2800" b="1" dirty="0"/>
              <a:t>Example source: </a:t>
            </a:r>
            <a:r>
              <a:rPr lang="en-GB" sz="2800" dirty="0">
                <a:hlinkClick r:id="rId2"/>
              </a:rPr>
              <a:t>https://academicguides.waldenu.edu/writingcenter/evidence/paraphrase/examples</a:t>
            </a:r>
            <a:r>
              <a:rPr lang="en-GB" sz="2800" dirty="0"/>
              <a:t> </a:t>
            </a:r>
          </a:p>
        </p:txBody>
      </p:sp>
    </p:spTree>
    <p:extLst>
      <p:ext uri="{BB962C8B-B14F-4D97-AF65-F5344CB8AC3E}">
        <p14:creationId xmlns:p14="http://schemas.microsoft.com/office/powerpoint/2010/main" val="33684839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4044A-D1F7-F1CC-6D2A-95A6A4F92CA7}"/>
              </a:ext>
            </a:extLst>
          </p:cNvPr>
          <p:cNvSpPr>
            <a:spLocks noGrp="1"/>
          </p:cNvSpPr>
          <p:nvPr>
            <p:ph type="title"/>
          </p:nvPr>
        </p:nvSpPr>
        <p:spPr/>
        <p:txBody>
          <a:bodyPr/>
          <a:lstStyle/>
          <a:p>
            <a:r>
              <a:rPr lang="en-GB" dirty="0"/>
              <a:t>Paraphrasing</a:t>
            </a:r>
          </a:p>
        </p:txBody>
      </p:sp>
      <p:sp>
        <p:nvSpPr>
          <p:cNvPr id="3" name="Content Placeholder 2">
            <a:extLst>
              <a:ext uri="{FF2B5EF4-FFF2-40B4-BE49-F238E27FC236}">
                <a16:creationId xmlns:a16="http://schemas.microsoft.com/office/drawing/2014/main" id="{547B46B1-27BC-DA48-FDC9-1E1F8A44F4ED}"/>
              </a:ext>
            </a:extLst>
          </p:cNvPr>
          <p:cNvSpPr>
            <a:spLocks noGrp="1"/>
          </p:cNvSpPr>
          <p:nvPr>
            <p:ph idx="1"/>
          </p:nvPr>
        </p:nvSpPr>
        <p:spPr/>
        <p:txBody>
          <a:bodyPr>
            <a:normAutofit/>
          </a:bodyPr>
          <a:lstStyle/>
          <a:p>
            <a:r>
              <a:rPr lang="en-GB" sz="2800" b="1" dirty="0"/>
              <a:t>How to Paraphrase - steps:</a:t>
            </a:r>
          </a:p>
          <a:p>
            <a:pPr lvl="1"/>
            <a:r>
              <a:rPr lang="en-GB" sz="2600" dirty="0"/>
              <a:t>First, fully understand what the text is saying.</a:t>
            </a:r>
          </a:p>
          <a:p>
            <a:pPr lvl="1"/>
            <a:r>
              <a:rPr lang="en-GB" sz="2600" dirty="0"/>
              <a:t>Then, think about why you would use the source in your work. How does it relate to your work.</a:t>
            </a:r>
          </a:p>
          <a:p>
            <a:pPr lvl="1"/>
            <a:r>
              <a:rPr lang="en-GB" sz="2600" dirty="0"/>
              <a:t>Draw upon the elements of the source that support your work.</a:t>
            </a:r>
          </a:p>
          <a:p>
            <a:pPr lvl="1"/>
            <a:r>
              <a:rPr lang="en-GB" sz="2600" dirty="0"/>
              <a:t>Put the source in your own words / voice. </a:t>
            </a:r>
          </a:p>
        </p:txBody>
      </p:sp>
    </p:spTree>
    <p:extLst>
      <p:ext uri="{BB962C8B-B14F-4D97-AF65-F5344CB8AC3E}">
        <p14:creationId xmlns:p14="http://schemas.microsoft.com/office/powerpoint/2010/main" val="14045234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08DF7-0357-9296-FB78-47948DAA3602}"/>
              </a:ext>
            </a:extLst>
          </p:cNvPr>
          <p:cNvSpPr>
            <a:spLocks noGrp="1"/>
          </p:cNvSpPr>
          <p:nvPr>
            <p:ph type="title"/>
          </p:nvPr>
        </p:nvSpPr>
        <p:spPr/>
        <p:txBody>
          <a:bodyPr/>
          <a:lstStyle/>
          <a:p>
            <a:r>
              <a:rPr lang="en-GB" dirty="0"/>
              <a:t>Find Examples</a:t>
            </a:r>
          </a:p>
        </p:txBody>
      </p:sp>
      <p:sp>
        <p:nvSpPr>
          <p:cNvPr id="3" name="Content Placeholder 2">
            <a:extLst>
              <a:ext uri="{FF2B5EF4-FFF2-40B4-BE49-F238E27FC236}">
                <a16:creationId xmlns:a16="http://schemas.microsoft.com/office/drawing/2014/main" id="{5C4E5858-E211-03C0-3DAA-42286861991E}"/>
              </a:ext>
            </a:extLst>
          </p:cNvPr>
          <p:cNvSpPr>
            <a:spLocks noGrp="1"/>
          </p:cNvSpPr>
          <p:nvPr>
            <p:ph idx="1"/>
          </p:nvPr>
        </p:nvSpPr>
        <p:spPr/>
        <p:txBody>
          <a:bodyPr>
            <a:normAutofit/>
          </a:bodyPr>
          <a:lstStyle/>
          <a:p>
            <a:r>
              <a:rPr lang="en-GB" sz="2800" b="1" dirty="0"/>
              <a:t>Read examples of literature reviews to help you understand what you need to do.</a:t>
            </a:r>
          </a:p>
          <a:p>
            <a:r>
              <a:rPr lang="en-GB" sz="2800" dirty="0"/>
              <a:t>Find examples of literature reviews on WIRE:</a:t>
            </a:r>
          </a:p>
          <a:p>
            <a:pPr lvl="1"/>
            <a:r>
              <a:rPr lang="en-GB" sz="2600" dirty="0">
                <a:hlinkClick r:id="rId2"/>
              </a:rPr>
              <a:t>https://wlv.openrepository.com/wlv/</a:t>
            </a:r>
            <a:endParaRPr lang="en-GB" sz="2600" dirty="0"/>
          </a:p>
          <a:p>
            <a:pPr lvl="2"/>
            <a:r>
              <a:rPr lang="en-GB" sz="2400" dirty="0"/>
              <a:t>Example: A multiple optical tracking-based approach for enhancing hand-based interaction in virtual reality simulations.</a:t>
            </a:r>
          </a:p>
          <a:p>
            <a:r>
              <a:rPr lang="en-GB" sz="2800" dirty="0"/>
              <a:t>Find examples on repositories at other universities – you can download and read work by other students.</a:t>
            </a:r>
          </a:p>
          <a:p>
            <a:r>
              <a:rPr lang="en-GB" sz="2800" dirty="0"/>
              <a:t>Read literature review sections of academic papers/journals.</a:t>
            </a:r>
          </a:p>
          <a:p>
            <a:pPr lvl="1"/>
            <a:r>
              <a:rPr lang="en-GB" sz="2600" dirty="0"/>
              <a:t>Also called: related work, background.</a:t>
            </a:r>
          </a:p>
          <a:p>
            <a:pPr lvl="1"/>
            <a:endParaRPr lang="en-GB" sz="2600" dirty="0"/>
          </a:p>
        </p:txBody>
      </p:sp>
    </p:spTree>
    <p:extLst>
      <p:ext uri="{BB962C8B-B14F-4D97-AF65-F5344CB8AC3E}">
        <p14:creationId xmlns:p14="http://schemas.microsoft.com/office/powerpoint/2010/main" val="3329730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89E4B-4919-34D6-87E1-9EE8C2A492ED}"/>
              </a:ext>
            </a:extLst>
          </p:cNvPr>
          <p:cNvSpPr>
            <a:spLocks noGrp="1"/>
          </p:cNvSpPr>
          <p:nvPr>
            <p:ph type="title"/>
          </p:nvPr>
        </p:nvSpPr>
        <p:spPr/>
        <p:txBody>
          <a:bodyPr>
            <a:normAutofit fontScale="90000"/>
          </a:bodyPr>
          <a:lstStyle/>
          <a:p>
            <a:r>
              <a:rPr lang="en-GB" dirty="0"/>
              <a:t>Finding Out More About Literature Reviews</a:t>
            </a:r>
          </a:p>
        </p:txBody>
      </p:sp>
      <p:sp>
        <p:nvSpPr>
          <p:cNvPr id="3" name="Content Placeholder 2">
            <a:extLst>
              <a:ext uri="{FF2B5EF4-FFF2-40B4-BE49-F238E27FC236}">
                <a16:creationId xmlns:a16="http://schemas.microsoft.com/office/drawing/2014/main" id="{3FD3CDF0-433D-408A-9E55-EE6D7F7BEBF7}"/>
              </a:ext>
            </a:extLst>
          </p:cNvPr>
          <p:cNvSpPr>
            <a:spLocks noGrp="1"/>
          </p:cNvSpPr>
          <p:nvPr>
            <p:ph idx="1"/>
          </p:nvPr>
        </p:nvSpPr>
        <p:spPr/>
        <p:txBody>
          <a:bodyPr>
            <a:normAutofit/>
          </a:bodyPr>
          <a:lstStyle/>
          <a:p>
            <a:r>
              <a:rPr lang="en-GB" sz="2800" dirty="0"/>
              <a:t>Guide to Writing Literature Reviews.</a:t>
            </a:r>
          </a:p>
          <a:p>
            <a:pPr lvl="1"/>
            <a:r>
              <a:rPr lang="en-GB" sz="2600" dirty="0">
                <a:hlinkClick r:id="rId2"/>
              </a:rPr>
              <a:t>https://www.wlv.ac.uk/lib/media/departments/lis/skills/study-guides/LS015-Guide-to-Writing-a-Literature-Review.docx</a:t>
            </a:r>
            <a:endParaRPr lang="en-GB" sz="2600" dirty="0"/>
          </a:p>
          <a:p>
            <a:endParaRPr lang="en-GB" sz="2800" dirty="0"/>
          </a:p>
          <a:p>
            <a:r>
              <a:rPr lang="en-GB" sz="2800" dirty="0"/>
              <a:t>Online study skills workshops.</a:t>
            </a:r>
          </a:p>
          <a:p>
            <a:pPr lvl="1"/>
            <a:r>
              <a:rPr lang="en-GB" sz="2600" dirty="0">
                <a:hlinkClick r:id="rId3"/>
              </a:rPr>
              <a:t>https://www.wlv.ac.uk/lib/skills-for-learning/skills-workshops-sessions/</a:t>
            </a:r>
            <a:r>
              <a:rPr lang="en-GB" sz="2600" dirty="0"/>
              <a:t> </a:t>
            </a:r>
          </a:p>
        </p:txBody>
      </p:sp>
    </p:spTree>
    <p:extLst>
      <p:ext uri="{BB962C8B-B14F-4D97-AF65-F5344CB8AC3E}">
        <p14:creationId xmlns:p14="http://schemas.microsoft.com/office/powerpoint/2010/main" val="31679766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Summary</a:t>
            </a:r>
          </a:p>
        </p:txBody>
      </p:sp>
      <p:sp>
        <p:nvSpPr>
          <p:cNvPr id="3" name="Content Placeholder 2"/>
          <p:cNvSpPr>
            <a:spLocks noGrp="1"/>
          </p:cNvSpPr>
          <p:nvPr>
            <p:ph idx="1"/>
          </p:nvPr>
        </p:nvSpPr>
        <p:spPr/>
        <p:txBody>
          <a:bodyPr>
            <a:normAutofit/>
          </a:bodyPr>
          <a:lstStyle/>
          <a:p>
            <a:r>
              <a:rPr lang="en-GB" sz="2800" dirty="0"/>
              <a:t>By the end of this session, you will be able to:</a:t>
            </a:r>
          </a:p>
          <a:p>
            <a:pPr lvl="1"/>
            <a:r>
              <a:rPr lang="en-GB" sz="2800" dirty="0"/>
              <a:t>appraise what is a literature review?</a:t>
            </a:r>
          </a:p>
          <a:p>
            <a:pPr lvl="1"/>
            <a:r>
              <a:rPr lang="en-GB" sz="2800" dirty="0"/>
              <a:t>appraise the structure of a literature review. </a:t>
            </a:r>
          </a:p>
          <a:p>
            <a:pPr lvl="1"/>
            <a:r>
              <a:rPr lang="en-GB" sz="2800" dirty="0"/>
              <a:t>appraise how to write a literature review. </a:t>
            </a:r>
          </a:p>
          <a:p>
            <a:r>
              <a:rPr lang="en-GB" sz="2800" dirty="0"/>
              <a:t>Any Questions?</a:t>
            </a:r>
          </a:p>
          <a:p>
            <a:r>
              <a:rPr lang="en-GB" sz="2800" b="1" u="sng" dirty="0"/>
              <a:t>Learning Outcomes?</a:t>
            </a:r>
          </a:p>
          <a:p>
            <a:endParaRPr lang="en-GB" sz="2800" dirty="0"/>
          </a:p>
        </p:txBody>
      </p:sp>
    </p:spTree>
    <p:extLst>
      <p:ext uri="{BB962C8B-B14F-4D97-AF65-F5344CB8AC3E}">
        <p14:creationId xmlns:p14="http://schemas.microsoft.com/office/powerpoint/2010/main" val="398457806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Pushpin">
      <a:dk1>
        <a:sysClr val="windowText" lastClr="000000"/>
      </a:dk1>
      <a:lt1>
        <a:sysClr val="window" lastClr="FFFFFF"/>
      </a:lt1>
      <a:dk2>
        <a:srgbClr val="465E9C"/>
      </a:dk2>
      <a:lt2>
        <a:srgbClr val="CCDDEA"/>
      </a:lt2>
      <a:accent1>
        <a:srgbClr val="FDA023"/>
      </a:accent1>
      <a:accent2>
        <a:srgbClr val="AA2B1E"/>
      </a:accent2>
      <a:accent3>
        <a:srgbClr val="71685C"/>
      </a:accent3>
      <a:accent4>
        <a:srgbClr val="64A73B"/>
      </a:accent4>
      <a:accent5>
        <a:srgbClr val="EB5605"/>
      </a:accent5>
      <a:accent6>
        <a:srgbClr val="B9CA1A"/>
      </a:accent6>
      <a:hlink>
        <a:srgbClr val="D83E2C"/>
      </a:hlink>
      <a:folHlink>
        <a:srgbClr val="ED7D27"/>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TM03457491[[fn=Metropolitan]]</Template>
  <TotalTime>3275</TotalTime>
  <Words>2680</Words>
  <Application>Microsoft Office PowerPoint</Application>
  <PresentationFormat>Widescreen</PresentationFormat>
  <Paragraphs>230</Paragraphs>
  <Slides>30</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Calibri</vt:lpstr>
      <vt:lpstr>Cambria</vt:lpstr>
      <vt:lpstr>Adjacency</vt:lpstr>
      <vt:lpstr>6CS007 – Project and Professionalism</vt:lpstr>
      <vt:lpstr>Learning Outcomes</vt:lpstr>
      <vt:lpstr>Introduction</vt:lpstr>
      <vt:lpstr>What is a Literature Review?</vt:lpstr>
      <vt:lpstr>What is a Literature Review?</vt:lpstr>
      <vt:lpstr>What is a Literature Review?</vt:lpstr>
      <vt:lpstr>Why do a Literature Review?</vt:lpstr>
      <vt:lpstr>Why do a Literature Review?</vt:lpstr>
      <vt:lpstr>When do a Literature Review?</vt:lpstr>
      <vt:lpstr>Types of Literature Review</vt:lpstr>
      <vt:lpstr>What is included?</vt:lpstr>
      <vt:lpstr>General Structure of a Literature Review</vt:lpstr>
      <vt:lpstr>General Structure of a Literature Review</vt:lpstr>
      <vt:lpstr>General Structure of a Literature Review</vt:lpstr>
      <vt:lpstr>Also Think about Paragraph Structure</vt:lpstr>
      <vt:lpstr>Your Line of Argument</vt:lpstr>
      <vt:lpstr>Critical Writing</vt:lpstr>
      <vt:lpstr>Showing Analysis and Understanding</vt:lpstr>
      <vt:lpstr>Evaluating and Critiquing</vt:lpstr>
      <vt:lpstr>Incorporating Sources – Adding Your Own Voice</vt:lpstr>
      <vt:lpstr>Incorporating Sources – Adding Your Own Voice</vt:lpstr>
      <vt:lpstr>Synthesis</vt:lpstr>
      <vt:lpstr>Synthesis</vt:lpstr>
      <vt:lpstr>Synthesis</vt:lpstr>
      <vt:lpstr>Paraphrasing</vt:lpstr>
      <vt:lpstr>Paraphrasing</vt:lpstr>
      <vt:lpstr>Paraphrasing</vt:lpstr>
      <vt:lpstr>Find Examples</vt:lpstr>
      <vt:lpstr>Finding Out More About Literature Reviews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5CS005 Games Programming</dc:title>
  <dc:creator>Tom</dc:creator>
  <cp:lastModifiedBy>Hartley, Thomas</cp:lastModifiedBy>
  <cp:revision>115</cp:revision>
  <dcterms:created xsi:type="dcterms:W3CDTF">2006-08-16T00:00:00Z</dcterms:created>
  <dcterms:modified xsi:type="dcterms:W3CDTF">2023-11-02T21:21:14Z</dcterms:modified>
</cp:coreProperties>
</file>